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3.xml" ContentType="application/vnd.openxmlformats-officedocument.theme+xml"/>
  <Override PartName="/ppt/ink/ink1.xml" ContentType="application/inkml+xml"/>
  <Override PartName="/ppt/theme/theme2.xml" ContentType="application/vnd.openxmlformats-officedocument.theme+xml"/>
  <Override PartName="/ppt/ink/ink2.xml" ContentType="application/inkml+xml"/>
  <Override PartName="/ppt/ink/ink3.xml" ContentType="application/inkml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ink/ink4.xml" ContentType="application/inkml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3"/>
  </p:sldMasterIdLst>
  <p:notesMasterIdLst>
    <p:notesMasterId r:id="rId62"/>
  </p:notesMasterIdLst>
  <p:handoutMasterIdLst>
    <p:handoutMasterId r:id="rId63"/>
  </p:handoutMasterIdLst>
  <p:sldIdLst>
    <p:sldId id="259" r:id="rId4"/>
    <p:sldId id="257" r:id="rId5"/>
    <p:sldId id="522" r:id="rId6"/>
    <p:sldId id="381" r:id="rId7"/>
    <p:sldId id="383" r:id="rId8"/>
    <p:sldId id="387" r:id="rId9"/>
    <p:sldId id="391" r:id="rId10"/>
    <p:sldId id="401" r:id="rId11"/>
    <p:sldId id="386" r:id="rId12"/>
    <p:sldId id="384" r:id="rId13"/>
    <p:sldId id="300" r:id="rId14"/>
    <p:sldId id="301" r:id="rId15"/>
    <p:sldId id="317" r:id="rId16"/>
    <p:sldId id="318" r:id="rId17"/>
    <p:sldId id="520" r:id="rId18"/>
    <p:sldId id="302" r:id="rId19"/>
    <p:sldId id="303" r:id="rId20"/>
    <p:sldId id="321" r:id="rId21"/>
    <p:sldId id="304" r:id="rId22"/>
    <p:sldId id="305" r:id="rId23"/>
    <p:sldId id="306" r:id="rId24"/>
    <p:sldId id="330" r:id="rId25"/>
    <p:sldId id="307" r:id="rId26"/>
    <p:sldId id="331" r:id="rId27"/>
    <p:sldId id="310" r:id="rId28"/>
    <p:sldId id="354" r:id="rId29"/>
    <p:sldId id="348" r:id="rId30"/>
    <p:sldId id="350" r:id="rId31"/>
    <p:sldId id="521" r:id="rId32"/>
    <p:sldId id="523" r:id="rId33"/>
    <p:sldId id="524" r:id="rId34"/>
    <p:sldId id="531" r:id="rId35"/>
    <p:sldId id="532" r:id="rId36"/>
    <p:sldId id="533" r:id="rId37"/>
    <p:sldId id="363" r:id="rId38"/>
    <p:sldId id="382" r:id="rId39"/>
    <p:sldId id="385" r:id="rId40"/>
    <p:sldId id="388" r:id="rId41"/>
    <p:sldId id="390" r:id="rId42"/>
    <p:sldId id="394" r:id="rId43"/>
    <p:sldId id="395" r:id="rId44"/>
    <p:sldId id="396" r:id="rId45"/>
    <p:sldId id="397" r:id="rId46"/>
    <p:sldId id="398" r:id="rId47"/>
    <p:sldId id="399" r:id="rId48"/>
    <p:sldId id="402" r:id="rId49"/>
    <p:sldId id="423" r:id="rId50"/>
    <p:sldId id="359" r:id="rId51"/>
    <p:sldId id="403" r:id="rId52"/>
    <p:sldId id="360" r:id="rId53"/>
    <p:sldId id="406" r:id="rId54"/>
    <p:sldId id="361" r:id="rId55"/>
    <p:sldId id="526" r:id="rId56"/>
    <p:sldId id="527" r:id="rId57"/>
    <p:sldId id="528" r:id="rId58"/>
    <p:sldId id="525" r:id="rId59"/>
    <p:sldId id="530" r:id="rId60"/>
    <p:sldId id="408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2A2D8-25C3-D74E-A8BD-F4891B6EF312}" v="2" dt="2022-11-02T10:49:05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 autoAdjust="0"/>
    <p:restoredTop sz="94687"/>
  </p:normalViewPr>
  <p:slideViewPr>
    <p:cSldViewPr snapToGrid="0">
      <p:cViewPr varScale="1">
        <p:scale>
          <a:sx n="100" d="100"/>
          <a:sy n="100" d="100"/>
        </p:scale>
        <p:origin x="760" y="168"/>
      </p:cViewPr>
      <p:guideLst/>
    </p:cSldViewPr>
  </p:slideViewPr>
  <p:outlineViewPr>
    <p:cViewPr>
      <p:scale>
        <a:sx n="33" d="100"/>
        <a:sy n="33" d="100"/>
      </p:scale>
      <p:origin x="0" y="-188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70" Type="http://schemas.openxmlformats.org/officeDocument/2006/relationships/customXml" Target="../customXml/item3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 Thi Kim Hue" userId="af176dfe-ebe0-47e4-99a4-e0f4d40f7313" providerId="ADAL" clId="{5102A2D8-25C3-D74E-A8BD-F4891B6EF312}"/>
    <pc:docChg chg="custSel addSld modSld">
      <pc:chgData name="Ta Thi Kim Hue" userId="af176dfe-ebe0-47e4-99a4-e0f4d40f7313" providerId="ADAL" clId="{5102A2D8-25C3-D74E-A8BD-F4891B6EF312}" dt="2022-11-02T16:47:39.804" v="174" actId="20577"/>
      <pc:docMkLst>
        <pc:docMk/>
      </pc:docMkLst>
      <pc:sldChg chg="addSp modSp mod modAnim">
        <pc:chgData name="Ta Thi Kim Hue" userId="af176dfe-ebe0-47e4-99a4-e0f4d40f7313" providerId="ADAL" clId="{5102A2D8-25C3-D74E-A8BD-F4891B6EF312}" dt="2022-11-02T10:50:01.940" v="10" actId="20577"/>
        <pc:sldMkLst>
          <pc:docMk/>
          <pc:sldMk cId="4175955957" sldId="288"/>
        </pc:sldMkLst>
        <pc:spChg chg="mod">
          <ac:chgData name="Ta Thi Kim Hue" userId="af176dfe-ebe0-47e4-99a4-e0f4d40f7313" providerId="ADAL" clId="{5102A2D8-25C3-D74E-A8BD-F4891B6EF312}" dt="2022-11-02T10:50:01.940" v="10" actId="20577"/>
          <ac:spMkLst>
            <pc:docMk/>
            <pc:sldMk cId="4175955957" sldId="288"/>
            <ac:spMk id="4" creationId="{B310BEA8-9217-4C04-962E-065A63974FEB}"/>
          </ac:spMkLst>
        </pc:spChg>
        <pc:picChg chg="add mod">
          <ac:chgData name="Ta Thi Kim Hue" userId="af176dfe-ebe0-47e4-99a4-e0f4d40f7313" providerId="ADAL" clId="{5102A2D8-25C3-D74E-A8BD-F4891B6EF312}" dt="2022-11-02T10:48:58.724" v="5" actId="1076"/>
          <ac:picMkLst>
            <pc:docMk/>
            <pc:sldMk cId="4175955957" sldId="288"/>
            <ac:picMk id="6" creationId="{0176EBB6-6F83-5F9F-889C-E61AD4F2056D}"/>
          </ac:picMkLst>
        </pc:picChg>
      </pc:sldChg>
      <pc:sldChg chg="modSp new mod">
        <pc:chgData name="Ta Thi Kim Hue" userId="af176dfe-ebe0-47e4-99a4-e0f4d40f7313" providerId="ADAL" clId="{5102A2D8-25C3-D74E-A8BD-F4891B6EF312}" dt="2022-11-02T16:47:39.804" v="174" actId="20577"/>
        <pc:sldMkLst>
          <pc:docMk/>
          <pc:sldMk cId="1259703148" sldId="294"/>
        </pc:sldMkLst>
        <pc:spChg chg="mod">
          <ac:chgData name="Ta Thi Kim Hue" userId="af176dfe-ebe0-47e4-99a4-e0f4d40f7313" providerId="ADAL" clId="{5102A2D8-25C3-D74E-A8BD-F4891B6EF312}" dt="2022-11-02T16:00:22.145" v="30" actId="20577"/>
          <ac:spMkLst>
            <pc:docMk/>
            <pc:sldMk cId="1259703148" sldId="294"/>
            <ac:spMk id="3" creationId="{5262B5CD-D4B5-D311-A2C8-13AE48F00DD4}"/>
          </ac:spMkLst>
        </pc:spChg>
        <pc:spChg chg="mod">
          <ac:chgData name="Ta Thi Kim Hue" userId="af176dfe-ebe0-47e4-99a4-e0f4d40f7313" providerId="ADAL" clId="{5102A2D8-25C3-D74E-A8BD-F4891B6EF312}" dt="2022-11-02T16:47:39.804" v="174" actId="20577"/>
          <ac:spMkLst>
            <pc:docMk/>
            <pc:sldMk cId="1259703148" sldId="294"/>
            <ac:spMk id="4" creationId="{346A1D85-CA76-7862-5C17-5D6D73EF5559}"/>
          </ac:spMkLst>
        </pc:spChg>
      </pc:sldChg>
    </pc:docChg>
  </pc:docChgLst>
  <pc:docChgLst>
    <pc:chgData name="hue.tathikim@hust.edu.vn" userId="af176dfe-ebe0-47e4-99a4-e0f4d40f7313" providerId="ADAL" clId="{1F4E8022-28B5-4CB1-ADE6-2FBE4A23408A}"/>
    <pc:docChg chg="undo custSel addSld modSld">
      <pc:chgData name="hue.tathikim@hust.edu.vn" userId="af176dfe-ebe0-47e4-99a4-e0f4d40f7313" providerId="ADAL" clId="{1F4E8022-28B5-4CB1-ADE6-2FBE4A23408A}" dt="2022-10-12T04:36:37.739" v="1747" actId="20577"/>
      <pc:docMkLst>
        <pc:docMk/>
      </pc:docMkLst>
      <pc:sldChg chg="addSp modSp mod">
        <pc:chgData name="hue.tathikim@hust.edu.vn" userId="af176dfe-ebe0-47e4-99a4-e0f4d40f7313" providerId="ADAL" clId="{1F4E8022-28B5-4CB1-ADE6-2FBE4A23408A}" dt="2022-10-12T04:00:05.410" v="732" actId="14100"/>
        <pc:sldMkLst>
          <pc:docMk/>
          <pc:sldMk cId="757369366" sldId="266"/>
        </pc:sldMkLst>
        <pc:spChg chg="mod">
          <ac:chgData name="hue.tathikim@hust.edu.vn" userId="af176dfe-ebe0-47e4-99a4-e0f4d40f7313" providerId="ADAL" clId="{1F4E8022-28B5-4CB1-ADE6-2FBE4A23408A}" dt="2022-10-12T03:42:22.097" v="14" actId="14100"/>
          <ac:spMkLst>
            <pc:docMk/>
            <pc:sldMk cId="757369366" sldId="266"/>
            <ac:spMk id="4" creationId="{007EE1FD-FAAD-14FF-6940-40B38CCE7620}"/>
          </ac:spMkLst>
        </pc:spChg>
        <pc:spChg chg="add mod">
          <ac:chgData name="hue.tathikim@hust.edu.vn" userId="af176dfe-ebe0-47e4-99a4-e0f4d40f7313" providerId="ADAL" clId="{1F4E8022-28B5-4CB1-ADE6-2FBE4A23408A}" dt="2022-10-12T04:00:05.410" v="732" actId="14100"/>
          <ac:spMkLst>
            <pc:docMk/>
            <pc:sldMk cId="757369366" sldId="266"/>
            <ac:spMk id="8" creationId="{5954AA41-6DE1-4156-9998-ECED6E61BFCA}"/>
          </ac:spMkLst>
        </pc:spChg>
        <pc:spChg chg="add mod">
          <ac:chgData name="hue.tathikim@hust.edu.vn" userId="af176dfe-ebe0-47e4-99a4-e0f4d40f7313" providerId="ADAL" clId="{1F4E8022-28B5-4CB1-ADE6-2FBE4A23408A}" dt="2022-10-12T03:51:03.958" v="303" actId="14100"/>
          <ac:spMkLst>
            <pc:docMk/>
            <pc:sldMk cId="757369366" sldId="266"/>
            <ac:spMk id="9" creationId="{39CE66D5-29CD-4C3E-9750-57C80BD469B0}"/>
          </ac:spMkLst>
        </pc:spChg>
        <pc:spChg chg="add mod">
          <ac:chgData name="hue.tathikim@hust.edu.vn" userId="af176dfe-ebe0-47e4-99a4-e0f4d40f7313" providerId="ADAL" clId="{1F4E8022-28B5-4CB1-ADE6-2FBE4A23408A}" dt="2022-10-12T03:50:48.774" v="299" actId="14100"/>
          <ac:spMkLst>
            <pc:docMk/>
            <pc:sldMk cId="757369366" sldId="266"/>
            <ac:spMk id="10" creationId="{D6FB82F1-D917-4138-9995-558EEA9823AE}"/>
          </ac:spMkLst>
        </pc:spChg>
        <pc:spChg chg="add mod">
          <ac:chgData name="hue.tathikim@hust.edu.vn" userId="af176dfe-ebe0-47e4-99a4-e0f4d40f7313" providerId="ADAL" clId="{1F4E8022-28B5-4CB1-ADE6-2FBE4A23408A}" dt="2022-10-12T03:51:00.718" v="302" actId="1076"/>
          <ac:spMkLst>
            <pc:docMk/>
            <pc:sldMk cId="757369366" sldId="266"/>
            <ac:spMk id="11" creationId="{F8AECEDF-756A-42CE-9FC1-DACB5A2EAD6E}"/>
          </ac:spMkLst>
        </pc:spChg>
        <pc:picChg chg="add mod">
          <ac:chgData name="hue.tathikim@hust.edu.vn" userId="af176dfe-ebe0-47e4-99a4-e0f4d40f7313" providerId="ADAL" clId="{1F4E8022-28B5-4CB1-ADE6-2FBE4A23408A}" dt="2022-10-12T03:50:56.191" v="301" actId="1076"/>
          <ac:picMkLst>
            <pc:docMk/>
            <pc:sldMk cId="757369366" sldId="266"/>
            <ac:picMk id="6" creationId="{C37ED9A0-8988-40FA-AE03-D763DC95952F}"/>
          </ac:picMkLst>
        </pc:picChg>
      </pc:sldChg>
      <pc:sldChg chg="modSp new mod">
        <pc:chgData name="hue.tathikim@hust.edu.vn" userId="af176dfe-ebe0-47e4-99a4-e0f4d40f7313" providerId="ADAL" clId="{1F4E8022-28B5-4CB1-ADE6-2FBE4A23408A}" dt="2022-10-12T04:36:37.739" v="1747" actId="20577"/>
        <pc:sldMkLst>
          <pc:docMk/>
          <pc:sldMk cId="3057768725" sldId="273"/>
        </pc:sldMkLst>
        <pc:spChg chg="mod">
          <ac:chgData name="hue.tathikim@hust.edu.vn" userId="af176dfe-ebe0-47e4-99a4-e0f4d40f7313" providerId="ADAL" clId="{1F4E8022-28B5-4CB1-ADE6-2FBE4A23408A}" dt="2022-10-12T04:19:52.463" v="733"/>
          <ac:spMkLst>
            <pc:docMk/>
            <pc:sldMk cId="3057768725" sldId="273"/>
            <ac:spMk id="3" creationId="{F10B2960-35D6-465F-9893-F5F9A57434A2}"/>
          </ac:spMkLst>
        </pc:spChg>
        <pc:spChg chg="mod">
          <ac:chgData name="hue.tathikim@hust.edu.vn" userId="af176dfe-ebe0-47e4-99a4-e0f4d40f7313" providerId="ADAL" clId="{1F4E8022-28B5-4CB1-ADE6-2FBE4A23408A}" dt="2022-10-12T04:36:37.739" v="1747" actId="20577"/>
          <ac:spMkLst>
            <pc:docMk/>
            <pc:sldMk cId="3057768725" sldId="273"/>
            <ac:spMk id="4" creationId="{2CB8CC60-F448-4A90-84AD-77113019F0C2}"/>
          </ac:spMkLst>
        </pc:spChg>
      </pc:sldChg>
      <pc:sldChg chg="modSp new mod">
        <pc:chgData name="hue.tathikim@hust.edu.vn" userId="af176dfe-ebe0-47e4-99a4-e0f4d40f7313" providerId="ADAL" clId="{1F4E8022-28B5-4CB1-ADE6-2FBE4A23408A}" dt="2022-10-12T04:19:56.837" v="734"/>
        <pc:sldMkLst>
          <pc:docMk/>
          <pc:sldMk cId="4153716864" sldId="274"/>
        </pc:sldMkLst>
        <pc:spChg chg="mod">
          <ac:chgData name="hue.tathikim@hust.edu.vn" userId="af176dfe-ebe0-47e4-99a4-e0f4d40f7313" providerId="ADAL" clId="{1F4E8022-28B5-4CB1-ADE6-2FBE4A23408A}" dt="2022-10-12T04:19:56.837" v="734"/>
          <ac:spMkLst>
            <pc:docMk/>
            <pc:sldMk cId="4153716864" sldId="274"/>
            <ac:spMk id="3" creationId="{45D31F5E-ADA7-4AE2-A697-2707659AE77C}"/>
          </ac:spMkLst>
        </pc:spChg>
      </pc:sldChg>
      <pc:sldChg chg="new">
        <pc:chgData name="hue.tathikim@hust.edu.vn" userId="af176dfe-ebe0-47e4-99a4-e0f4d40f7313" providerId="ADAL" clId="{1F4E8022-28B5-4CB1-ADE6-2FBE4A23408A}" dt="2022-10-12T03:58:00.914" v="625" actId="680"/>
        <pc:sldMkLst>
          <pc:docMk/>
          <pc:sldMk cId="3928681518" sldId="275"/>
        </pc:sldMkLst>
      </pc:sldChg>
    </pc:docChg>
  </pc:docChgLst>
  <pc:docChgLst>
    <pc:chgData name="Ta Thi Kim Hue" userId="af176dfe-ebe0-47e4-99a4-e0f4d40f7313" providerId="ADAL" clId="{55F3777B-5B4D-F34F-95EB-4BC4C23D9DFD}"/>
    <pc:docChg chg="custSel addSld modSld sldOrd">
      <pc:chgData name="Ta Thi Kim Hue" userId="af176dfe-ebe0-47e4-99a4-e0f4d40f7313" providerId="ADAL" clId="{55F3777B-5B4D-F34F-95EB-4BC4C23D9DFD}" dt="2022-10-27T01:40:18.176" v="2189" actId="20577"/>
      <pc:docMkLst>
        <pc:docMk/>
      </pc:docMkLst>
      <pc:sldChg chg="modSp mod">
        <pc:chgData name="Ta Thi Kim Hue" userId="af176dfe-ebe0-47e4-99a4-e0f4d40f7313" providerId="ADAL" clId="{55F3777B-5B4D-F34F-95EB-4BC4C23D9DFD}" dt="2022-10-27T00:01:32.045" v="2177" actId="20577"/>
        <pc:sldMkLst>
          <pc:docMk/>
          <pc:sldMk cId="292364014" sldId="265"/>
        </pc:sldMkLst>
        <pc:spChg chg="mod">
          <ac:chgData name="Ta Thi Kim Hue" userId="af176dfe-ebe0-47e4-99a4-e0f4d40f7313" providerId="ADAL" clId="{55F3777B-5B4D-F34F-95EB-4BC4C23D9DFD}" dt="2022-10-27T00:01:32.045" v="2177" actId="20577"/>
          <ac:spMkLst>
            <pc:docMk/>
            <pc:sldMk cId="292364014" sldId="265"/>
            <ac:spMk id="3" creationId="{9EF27CAA-32BA-4E6B-B8C0-1A481E08E81D}"/>
          </ac:spMkLst>
        </pc:spChg>
      </pc:sldChg>
      <pc:sldChg chg="modSp">
        <pc:chgData name="Ta Thi Kim Hue" userId="af176dfe-ebe0-47e4-99a4-e0f4d40f7313" providerId="ADAL" clId="{55F3777B-5B4D-F34F-95EB-4BC4C23D9DFD}" dt="2022-10-27T01:40:18.176" v="2189" actId="20577"/>
        <pc:sldMkLst>
          <pc:docMk/>
          <pc:sldMk cId="2508839728" sldId="281"/>
        </pc:sldMkLst>
        <pc:spChg chg="mod">
          <ac:chgData name="Ta Thi Kim Hue" userId="af176dfe-ebe0-47e4-99a4-e0f4d40f7313" providerId="ADAL" clId="{55F3777B-5B4D-F34F-95EB-4BC4C23D9DFD}" dt="2022-10-27T01:40:18.176" v="2189" actId="20577"/>
          <ac:spMkLst>
            <pc:docMk/>
            <pc:sldMk cId="2508839728" sldId="281"/>
            <ac:spMk id="4" creationId="{6544B028-67D0-5A64-C7C8-6F81BE50B8E0}"/>
          </ac:spMkLst>
        </pc:spChg>
      </pc:sldChg>
      <pc:sldChg chg="modSp mod ord">
        <pc:chgData name="Ta Thi Kim Hue" userId="af176dfe-ebe0-47e4-99a4-e0f4d40f7313" providerId="ADAL" clId="{55F3777B-5B4D-F34F-95EB-4BC4C23D9DFD}" dt="2022-10-26T15:18:56.510" v="604" actId="20578"/>
        <pc:sldMkLst>
          <pc:docMk/>
          <pc:sldMk cId="2256585216" sldId="284"/>
        </pc:sldMkLst>
        <pc:spChg chg="mod">
          <ac:chgData name="Ta Thi Kim Hue" userId="af176dfe-ebe0-47e4-99a4-e0f4d40f7313" providerId="ADAL" clId="{55F3777B-5B4D-F34F-95EB-4BC4C23D9DFD}" dt="2022-10-26T15:07:29.883" v="6"/>
          <ac:spMkLst>
            <pc:docMk/>
            <pc:sldMk cId="2256585216" sldId="284"/>
            <ac:spMk id="3" creationId="{E50BAF10-CCF8-9CD6-7B5B-AA9B1DB1346C}"/>
          </ac:spMkLst>
        </pc:spChg>
        <pc:spChg chg="mod">
          <ac:chgData name="Ta Thi Kim Hue" userId="af176dfe-ebe0-47e4-99a4-e0f4d40f7313" providerId="ADAL" clId="{55F3777B-5B4D-F34F-95EB-4BC4C23D9DFD}" dt="2022-10-26T15:18:41.706" v="603" actId="5793"/>
          <ac:spMkLst>
            <pc:docMk/>
            <pc:sldMk cId="2256585216" sldId="284"/>
            <ac:spMk id="4" creationId="{BC4112D6-05D7-6D49-AF90-BD49388C30A1}"/>
          </ac:spMkLst>
        </pc:spChg>
      </pc:sldChg>
      <pc:sldChg chg="addSp delSp modSp mod">
        <pc:chgData name="Ta Thi Kim Hue" userId="af176dfe-ebe0-47e4-99a4-e0f4d40f7313" providerId="ADAL" clId="{55F3777B-5B4D-F34F-95EB-4BC4C23D9DFD}" dt="2022-10-26T15:07:16.454" v="5" actId="14100"/>
        <pc:sldMkLst>
          <pc:docMk/>
          <pc:sldMk cId="1578274839" sldId="289"/>
        </pc:sldMkLst>
        <pc:spChg chg="del">
          <ac:chgData name="Ta Thi Kim Hue" userId="af176dfe-ebe0-47e4-99a4-e0f4d40f7313" providerId="ADAL" clId="{55F3777B-5B4D-F34F-95EB-4BC4C23D9DFD}" dt="2022-10-26T15:07:00.882" v="0"/>
          <ac:spMkLst>
            <pc:docMk/>
            <pc:sldMk cId="1578274839" sldId="289"/>
            <ac:spMk id="4" creationId="{758667D0-E2F8-4056-81B4-AA9795534A34}"/>
          </ac:spMkLst>
        </pc:spChg>
        <pc:picChg chg="add mod">
          <ac:chgData name="Ta Thi Kim Hue" userId="af176dfe-ebe0-47e4-99a4-e0f4d40f7313" providerId="ADAL" clId="{55F3777B-5B4D-F34F-95EB-4BC4C23D9DFD}" dt="2022-10-26T15:07:16.454" v="5" actId="14100"/>
          <ac:picMkLst>
            <pc:docMk/>
            <pc:sldMk cId="1578274839" sldId="289"/>
            <ac:picMk id="6" creationId="{8D89B958-B4A9-FE7A-0609-6694ED943DAD}"/>
          </ac:picMkLst>
        </pc:picChg>
      </pc:sldChg>
      <pc:sldChg chg="addSp modSp new mod">
        <pc:chgData name="Ta Thi Kim Hue" userId="af176dfe-ebe0-47e4-99a4-e0f4d40f7313" providerId="ADAL" clId="{55F3777B-5B4D-F34F-95EB-4BC4C23D9DFD}" dt="2022-10-26T23:49:05.858" v="1607" actId="208"/>
        <pc:sldMkLst>
          <pc:docMk/>
          <pc:sldMk cId="790159097" sldId="290"/>
        </pc:sldMkLst>
        <pc:spChg chg="mod">
          <ac:chgData name="Ta Thi Kim Hue" userId="af176dfe-ebe0-47e4-99a4-e0f4d40f7313" providerId="ADAL" clId="{55F3777B-5B4D-F34F-95EB-4BC4C23D9DFD}" dt="2022-10-26T15:19:10.868" v="606"/>
          <ac:spMkLst>
            <pc:docMk/>
            <pc:sldMk cId="790159097" sldId="290"/>
            <ac:spMk id="3" creationId="{E5B6D001-13ED-BACB-276F-CB1E518E2068}"/>
          </ac:spMkLst>
        </pc:spChg>
        <pc:spChg chg="mod">
          <ac:chgData name="Ta Thi Kim Hue" userId="af176dfe-ebe0-47e4-99a4-e0f4d40f7313" providerId="ADAL" clId="{55F3777B-5B4D-F34F-95EB-4BC4C23D9DFD}" dt="2022-10-26T23:48:54.257" v="1602" actId="14100"/>
          <ac:spMkLst>
            <pc:docMk/>
            <pc:sldMk cId="790159097" sldId="290"/>
            <ac:spMk id="4" creationId="{3E9659E8-FDF3-599C-B01F-75E158CD53C0}"/>
          </ac:spMkLst>
        </pc:spChg>
        <pc:spChg chg="add mod">
          <ac:chgData name="Ta Thi Kim Hue" userId="af176dfe-ebe0-47e4-99a4-e0f4d40f7313" providerId="ADAL" clId="{55F3777B-5B4D-F34F-95EB-4BC4C23D9DFD}" dt="2022-10-26T23:49:05.858" v="1607" actId="208"/>
          <ac:spMkLst>
            <pc:docMk/>
            <pc:sldMk cId="790159097" sldId="290"/>
            <ac:spMk id="5" creationId="{1112E53D-1E4E-92E3-0AF0-A68A0B354086}"/>
          </ac:spMkLst>
        </pc:spChg>
      </pc:sldChg>
      <pc:sldChg chg="addSp modSp new mod">
        <pc:chgData name="Ta Thi Kim Hue" userId="af176dfe-ebe0-47e4-99a4-e0f4d40f7313" providerId="ADAL" clId="{55F3777B-5B4D-F34F-95EB-4BC4C23D9DFD}" dt="2022-10-26T23:53:33.178" v="2163" actId="208"/>
        <pc:sldMkLst>
          <pc:docMk/>
          <pc:sldMk cId="1075757312" sldId="291"/>
        </pc:sldMkLst>
        <pc:spChg chg="mod">
          <ac:chgData name="Ta Thi Kim Hue" userId="af176dfe-ebe0-47e4-99a4-e0f4d40f7313" providerId="ADAL" clId="{55F3777B-5B4D-F34F-95EB-4BC4C23D9DFD}" dt="2022-10-26T15:28:32.471" v="1203"/>
          <ac:spMkLst>
            <pc:docMk/>
            <pc:sldMk cId="1075757312" sldId="291"/>
            <ac:spMk id="3" creationId="{3C5EDF29-B738-7A3A-6B99-8C21485E1567}"/>
          </ac:spMkLst>
        </pc:spChg>
        <pc:spChg chg="mod">
          <ac:chgData name="Ta Thi Kim Hue" userId="af176dfe-ebe0-47e4-99a4-e0f4d40f7313" providerId="ADAL" clId="{55F3777B-5B4D-F34F-95EB-4BC4C23D9DFD}" dt="2022-10-26T23:53:23.620" v="2160" actId="14100"/>
          <ac:spMkLst>
            <pc:docMk/>
            <pc:sldMk cId="1075757312" sldId="291"/>
            <ac:spMk id="4" creationId="{416DD7EF-645F-DFDF-C372-A63367D28D80}"/>
          </ac:spMkLst>
        </pc:spChg>
        <pc:spChg chg="add mod">
          <ac:chgData name="Ta Thi Kim Hue" userId="af176dfe-ebe0-47e4-99a4-e0f4d40f7313" providerId="ADAL" clId="{55F3777B-5B4D-F34F-95EB-4BC4C23D9DFD}" dt="2022-10-26T23:53:33.178" v="2163" actId="208"/>
          <ac:spMkLst>
            <pc:docMk/>
            <pc:sldMk cId="1075757312" sldId="291"/>
            <ac:spMk id="5" creationId="{94F3CC53-8AE5-6E6E-60AE-8C6A437CD260}"/>
          </ac:spMkLst>
        </pc:spChg>
      </pc:sldChg>
      <pc:sldChg chg="modSp new mod">
        <pc:chgData name="Ta Thi Kim Hue" userId="af176dfe-ebe0-47e4-99a4-e0f4d40f7313" providerId="ADAL" clId="{55F3777B-5B4D-F34F-95EB-4BC4C23D9DFD}" dt="2022-10-26T15:29:27.696" v="1218" actId="20577"/>
        <pc:sldMkLst>
          <pc:docMk/>
          <pc:sldMk cId="2099988146" sldId="292"/>
        </pc:sldMkLst>
        <pc:spChg chg="mod">
          <ac:chgData name="Ta Thi Kim Hue" userId="af176dfe-ebe0-47e4-99a4-e0f4d40f7313" providerId="ADAL" clId="{55F3777B-5B4D-F34F-95EB-4BC4C23D9DFD}" dt="2022-10-26T15:29:27.696" v="1218" actId="20577"/>
          <ac:spMkLst>
            <pc:docMk/>
            <pc:sldMk cId="2099988146" sldId="292"/>
            <ac:spMk id="3" creationId="{544381F6-FB06-34F7-A9D0-F735976BCB08}"/>
          </ac:spMkLst>
        </pc:spChg>
      </pc:sldChg>
      <pc:sldChg chg="addSp delSp modSp new mod ord">
        <pc:chgData name="Ta Thi Kim Hue" userId="af176dfe-ebe0-47e4-99a4-e0f4d40f7313" providerId="ADAL" clId="{55F3777B-5B4D-F34F-95EB-4BC4C23D9DFD}" dt="2022-10-26T23:49:27.646" v="1614" actId="208"/>
        <pc:sldMkLst>
          <pc:docMk/>
          <pc:sldMk cId="2394994378" sldId="293"/>
        </pc:sldMkLst>
        <pc:spChg chg="mod">
          <ac:chgData name="Ta Thi Kim Hue" userId="af176dfe-ebe0-47e4-99a4-e0f4d40f7313" providerId="ADAL" clId="{55F3777B-5B4D-F34F-95EB-4BC4C23D9DFD}" dt="2022-10-26T15:27:48.925" v="1197"/>
          <ac:spMkLst>
            <pc:docMk/>
            <pc:sldMk cId="2394994378" sldId="293"/>
            <ac:spMk id="3" creationId="{DF9C0D02-E953-C3CF-1E4F-88672D72C947}"/>
          </ac:spMkLst>
        </pc:spChg>
        <pc:spChg chg="mod">
          <ac:chgData name="Ta Thi Kim Hue" userId="af176dfe-ebe0-47e4-99a4-e0f4d40f7313" providerId="ADAL" clId="{55F3777B-5B4D-F34F-95EB-4BC4C23D9DFD}" dt="2022-10-26T23:49:16.957" v="1609" actId="14100"/>
          <ac:spMkLst>
            <pc:docMk/>
            <pc:sldMk cId="2394994378" sldId="293"/>
            <ac:spMk id="4" creationId="{37BBAD88-C24D-B65E-EF51-D0A6EFB0B20D}"/>
          </ac:spMkLst>
        </pc:spChg>
        <pc:spChg chg="add del mod">
          <ac:chgData name="Ta Thi Kim Hue" userId="af176dfe-ebe0-47e4-99a4-e0f4d40f7313" providerId="ADAL" clId="{55F3777B-5B4D-F34F-95EB-4BC4C23D9DFD}" dt="2022-10-26T15:28:31.535" v="1202"/>
          <ac:spMkLst>
            <pc:docMk/>
            <pc:sldMk cId="2394994378" sldId="293"/>
            <ac:spMk id="5" creationId="{641928AF-175C-5F15-3DD8-69065CF054C3}"/>
          </ac:spMkLst>
        </pc:spChg>
        <pc:spChg chg="add mod">
          <ac:chgData name="Ta Thi Kim Hue" userId="af176dfe-ebe0-47e4-99a4-e0f4d40f7313" providerId="ADAL" clId="{55F3777B-5B4D-F34F-95EB-4BC4C23D9DFD}" dt="2022-10-26T23:49:27.646" v="1614" actId="208"/>
          <ac:spMkLst>
            <pc:docMk/>
            <pc:sldMk cId="2394994378" sldId="293"/>
            <ac:spMk id="6" creationId="{E12259AC-1AA4-F767-27C3-401AD4BDE77D}"/>
          </ac:spMkLst>
        </pc:spChg>
      </pc:sldChg>
    </pc:docChg>
  </pc:docChgLst>
  <pc:docChgLst>
    <pc:chgData name="Ta Thi Kim Hue" userId="af176dfe-ebe0-47e4-99a4-e0f4d40f7313" providerId="ADAL" clId="{54FE70A6-63C1-4E11-969B-F1F522CE7CAE}"/>
    <pc:docChg chg="undo custSel addSld modSld sldOrd">
      <pc:chgData name="Ta Thi Kim Hue" userId="af176dfe-ebe0-47e4-99a4-e0f4d40f7313" providerId="ADAL" clId="{54FE70A6-63C1-4E11-969B-F1F522CE7CAE}" dt="2022-10-26T11:54:59.244" v="3312" actId="20577"/>
      <pc:docMkLst>
        <pc:docMk/>
      </pc:docMkLst>
      <pc:sldChg chg="delSp mod">
        <pc:chgData name="Ta Thi Kim Hue" userId="af176dfe-ebe0-47e4-99a4-e0f4d40f7313" providerId="ADAL" clId="{54FE70A6-63C1-4E11-969B-F1F522CE7CAE}" dt="2022-10-26T08:44:52.452" v="535" actId="21"/>
        <pc:sldMkLst>
          <pc:docMk/>
          <pc:sldMk cId="2508839728" sldId="281"/>
        </pc:sldMkLst>
        <pc:picChg chg="del">
          <ac:chgData name="Ta Thi Kim Hue" userId="af176dfe-ebe0-47e4-99a4-e0f4d40f7313" providerId="ADAL" clId="{54FE70A6-63C1-4E11-969B-F1F522CE7CAE}" dt="2022-10-26T08:44:52.452" v="535" actId="21"/>
          <ac:picMkLst>
            <pc:docMk/>
            <pc:sldMk cId="2508839728" sldId="281"/>
            <ac:picMk id="6" creationId="{D6F1B9D1-7255-CE57-6922-97036565A46D}"/>
          </ac:picMkLst>
        </pc:picChg>
      </pc:sldChg>
      <pc:sldChg chg="ord">
        <pc:chgData name="Ta Thi Kim Hue" userId="af176dfe-ebe0-47e4-99a4-e0f4d40f7313" providerId="ADAL" clId="{54FE70A6-63C1-4E11-969B-F1F522CE7CAE}" dt="2022-10-26T11:49:52.645" v="2763"/>
        <pc:sldMkLst>
          <pc:docMk/>
          <pc:sldMk cId="3786551749" sldId="282"/>
        </pc:sldMkLst>
      </pc:sldChg>
      <pc:sldChg chg="modSp mod ord">
        <pc:chgData name="Ta Thi Kim Hue" userId="af176dfe-ebe0-47e4-99a4-e0f4d40f7313" providerId="ADAL" clId="{54FE70A6-63C1-4E11-969B-F1F522CE7CAE}" dt="2022-10-26T11:54:38.265" v="3265" actId="20577"/>
        <pc:sldMkLst>
          <pc:docMk/>
          <pc:sldMk cId="3252570683" sldId="283"/>
        </pc:sldMkLst>
        <pc:spChg chg="mod">
          <ac:chgData name="Ta Thi Kim Hue" userId="af176dfe-ebe0-47e4-99a4-e0f4d40f7313" providerId="ADAL" clId="{54FE70A6-63C1-4E11-969B-F1F522CE7CAE}" dt="2022-10-26T11:54:38.265" v="3265" actId="20577"/>
          <ac:spMkLst>
            <pc:docMk/>
            <pc:sldMk cId="3252570683" sldId="283"/>
            <ac:spMk id="4" creationId="{77A02F12-7B07-117A-B526-A940A4815973}"/>
          </ac:spMkLst>
        </pc:spChg>
      </pc:sldChg>
      <pc:sldChg chg="addSp delSp modSp new mod">
        <pc:chgData name="Ta Thi Kim Hue" userId="af176dfe-ebe0-47e4-99a4-e0f4d40f7313" providerId="ADAL" clId="{54FE70A6-63C1-4E11-969B-F1F522CE7CAE}" dt="2022-10-26T08:46:31.004" v="699" actId="20577"/>
        <pc:sldMkLst>
          <pc:docMk/>
          <pc:sldMk cId="3616470069" sldId="285"/>
        </pc:sldMkLst>
        <pc:spChg chg="mod">
          <ac:chgData name="Ta Thi Kim Hue" userId="af176dfe-ebe0-47e4-99a4-e0f4d40f7313" providerId="ADAL" clId="{54FE70A6-63C1-4E11-969B-F1F522CE7CAE}" dt="2022-10-26T08:26:57.686" v="30" actId="20577"/>
          <ac:spMkLst>
            <pc:docMk/>
            <pc:sldMk cId="3616470069" sldId="285"/>
            <ac:spMk id="3" creationId="{50159633-3230-4B35-A27C-ECC98ED567C9}"/>
          </ac:spMkLst>
        </pc:spChg>
        <pc:spChg chg="mod">
          <ac:chgData name="Ta Thi Kim Hue" userId="af176dfe-ebe0-47e4-99a4-e0f4d40f7313" providerId="ADAL" clId="{54FE70A6-63C1-4E11-969B-F1F522CE7CAE}" dt="2022-10-26T08:46:31.004" v="699" actId="20577"/>
          <ac:spMkLst>
            <pc:docMk/>
            <pc:sldMk cId="3616470069" sldId="285"/>
            <ac:spMk id="4" creationId="{7F24F5F3-E2EC-4F3A-95A6-44E55ADD19A5}"/>
          </ac:spMkLst>
        </pc:spChg>
        <pc:spChg chg="add mod">
          <ac:chgData name="Ta Thi Kim Hue" userId="af176dfe-ebe0-47e4-99a4-e0f4d40f7313" providerId="ADAL" clId="{54FE70A6-63C1-4E11-969B-F1F522CE7CAE}" dt="2022-10-26T08:33:09.670" v="113"/>
          <ac:spMkLst>
            <pc:docMk/>
            <pc:sldMk cId="3616470069" sldId="285"/>
            <ac:spMk id="6" creationId="{7B89166F-4F36-4B8F-94E1-5928E9E05C0F}"/>
          </ac:spMkLst>
        </pc:spChg>
        <pc:spChg chg="add del mod">
          <ac:chgData name="Ta Thi Kim Hue" userId="af176dfe-ebe0-47e4-99a4-e0f4d40f7313" providerId="ADAL" clId="{54FE70A6-63C1-4E11-969B-F1F522CE7CAE}" dt="2022-10-26T08:36:29.066" v="257"/>
          <ac:spMkLst>
            <pc:docMk/>
            <pc:sldMk cId="3616470069" sldId="285"/>
            <ac:spMk id="8" creationId="{05ACCA3E-5505-48F7-9D9E-D65479D6B608}"/>
          </ac:spMkLst>
        </pc:spChg>
        <pc:spChg chg="add del mod">
          <ac:chgData name="Ta Thi Kim Hue" userId="af176dfe-ebe0-47e4-99a4-e0f4d40f7313" providerId="ADAL" clId="{54FE70A6-63C1-4E11-969B-F1F522CE7CAE}" dt="2022-10-26T08:36:39.649" v="259"/>
          <ac:spMkLst>
            <pc:docMk/>
            <pc:sldMk cId="3616470069" sldId="285"/>
            <ac:spMk id="10" creationId="{5612E7BE-A554-42A3-B3B1-3898ECF556AF}"/>
          </ac:spMkLst>
        </pc:spChg>
        <pc:spChg chg="add del mod">
          <ac:chgData name="Ta Thi Kim Hue" userId="af176dfe-ebe0-47e4-99a4-e0f4d40f7313" providerId="ADAL" clId="{54FE70A6-63C1-4E11-969B-F1F522CE7CAE}" dt="2022-10-26T08:36:47.160" v="261"/>
          <ac:spMkLst>
            <pc:docMk/>
            <pc:sldMk cId="3616470069" sldId="285"/>
            <ac:spMk id="12" creationId="{6CE5ADC6-5FA4-4752-BBBC-0F6D8C3A6B60}"/>
          </ac:spMkLst>
        </pc:spChg>
        <pc:graphicFrameChg chg="add del mod">
          <ac:chgData name="Ta Thi Kim Hue" userId="af176dfe-ebe0-47e4-99a4-e0f4d40f7313" providerId="ADAL" clId="{54FE70A6-63C1-4E11-969B-F1F522CE7CAE}" dt="2022-10-26T08:36:19.303" v="255" actId="478"/>
          <ac:graphicFrameMkLst>
            <pc:docMk/>
            <pc:sldMk cId="3616470069" sldId="285"/>
            <ac:graphicFrameMk id="5" creationId="{796DD149-514E-40C8-8E60-DF8D0D6BADBF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08:36:29.066" v="257"/>
          <ac:graphicFrameMkLst>
            <pc:docMk/>
            <pc:sldMk cId="3616470069" sldId="285"/>
            <ac:graphicFrameMk id="7" creationId="{7305C54C-F894-4033-9484-477474C759BD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08:36:39.649" v="259"/>
          <ac:graphicFrameMkLst>
            <pc:docMk/>
            <pc:sldMk cId="3616470069" sldId="285"/>
            <ac:graphicFrameMk id="9" creationId="{A0F0FED6-D1D2-4154-A280-F38E1A320970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08:36:47.160" v="261"/>
          <ac:graphicFrameMkLst>
            <pc:docMk/>
            <pc:sldMk cId="3616470069" sldId="285"/>
            <ac:graphicFrameMk id="11" creationId="{C509FE5E-70C3-45E0-AEDA-6CA7CC98C8DE}"/>
          </ac:graphicFrameMkLst>
        </pc:graphicFrameChg>
        <pc:picChg chg="add mod">
          <ac:chgData name="Ta Thi Kim Hue" userId="af176dfe-ebe0-47e4-99a4-e0f4d40f7313" providerId="ADAL" clId="{54FE70A6-63C1-4E11-969B-F1F522CE7CAE}" dt="2022-10-26T08:45:03.725" v="539" actId="1076"/>
          <ac:picMkLst>
            <pc:docMk/>
            <pc:sldMk cId="3616470069" sldId="285"/>
            <ac:picMk id="13" creationId="{6C869B0B-BB10-46EC-8395-9A5221D8A2DF}"/>
          </ac:picMkLst>
        </pc:picChg>
      </pc:sldChg>
      <pc:sldChg chg="addSp modSp new mod ord modAnim">
        <pc:chgData name="Ta Thi Kim Hue" userId="af176dfe-ebe0-47e4-99a4-e0f4d40f7313" providerId="ADAL" clId="{54FE70A6-63C1-4E11-969B-F1F522CE7CAE}" dt="2022-10-26T09:32:05.798" v="1619" actId="1076"/>
        <pc:sldMkLst>
          <pc:docMk/>
          <pc:sldMk cId="2502713918" sldId="286"/>
        </pc:sldMkLst>
        <pc:spChg chg="mod">
          <ac:chgData name="Ta Thi Kim Hue" userId="af176dfe-ebe0-47e4-99a4-e0f4d40f7313" providerId="ADAL" clId="{54FE70A6-63C1-4E11-969B-F1F522CE7CAE}" dt="2022-10-26T08:49:18.310" v="710" actId="20577"/>
          <ac:spMkLst>
            <pc:docMk/>
            <pc:sldMk cId="2502713918" sldId="286"/>
            <ac:spMk id="3" creationId="{46F399AB-D08D-44C9-B659-871A9264ACEF}"/>
          </ac:spMkLst>
        </pc:spChg>
        <pc:spChg chg="mod">
          <ac:chgData name="Ta Thi Kim Hue" userId="af176dfe-ebe0-47e4-99a4-e0f4d40f7313" providerId="ADAL" clId="{54FE70A6-63C1-4E11-969B-F1F522CE7CAE}" dt="2022-10-26T09:32:01.140" v="1618" actId="15"/>
          <ac:spMkLst>
            <pc:docMk/>
            <pc:sldMk cId="2502713918" sldId="286"/>
            <ac:spMk id="4" creationId="{334C99FE-2CDA-414D-B6B4-DBF3187A40B6}"/>
          </ac:spMkLst>
        </pc:spChg>
        <pc:spChg chg="add mod">
          <ac:chgData name="Ta Thi Kim Hue" userId="af176dfe-ebe0-47e4-99a4-e0f4d40f7313" providerId="ADAL" clId="{54FE70A6-63C1-4E11-969B-F1F522CE7CAE}" dt="2022-10-26T09:32:05.798" v="1619" actId="1076"/>
          <ac:spMkLst>
            <pc:docMk/>
            <pc:sldMk cId="2502713918" sldId="286"/>
            <ac:spMk id="5" creationId="{646954CE-31F2-4DA6-8F9D-09CBA116F01A}"/>
          </ac:spMkLst>
        </pc:spChg>
      </pc:sldChg>
      <pc:sldChg chg="modSp new mod">
        <pc:chgData name="Ta Thi Kim Hue" userId="af176dfe-ebe0-47e4-99a4-e0f4d40f7313" providerId="ADAL" clId="{54FE70A6-63C1-4E11-969B-F1F522CE7CAE}" dt="2022-10-26T10:33:16.251" v="2565" actId="20577"/>
        <pc:sldMkLst>
          <pc:docMk/>
          <pc:sldMk cId="867654301" sldId="287"/>
        </pc:sldMkLst>
        <pc:spChg chg="mod">
          <ac:chgData name="Ta Thi Kim Hue" userId="af176dfe-ebe0-47e4-99a4-e0f4d40f7313" providerId="ADAL" clId="{54FE70A6-63C1-4E11-969B-F1F522CE7CAE}" dt="2022-10-26T09:34:22.575" v="1664" actId="20577"/>
          <ac:spMkLst>
            <pc:docMk/>
            <pc:sldMk cId="867654301" sldId="287"/>
            <ac:spMk id="3" creationId="{672FF09D-CCB6-43E0-B46C-FCAEF8A9A2AD}"/>
          </ac:spMkLst>
        </pc:spChg>
        <pc:spChg chg="mod">
          <ac:chgData name="Ta Thi Kim Hue" userId="af176dfe-ebe0-47e4-99a4-e0f4d40f7313" providerId="ADAL" clId="{54FE70A6-63C1-4E11-969B-F1F522CE7CAE}" dt="2022-10-26T10:33:16.251" v="2565" actId="20577"/>
          <ac:spMkLst>
            <pc:docMk/>
            <pc:sldMk cId="867654301" sldId="287"/>
            <ac:spMk id="4" creationId="{51FFAE2F-61E7-415F-9DD7-5148A7FE73EE}"/>
          </ac:spMkLst>
        </pc:spChg>
      </pc:sldChg>
      <pc:sldChg chg="addSp delSp modSp new mod">
        <pc:chgData name="Ta Thi Kim Hue" userId="af176dfe-ebe0-47e4-99a4-e0f4d40f7313" providerId="ADAL" clId="{54FE70A6-63C1-4E11-969B-F1F522CE7CAE}" dt="2022-10-26T10:39:45.807" v="2761"/>
        <pc:sldMkLst>
          <pc:docMk/>
          <pc:sldMk cId="4175955957" sldId="288"/>
        </pc:sldMkLst>
        <pc:spChg chg="mod">
          <ac:chgData name="Ta Thi Kim Hue" userId="af176dfe-ebe0-47e4-99a4-e0f4d40f7313" providerId="ADAL" clId="{54FE70A6-63C1-4E11-969B-F1F522CE7CAE}" dt="2022-10-26T10:33:45.085" v="2583" actId="20577"/>
          <ac:spMkLst>
            <pc:docMk/>
            <pc:sldMk cId="4175955957" sldId="288"/>
            <ac:spMk id="3" creationId="{8CC24C0B-92A9-419D-BE4F-0CBAD335BECE}"/>
          </ac:spMkLst>
        </pc:spChg>
        <pc:spChg chg="mod">
          <ac:chgData name="Ta Thi Kim Hue" userId="af176dfe-ebe0-47e4-99a4-e0f4d40f7313" providerId="ADAL" clId="{54FE70A6-63C1-4E11-969B-F1F522CE7CAE}" dt="2022-10-26T10:39:15.981" v="2753" actId="14100"/>
          <ac:spMkLst>
            <pc:docMk/>
            <pc:sldMk cId="4175955957" sldId="288"/>
            <ac:spMk id="4" creationId="{B310BEA8-9217-4C04-962E-065A63974FEB}"/>
          </ac:spMkLst>
        </pc:spChg>
        <pc:spChg chg="add del mod">
          <ac:chgData name="Ta Thi Kim Hue" userId="af176dfe-ebe0-47e4-99a4-e0f4d40f7313" providerId="ADAL" clId="{54FE70A6-63C1-4E11-969B-F1F522CE7CAE}" dt="2022-10-26T10:39:11.143" v="2752"/>
          <ac:spMkLst>
            <pc:docMk/>
            <pc:sldMk cId="4175955957" sldId="288"/>
            <ac:spMk id="6" creationId="{98F6DA48-2EBA-4D53-B9C7-9E6C69E11BD9}"/>
          </ac:spMkLst>
        </pc:spChg>
        <pc:spChg chg="add del mod">
          <ac:chgData name="Ta Thi Kim Hue" userId="af176dfe-ebe0-47e4-99a4-e0f4d40f7313" providerId="ADAL" clId="{54FE70A6-63C1-4E11-969B-F1F522CE7CAE}" dt="2022-10-26T10:39:19.423" v="2755"/>
          <ac:spMkLst>
            <pc:docMk/>
            <pc:sldMk cId="4175955957" sldId="288"/>
            <ac:spMk id="8" creationId="{AEEAD22A-ED2A-473C-A333-0BE7FA38B15E}"/>
          </ac:spMkLst>
        </pc:spChg>
        <pc:spChg chg="add del mod">
          <ac:chgData name="Ta Thi Kim Hue" userId="af176dfe-ebe0-47e4-99a4-e0f4d40f7313" providerId="ADAL" clId="{54FE70A6-63C1-4E11-969B-F1F522CE7CAE}" dt="2022-10-26T10:39:29.735" v="2757"/>
          <ac:spMkLst>
            <pc:docMk/>
            <pc:sldMk cId="4175955957" sldId="288"/>
            <ac:spMk id="11" creationId="{EA8A8C2C-28A3-41A5-9D0B-E818C03F8808}"/>
          </ac:spMkLst>
        </pc:spChg>
        <pc:spChg chg="add del mod">
          <ac:chgData name="Ta Thi Kim Hue" userId="af176dfe-ebe0-47e4-99a4-e0f4d40f7313" providerId="ADAL" clId="{54FE70A6-63C1-4E11-969B-F1F522CE7CAE}" dt="2022-10-26T10:39:45.807" v="2761"/>
          <ac:spMkLst>
            <pc:docMk/>
            <pc:sldMk cId="4175955957" sldId="288"/>
            <ac:spMk id="13" creationId="{51930781-BD9F-44BF-B66B-75882A5A3DDB}"/>
          </ac:spMkLst>
        </pc:spChg>
        <pc:graphicFrameChg chg="add del mod">
          <ac:chgData name="Ta Thi Kim Hue" userId="af176dfe-ebe0-47e4-99a4-e0f4d40f7313" providerId="ADAL" clId="{54FE70A6-63C1-4E11-969B-F1F522CE7CAE}" dt="2022-10-26T10:39:11.143" v="2752"/>
          <ac:graphicFrameMkLst>
            <pc:docMk/>
            <pc:sldMk cId="4175955957" sldId="288"/>
            <ac:graphicFrameMk id="5" creationId="{70C548C0-1AC9-499A-B3E9-A0CC4C2A1DB8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10:39:19.423" v="2755"/>
          <ac:graphicFrameMkLst>
            <pc:docMk/>
            <pc:sldMk cId="4175955957" sldId="288"/>
            <ac:graphicFrameMk id="7" creationId="{F726ECFE-667D-4B5E-AE06-5B551EDF4CE9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10:39:29.735" v="2757"/>
          <ac:graphicFrameMkLst>
            <pc:docMk/>
            <pc:sldMk cId="4175955957" sldId="288"/>
            <ac:graphicFrameMk id="9" creationId="{58438024-72E6-470A-9E26-083DAA9AA551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10:39:29.735" v="2757"/>
          <ac:graphicFrameMkLst>
            <pc:docMk/>
            <pc:sldMk cId="4175955957" sldId="288"/>
            <ac:graphicFrameMk id="10" creationId="{79F608BB-E003-4986-954D-F4B423F7B9F8}"/>
          </ac:graphicFrameMkLst>
        </pc:graphicFrameChg>
        <pc:graphicFrameChg chg="add del mod">
          <ac:chgData name="Ta Thi Kim Hue" userId="af176dfe-ebe0-47e4-99a4-e0f4d40f7313" providerId="ADAL" clId="{54FE70A6-63C1-4E11-969B-F1F522CE7CAE}" dt="2022-10-26T10:39:45.807" v="2761"/>
          <ac:graphicFrameMkLst>
            <pc:docMk/>
            <pc:sldMk cId="4175955957" sldId="288"/>
            <ac:graphicFrameMk id="12" creationId="{13928A80-7142-4A9D-962B-3CB3CF30B57E}"/>
          </ac:graphicFrameMkLst>
        </pc:graphicFrameChg>
      </pc:sldChg>
      <pc:sldChg chg="modSp new mod">
        <pc:chgData name="Ta Thi Kim Hue" userId="af176dfe-ebe0-47e4-99a4-e0f4d40f7313" providerId="ADAL" clId="{54FE70A6-63C1-4E11-969B-F1F522CE7CAE}" dt="2022-10-26T11:54:59.244" v="3312" actId="20577"/>
        <pc:sldMkLst>
          <pc:docMk/>
          <pc:sldMk cId="1578274839" sldId="289"/>
        </pc:sldMkLst>
        <pc:spChg chg="mod">
          <ac:chgData name="Ta Thi Kim Hue" userId="af176dfe-ebe0-47e4-99a4-e0f4d40f7313" providerId="ADAL" clId="{54FE70A6-63C1-4E11-969B-F1F522CE7CAE}" dt="2022-10-26T11:54:59.244" v="3312" actId="20577"/>
          <ac:spMkLst>
            <pc:docMk/>
            <pc:sldMk cId="1578274839" sldId="289"/>
            <ac:spMk id="3" creationId="{165A5BF4-201B-4CE9-A4EB-84B73A071661}"/>
          </ac:spMkLst>
        </pc:spChg>
      </pc:sldChg>
    </pc:docChg>
  </pc:docChgLst>
  <pc:docChgLst>
    <pc:chgData name="Ta Thi Kim Hue" userId="af176dfe-ebe0-47e4-99a4-e0f4d40f7313" providerId="ADAL" clId="{264C83AA-283C-D342-9895-92F40AF91AE0}"/>
    <pc:docChg chg="undo custSel addSld delSld modSld sldOrd">
      <pc:chgData name="Ta Thi Kim Hue" userId="af176dfe-ebe0-47e4-99a4-e0f4d40f7313" providerId="ADAL" clId="{264C83AA-283C-D342-9895-92F40AF91AE0}" dt="2022-10-03T17:25:56.322" v="351"/>
      <pc:docMkLst>
        <pc:docMk/>
      </pc:docMkLst>
      <pc:sldChg chg="addSp delSp modSp del mod">
        <pc:chgData name="Ta Thi Kim Hue" userId="af176dfe-ebe0-47e4-99a4-e0f4d40f7313" providerId="ADAL" clId="{264C83AA-283C-D342-9895-92F40AF91AE0}" dt="2022-10-03T17:18:29.436" v="204" actId="2696"/>
        <pc:sldMkLst>
          <pc:docMk/>
          <pc:sldMk cId="1234004128" sldId="256"/>
        </pc:sldMkLst>
        <pc:spChg chg="add del mod">
          <ac:chgData name="Ta Thi Kim Hue" userId="af176dfe-ebe0-47e4-99a4-e0f4d40f7313" providerId="ADAL" clId="{264C83AA-283C-D342-9895-92F40AF91AE0}" dt="2022-10-03T17:16:40.411" v="149"/>
          <ac:spMkLst>
            <pc:docMk/>
            <pc:sldMk cId="1234004128" sldId="256"/>
            <ac:spMk id="2" creationId="{1366DEBD-09B6-9B65-A818-F92272707176}"/>
          </ac:spMkLst>
        </pc:spChg>
      </pc:sldChg>
      <pc:sldChg chg="modSp mod">
        <pc:chgData name="Ta Thi Kim Hue" userId="af176dfe-ebe0-47e4-99a4-e0f4d40f7313" providerId="ADAL" clId="{264C83AA-283C-D342-9895-92F40AF91AE0}" dt="2022-10-03T17:16:38.018" v="147" actId="20577"/>
        <pc:sldMkLst>
          <pc:docMk/>
          <pc:sldMk cId="743172911" sldId="257"/>
        </pc:sldMkLst>
        <pc:spChg chg="mod">
          <ac:chgData name="Ta Thi Kim Hue" userId="af176dfe-ebe0-47e4-99a4-e0f4d40f7313" providerId="ADAL" clId="{264C83AA-283C-D342-9895-92F40AF91AE0}" dt="2022-10-03T17:16:21.154" v="74" actId="20577"/>
          <ac:spMkLst>
            <pc:docMk/>
            <pc:sldMk cId="743172911" sldId="257"/>
            <ac:spMk id="11" creationId="{FF8BDF70-CFA6-4031-86B7-31F910D8115D}"/>
          </ac:spMkLst>
        </pc:spChg>
        <pc:spChg chg="mod">
          <ac:chgData name="Ta Thi Kim Hue" userId="af176dfe-ebe0-47e4-99a4-e0f4d40f7313" providerId="ADAL" clId="{264C83AA-283C-D342-9895-92F40AF91AE0}" dt="2022-10-03T17:16:38.018" v="147" actId="20577"/>
          <ac:spMkLst>
            <pc:docMk/>
            <pc:sldMk cId="743172911" sldId="257"/>
            <ac:spMk id="12" creationId="{A4ACF486-B7D8-4A5A-B633-83527A2F99E2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260"/>
        </pc:sldMkLst>
      </pc:sldChg>
      <pc:sldChg chg="addSp modSp mod">
        <pc:chgData name="Ta Thi Kim Hue" userId="af176dfe-ebe0-47e4-99a4-e0f4d40f7313" providerId="ADAL" clId="{264C83AA-283C-D342-9895-92F40AF91AE0}" dt="2022-10-03T17:24:25.193" v="340"/>
        <pc:sldMkLst>
          <pc:docMk/>
          <pc:sldMk cId="64084651" sldId="261"/>
        </pc:sldMkLst>
        <pc:spChg chg="mod">
          <ac:chgData name="Ta Thi Kim Hue" userId="af176dfe-ebe0-47e4-99a4-e0f4d40f7313" providerId="ADAL" clId="{264C83AA-283C-D342-9895-92F40AF91AE0}" dt="2022-10-03T17:24:12.207" v="339"/>
          <ac:spMkLst>
            <pc:docMk/>
            <pc:sldMk cId="64084651" sldId="261"/>
            <ac:spMk id="2" creationId="{4FB6CB3A-046A-4C56-A02D-DBF672421CAF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8" creationId="{2CED3D2A-4DEB-5DDF-3DE8-A3DD973D13D9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9" creationId="{A9EB812F-DB14-932B-7D0F-23B7CB00A611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0" creationId="{AA7DF8C4-FAD6-C2ED-11ED-10F896DF8D8B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1" creationId="{399A4CD7-BD25-2D8D-EAD3-AD9764B18495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2" creationId="{641F85B2-D301-0025-1EC0-4A102E66A3BD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3" creationId="{C4930B0C-02AF-17F0-8ED8-7F7D32837739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4" creationId="{25EFF988-512F-849E-9401-13B7F1A1DB3A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5" creationId="{D0254313-AC68-6672-DCE1-F732E2CED08F}"/>
          </ac:spMkLst>
        </pc:spChg>
        <pc:spChg chg="add mod">
          <ac:chgData name="Ta Thi Kim Hue" userId="af176dfe-ebe0-47e4-99a4-e0f4d40f7313" providerId="ADAL" clId="{264C83AA-283C-D342-9895-92F40AF91AE0}" dt="2022-10-03T17:24:25.193" v="340"/>
          <ac:spMkLst>
            <pc:docMk/>
            <pc:sldMk cId="64084651" sldId="261"/>
            <ac:spMk id="16" creationId="{BACEC70C-C9A9-0D8A-E565-7F410407855A}"/>
          </ac:spMkLst>
        </pc:spChg>
        <pc:picChg chg="add mod">
          <ac:chgData name="Ta Thi Kim Hue" userId="af176dfe-ebe0-47e4-99a4-e0f4d40f7313" providerId="ADAL" clId="{264C83AA-283C-D342-9895-92F40AF91AE0}" dt="2022-10-03T17:24:25.193" v="340"/>
          <ac:picMkLst>
            <pc:docMk/>
            <pc:sldMk cId="64084651" sldId="261"/>
            <ac:picMk id="6" creationId="{AA389299-FCA5-90F0-0B96-36DAA1F047A9}"/>
          </ac:picMkLst>
        </pc:picChg>
        <pc:picChg chg="add mod">
          <ac:chgData name="Ta Thi Kim Hue" userId="af176dfe-ebe0-47e4-99a4-e0f4d40f7313" providerId="ADAL" clId="{264C83AA-283C-D342-9895-92F40AF91AE0}" dt="2022-10-03T17:24:25.193" v="340"/>
          <ac:picMkLst>
            <pc:docMk/>
            <pc:sldMk cId="64084651" sldId="261"/>
            <ac:picMk id="7" creationId="{E91ADEC5-1F17-26D8-4584-02194CA86C2F}"/>
          </ac:picMkLst>
        </pc:picChg>
      </pc:sldChg>
      <pc:sldChg chg="addSp delSp modSp mod">
        <pc:chgData name="Ta Thi Kim Hue" userId="af176dfe-ebe0-47e4-99a4-e0f4d40f7313" providerId="ADAL" clId="{264C83AA-283C-D342-9895-92F40AF91AE0}" dt="2022-10-03T17:17:47.960" v="181"/>
        <pc:sldMkLst>
          <pc:docMk/>
          <pc:sldMk cId="292364014" sldId="265"/>
        </pc:sldMkLst>
        <pc:spChg chg="mod">
          <ac:chgData name="Ta Thi Kim Hue" userId="af176dfe-ebe0-47e4-99a4-e0f4d40f7313" providerId="ADAL" clId="{264C83AA-283C-D342-9895-92F40AF91AE0}" dt="2022-10-03T17:16:57.794" v="176" actId="20577"/>
          <ac:spMkLst>
            <pc:docMk/>
            <pc:sldMk cId="292364014" sldId="265"/>
            <ac:spMk id="3" creationId="{9EF27CAA-32BA-4E6B-B8C0-1A481E08E81D}"/>
          </ac:spMkLst>
        </pc:spChg>
        <pc:spChg chg="add del mod">
          <ac:chgData name="Ta Thi Kim Hue" userId="af176dfe-ebe0-47e4-99a4-e0f4d40f7313" providerId="ADAL" clId="{264C83AA-283C-D342-9895-92F40AF91AE0}" dt="2022-10-03T17:17:47.960" v="181"/>
          <ac:spMkLst>
            <pc:docMk/>
            <pc:sldMk cId="292364014" sldId="265"/>
            <ac:spMk id="5" creationId="{BC5D2794-FD28-3777-DC3D-26291773B0A8}"/>
          </ac:spMkLst>
        </pc:spChg>
        <pc:spChg chg="add del mod">
          <ac:chgData name="Ta Thi Kim Hue" userId="af176dfe-ebe0-47e4-99a4-e0f4d40f7313" providerId="ADAL" clId="{264C83AA-283C-D342-9895-92F40AF91AE0}" dt="2022-10-03T17:17:47.960" v="181"/>
          <ac:spMkLst>
            <pc:docMk/>
            <pc:sldMk cId="292364014" sldId="265"/>
            <ac:spMk id="7" creationId="{07072566-5420-5F8C-C9DC-ABF9EA7396E1}"/>
          </ac:spMkLst>
        </pc:spChg>
        <pc:spChg chg="add del mod">
          <ac:chgData name="Ta Thi Kim Hue" userId="af176dfe-ebe0-47e4-99a4-e0f4d40f7313" providerId="ADAL" clId="{264C83AA-283C-D342-9895-92F40AF91AE0}" dt="2022-10-03T17:17:47.960" v="181"/>
          <ac:spMkLst>
            <pc:docMk/>
            <pc:sldMk cId="292364014" sldId="265"/>
            <ac:spMk id="9" creationId="{4D3779C5-E4EA-F2E1-1481-26E2D4835008}"/>
          </ac:spMkLst>
        </pc:spChg>
        <pc:picChg chg="add del mod">
          <ac:chgData name="Ta Thi Kim Hue" userId="af176dfe-ebe0-47e4-99a4-e0f4d40f7313" providerId="ADAL" clId="{264C83AA-283C-D342-9895-92F40AF91AE0}" dt="2022-10-03T17:17:47.960" v="181"/>
          <ac:picMkLst>
            <pc:docMk/>
            <pc:sldMk cId="292364014" sldId="265"/>
            <ac:picMk id="10" creationId="{FFDCC639-8CD8-703A-9A32-E81EF93021CE}"/>
          </ac:picMkLst>
        </pc:picChg>
        <pc:inkChg chg="add del mod">
          <ac:chgData name="Ta Thi Kim Hue" userId="af176dfe-ebe0-47e4-99a4-e0f4d40f7313" providerId="ADAL" clId="{264C83AA-283C-D342-9895-92F40AF91AE0}" dt="2022-10-03T17:17:47.960" v="181"/>
          <ac:inkMkLst>
            <pc:docMk/>
            <pc:sldMk cId="292364014" sldId="265"/>
            <ac:inkMk id="8" creationId="{05510D8F-4CF3-8809-9870-4FAC8EFAA5D3}"/>
          </ac:inkMkLst>
        </pc:inkChg>
        <pc:cxnChg chg="add del mod">
          <ac:chgData name="Ta Thi Kim Hue" userId="af176dfe-ebe0-47e4-99a4-e0f4d40f7313" providerId="ADAL" clId="{264C83AA-283C-D342-9895-92F40AF91AE0}" dt="2022-10-03T17:17:47.960" v="181"/>
          <ac:cxnSpMkLst>
            <pc:docMk/>
            <pc:sldMk cId="292364014" sldId="265"/>
            <ac:cxnSpMk id="6" creationId="{6CBDACC7-2B03-14BD-A4C0-946688C1E331}"/>
          </ac:cxnSpMkLst>
        </pc:cxnChg>
      </pc:sldChg>
      <pc:sldChg chg="addSp modSp mod">
        <pc:chgData name="Ta Thi Kim Hue" userId="af176dfe-ebe0-47e4-99a4-e0f4d40f7313" providerId="ADAL" clId="{264C83AA-283C-D342-9895-92F40AF91AE0}" dt="2022-10-03T17:25:04.447" v="342"/>
        <pc:sldMkLst>
          <pc:docMk/>
          <pc:sldMk cId="2751358436" sldId="266"/>
        </pc:sldMkLst>
        <pc:spChg chg="mod">
          <ac:chgData name="Ta Thi Kim Hue" userId="af176dfe-ebe0-47e4-99a4-e0f4d40f7313" providerId="ADAL" clId="{264C83AA-283C-D342-9895-92F40AF91AE0}" dt="2022-10-03T17:24:48.588" v="341"/>
          <ac:spMkLst>
            <pc:docMk/>
            <pc:sldMk cId="2751358436" sldId="266"/>
            <ac:spMk id="3" creationId="{F39C6F49-1887-4BE4-A583-FB79B8A22935}"/>
          </ac:spMkLst>
        </pc:spChg>
        <pc:spChg chg="add 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5" creationId="{87E2A918-3C22-94EC-20BC-F6B770A0EEBF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7" creationId="{7CA85143-B018-F740-418F-ADDE59ECAAAE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8" creationId="{11FA7651-D6A0-BAD2-F77C-6703848E52FE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9" creationId="{17F9A2EB-827C-82FD-4084-A4B0A2F81657}"/>
          </ac:spMkLst>
        </pc:spChg>
        <pc:spChg chg="add 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0" creationId="{39FA5B79-7555-7666-D05C-703633343E71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2" creationId="{BE35C65F-4C28-B49C-0D25-3A893FDE9B2D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3" creationId="{D5B5670F-6C46-3D43-9E14-B378AF676911}"/>
          </ac:spMkLst>
        </pc:spChg>
        <pc:spChg chg="add 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4" creationId="{3C074F58-C3A7-8201-6774-01232066440B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6" creationId="{DE821C81-2E51-1D3A-7FA1-D380ACFDBEFB}"/>
          </ac:spMkLst>
        </pc:spChg>
        <pc:spChg chg="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7" creationId="{751017C4-DD77-7B67-1CE9-DAE699BF3FF8}"/>
          </ac:spMkLst>
        </pc:spChg>
        <pc:spChg chg="add 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8" creationId="{14803788-A22A-0A52-CEC2-E2633CF4F928}"/>
          </ac:spMkLst>
        </pc:spChg>
        <pc:spChg chg="add mod">
          <ac:chgData name="Ta Thi Kim Hue" userId="af176dfe-ebe0-47e4-99a4-e0f4d40f7313" providerId="ADAL" clId="{264C83AA-283C-D342-9895-92F40AF91AE0}" dt="2022-10-03T17:25:04.447" v="342"/>
          <ac:spMkLst>
            <pc:docMk/>
            <pc:sldMk cId="2751358436" sldId="266"/>
            <ac:spMk id="19" creationId="{79A88A87-5D16-136A-4AF5-3A8942A0FEC9}"/>
          </ac:spMkLst>
        </pc:spChg>
        <pc:grpChg chg="add mod">
          <ac:chgData name="Ta Thi Kim Hue" userId="af176dfe-ebe0-47e4-99a4-e0f4d40f7313" providerId="ADAL" clId="{264C83AA-283C-D342-9895-92F40AF91AE0}" dt="2022-10-03T17:25:04.447" v="342"/>
          <ac:grpSpMkLst>
            <pc:docMk/>
            <pc:sldMk cId="2751358436" sldId="266"/>
            <ac:grpSpMk id="6" creationId="{ABC11113-D102-1CC0-6D70-6924972BA30C}"/>
          </ac:grpSpMkLst>
        </pc:grpChg>
        <pc:grpChg chg="add mod">
          <ac:chgData name="Ta Thi Kim Hue" userId="af176dfe-ebe0-47e4-99a4-e0f4d40f7313" providerId="ADAL" clId="{264C83AA-283C-D342-9895-92F40AF91AE0}" dt="2022-10-03T17:25:04.447" v="342"/>
          <ac:grpSpMkLst>
            <pc:docMk/>
            <pc:sldMk cId="2751358436" sldId="266"/>
            <ac:grpSpMk id="11" creationId="{07F7696C-C74C-3EA0-240F-1178C92127E6}"/>
          </ac:grpSpMkLst>
        </pc:grpChg>
        <pc:grpChg chg="add mod">
          <ac:chgData name="Ta Thi Kim Hue" userId="af176dfe-ebe0-47e4-99a4-e0f4d40f7313" providerId="ADAL" clId="{264C83AA-283C-D342-9895-92F40AF91AE0}" dt="2022-10-03T17:25:04.447" v="342"/>
          <ac:grpSpMkLst>
            <pc:docMk/>
            <pc:sldMk cId="2751358436" sldId="266"/>
            <ac:grpSpMk id="15" creationId="{0234BF95-87BF-A76D-7AE9-4C4621F0F4EC}"/>
          </ac:grpSpMkLst>
        </pc:grpChg>
      </pc:sldChg>
      <pc:sldChg chg="addSp delSp modSp new mod">
        <pc:chgData name="Ta Thi Kim Hue" userId="af176dfe-ebe0-47e4-99a4-e0f4d40f7313" providerId="ADAL" clId="{264C83AA-283C-D342-9895-92F40AF91AE0}" dt="2022-10-03T17:22:52.601" v="305" actId="1076"/>
        <pc:sldMkLst>
          <pc:docMk/>
          <pc:sldMk cId="4020901606" sldId="270"/>
        </pc:sldMkLst>
        <pc:spChg chg="mod">
          <ac:chgData name="Ta Thi Kim Hue" userId="af176dfe-ebe0-47e4-99a4-e0f4d40f7313" providerId="ADAL" clId="{264C83AA-283C-D342-9895-92F40AF91AE0}" dt="2022-10-03T17:21:13.511" v="291" actId="20577"/>
          <ac:spMkLst>
            <pc:docMk/>
            <pc:sldMk cId="4020901606" sldId="270"/>
            <ac:spMk id="3" creationId="{1FB47786-FE68-2EC5-A77D-3A4EEBB3A333}"/>
          </ac:spMkLst>
        </pc:spChg>
        <pc:spChg chg="del">
          <ac:chgData name="Ta Thi Kim Hue" userId="af176dfe-ebe0-47e4-99a4-e0f4d40f7313" providerId="ADAL" clId="{264C83AA-283C-D342-9895-92F40AF91AE0}" dt="2022-10-03T17:22:03.131" v="297" actId="478"/>
          <ac:spMkLst>
            <pc:docMk/>
            <pc:sldMk cId="4020901606" sldId="270"/>
            <ac:spMk id="4" creationId="{24D34497-9E48-4769-8BD4-D69810305163}"/>
          </ac:spMkLst>
        </pc:spChg>
        <pc:spChg chg="add mod">
          <ac:chgData name="Ta Thi Kim Hue" userId="af176dfe-ebe0-47e4-99a4-e0f4d40f7313" providerId="ADAL" clId="{264C83AA-283C-D342-9895-92F40AF91AE0}" dt="2022-10-03T17:21:27.992" v="292"/>
          <ac:spMkLst>
            <pc:docMk/>
            <pc:sldMk cId="4020901606" sldId="270"/>
            <ac:spMk id="5" creationId="{6EE8FBD2-0DAF-F40B-778C-2133DFEFD3DF}"/>
          </ac:spMkLst>
        </pc:spChg>
        <pc:spChg chg="add mod">
          <ac:chgData name="Ta Thi Kim Hue" userId="af176dfe-ebe0-47e4-99a4-e0f4d40f7313" providerId="ADAL" clId="{264C83AA-283C-D342-9895-92F40AF91AE0}" dt="2022-10-03T17:22:52.601" v="305" actId="1076"/>
          <ac:spMkLst>
            <pc:docMk/>
            <pc:sldMk cId="4020901606" sldId="270"/>
            <ac:spMk id="6" creationId="{9A702C2B-72FC-2472-939F-FE4B24E01333}"/>
          </ac:spMkLst>
        </pc:spChg>
        <pc:spChg chg="add mod">
          <ac:chgData name="Ta Thi Kim Hue" userId="af176dfe-ebe0-47e4-99a4-e0f4d40f7313" providerId="ADAL" clId="{264C83AA-283C-D342-9895-92F40AF91AE0}" dt="2022-10-03T17:21:27.992" v="292"/>
          <ac:spMkLst>
            <pc:docMk/>
            <pc:sldMk cId="4020901606" sldId="270"/>
            <ac:spMk id="7" creationId="{5E2BFD4B-0F3A-59CC-F237-5333DF9C9708}"/>
          </ac:spMkLst>
        </pc:spChg>
        <pc:spChg chg="add mod">
          <ac:chgData name="Ta Thi Kim Hue" userId="af176dfe-ebe0-47e4-99a4-e0f4d40f7313" providerId="ADAL" clId="{264C83AA-283C-D342-9895-92F40AF91AE0}" dt="2022-10-03T17:22:50.559" v="304" actId="1076"/>
          <ac:spMkLst>
            <pc:docMk/>
            <pc:sldMk cId="4020901606" sldId="270"/>
            <ac:spMk id="8" creationId="{7DB16530-A929-8525-E399-8BBDC04FC6D2}"/>
          </ac:spMkLst>
        </pc:spChg>
        <pc:spChg chg="add mod">
          <ac:chgData name="Ta Thi Kim Hue" userId="af176dfe-ebe0-47e4-99a4-e0f4d40f7313" providerId="ADAL" clId="{264C83AA-283C-D342-9895-92F40AF91AE0}" dt="2022-10-03T17:22:48.413" v="303" actId="1076"/>
          <ac:spMkLst>
            <pc:docMk/>
            <pc:sldMk cId="4020901606" sldId="270"/>
            <ac:spMk id="9" creationId="{9DED8F4A-5DC1-5AE6-915E-69D49B0BCDCD}"/>
          </ac:spMkLst>
        </pc:spChg>
        <pc:spChg chg="add del mod">
          <ac:chgData name="Ta Thi Kim Hue" userId="af176dfe-ebe0-47e4-99a4-e0f4d40f7313" providerId="ADAL" clId="{264C83AA-283C-D342-9895-92F40AF91AE0}" dt="2022-10-03T17:21:38.595" v="294"/>
          <ac:spMkLst>
            <pc:docMk/>
            <pc:sldMk cId="4020901606" sldId="270"/>
            <ac:spMk id="10" creationId="{6CE29D4A-BA26-6C49-100B-D924300B695B}"/>
          </ac:spMkLst>
        </pc:spChg>
        <pc:spChg chg="add del mod">
          <ac:chgData name="Ta Thi Kim Hue" userId="af176dfe-ebe0-47e4-99a4-e0f4d40f7313" providerId="ADAL" clId="{264C83AA-283C-D342-9895-92F40AF91AE0}" dt="2022-10-03T17:21:38.595" v="294"/>
          <ac:spMkLst>
            <pc:docMk/>
            <pc:sldMk cId="4020901606" sldId="270"/>
            <ac:spMk id="11" creationId="{A14C3352-CF0B-C5B8-0344-C9D59AF1DBDF}"/>
          </ac:spMkLst>
        </pc:spChg>
        <pc:spChg chg="add del mod">
          <ac:chgData name="Ta Thi Kim Hue" userId="af176dfe-ebe0-47e4-99a4-e0f4d40f7313" providerId="ADAL" clId="{264C83AA-283C-D342-9895-92F40AF91AE0}" dt="2022-10-03T17:21:38.595" v="294"/>
          <ac:spMkLst>
            <pc:docMk/>
            <pc:sldMk cId="4020901606" sldId="270"/>
            <ac:spMk id="12" creationId="{50824179-0078-BECC-239E-363AE361B74F}"/>
          </ac:spMkLst>
        </pc:spChg>
        <pc:spChg chg="add del mod">
          <ac:chgData name="Ta Thi Kim Hue" userId="af176dfe-ebe0-47e4-99a4-e0f4d40f7313" providerId="ADAL" clId="{264C83AA-283C-D342-9895-92F40AF91AE0}" dt="2022-10-03T17:21:38.595" v="294"/>
          <ac:spMkLst>
            <pc:docMk/>
            <pc:sldMk cId="4020901606" sldId="270"/>
            <ac:spMk id="13" creationId="{E7B5BB0B-BECF-23D4-506F-854CD3DB5D70}"/>
          </ac:spMkLst>
        </pc:spChg>
        <pc:spChg chg="add del mod">
          <ac:chgData name="Ta Thi Kim Hue" userId="af176dfe-ebe0-47e4-99a4-e0f4d40f7313" providerId="ADAL" clId="{264C83AA-283C-D342-9895-92F40AF91AE0}" dt="2022-10-03T17:21:38.595" v="294"/>
          <ac:spMkLst>
            <pc:docMk/>
            <pc:sldMk cId="4020901606" sldId="270"/>
            <ac:spMk id="14" creationId="{30DC2A48-0DE2-536E-3A98-32A3E2FC43F8}"/>
          </ac:spMkLst>
        </pc:spChg>
        <pc:spChg chg="add del mod">
          <ac:chgData name="Ta Thi Kim Hue" userId="af176dfe-ebe0-47e4-99a4-e0f4d40f7313" providerId="ADAL" clId="{264C83AA-283C-D342-9895-92F40AF91AE0}" dt="2022-10-03T17:21:45.437" v="296"/>
          <ac:spMkLst>
            <pc:docMk/>
            <pc:sldMk cId="4020901606" sldId="270"/>
            <ac:spMk id="15" creationId="{ED07C36B-E328-BCC2-D06D-7F5330BAC048}"/>
          </ac:spMkLst>
        </pc:spChg>
        <pc:spChg chg="add del mod">
          <ac:chgData name="Ta Thi Kim Hue" userId="af176dfe-ebe0-47e4-99a4-e0f4d40f7313" providerId="ADAL" clId="{264C83AA-283C-D342-9895-92F40AF91AE0}" dt="2022-10-03T17:21:45.437" v="296"/>
          <ac:spMkLst>
            <pc:docMk/>
            <pc:sldMk cId="4020901606" sldId="270"/>
            <ac:spMk id="16" creationId="{62019D1B-1380-FF9C-A6DC-A4C304820085}"/>
          </ac:spMkLst>
        </pc:spChg>
        <pc:spChg chg="add del mod">
          <ac:chgData name="Ta Thi Kim Hue" userId="af176dfe-ebe0-47e4-99a4-e0f4d40f7313" providerId="ADAL" clId="{264C83AA-283C-D342-9895-92F40AF91AE0}" dt="2022-10-03T17:21:45.437" v="296"/>
          <ac:spMkLst>
            <pc:docMk/>
            <pc:sldMk cId="4020901606" sldId="270"/>
            <ac:spMk id="17" creationId="{148EF5F3-0D2A-B59D-4443-9452C6CA6CA9}"/>
          </ac:spMkLst>
        </pc:spChg>
        <pc:spChg chg="add del mod">
          <ac:chgData name="Ta Thi Kim Hue" userId="af176dfe-ebe0-47e4-99a4-e0f4d40f7313" providerId="ADAL" clId="{264C83AA-283C-D342-9895-92F40AF91AE0}" dt="2022-10-03T17:21:45.437" v="296"/>
          <ac:spMkLst>
            <pc:docMk/>
            <pc:sldMk cId="4020901606" sldId="270"/>
            <ac:spMk id="18" creationId="{2B384C12-8323-B4E0-0339-761277DA5224}"/>
          </ac:spMkLst>
        </pc:spChg>
        <pc:spChg chg="add del mod">
          <ac:chgData name="Ta Thi Kim Hue" userId="af176dfe-ebe0-47e4-99a4-e0f4d40f7313" providerId="ADAL" clId="{264C83AA-283C-D342-9895-92F40AF91AE0}" dt="2022-10-03T17:21:45.437" v="296"/>
          <ac:spMkLst>
            <pc:docMk/>
            <pc:sldMk cId="4020901606" sldId="270"/>
            <ac:spMk id="19" creationId="{F513ECF6-E768-C80D-CE35-70C26DFF8C2A}"/>
          </ac:spMkLst>
        </pc:spChg>
        <pc:spChg chg="add del mod">
          <ac:chgData name="Ta Thi Kim Hue" userId="af176dfe-ebe0-47e4-99a4-e0f4d40f7313" providerId="ADAL" clId="{264C83AA-283C-D342-9895-92F40AF91AE0}" dt="2022-10-03T17:22:07.736" v="300"/>
          <ac:spMkLst>
            <pc:docMk/>
            <pc:sldMk cId="4020901606" sldId="270"/>
            <ac:spMk id="20" creationId="{32A02944-644F-6475-8E2F-7A2099809B40}"/>
          </ac:spMkLst>
        </pc:spChg>
        <pc:spChg chg="add mod">
          <ac:chgData name="Ta Thi Kim Hue" userId="af176dfe-ebe0-47e4-99a4-e0f4d40f7313" providerId="ADAL" clId="{264C83AA-283C-D342-9895-92F40AF91AE0}" dt="2022-10-03T17:22:45.002" v="302" actId="1076"/>
          <ac:spMkLst>
            <pc:docMk/>
            <pc:sldMk cId="4020901606" sldId="270"/>
            <ac:spMk id="21" creationId="{9E8D3C19-6A47-2D40-BE78-AF6A5C73C840}"/>
          </ac:spMkLst>
        </pc:spChg>
      </pc:sldChg>
      <pc:sldChg chg="addSp modSp new mod ord">
        <pc:chgData name="Ta Thi Kim Hue" userId="af176dfe-ebe0-47e4-99a4-e0f4d40f7313" providerId="ADAL" clId="{264C83AA-283C-D342-9895-92F40AF91AE0}" dt="2022-10-03T17:20:54.593" v="233" actId="1076"/>
        <pc:sldMkLst>
          <pc:docMk/>
          <pc:sldMk cId="2807437432" sldId="271"/>
        </pc:sldMkLst>
        <pc:spChg chg="mod">
          <ac:chgData name="Ta Thi Kim Hue" userId="af176dfe-ebe0-47e4-99a4-e0f4d40f7313" providerId="ADAL" clId="{264C83AA-283C-D342-9895-92F40AF91AE0}" dt="2022-10-03T17:19:32.924" v="227"/>
          <ac:spMkLst>
            <pc:docMk/>
            <pc:sldMk cId="2807437432" sldId="271"/>
            <ac:spMk id="3" creationId="{FA9C54B2-8633-86DF-2C67-964FCB38990F}"/>
          </ac:spMkLst>
        </pc:spChg>
        <pc:picChg chg="add mod">
          <ac:chgData name="Ta Thi Kim Hue" userId="af176dfe-ebe0-47e4-99a4-e0f4d40f7313" providerId="ADAL" clId="{264C83AA-283C-D342-9895-92F40AF91AE0}" dt="2022-10-03T17:20:54.593" v="233" actId="1076"/>
          <ac:picMkLst>
            <pc:docMk/>
            <pc:sldMk cId="2807437432" sldId="271"/>
            <ac:picMk id="5" creationId="{A2CF5FE7-1852-F5A8-8524-BC56BE4AFD3F}"/>
          </ac:picMkLst>
        </pc:picChg>
        <pc:picChg chg="add mod">
          <ac:chgData name="Ta Thi Kim Hue" userId="af176dfe-ebe0-47e4-99a4-e0f4d40f7313" providerId="ADAL" clId="{264C83AA-283C-D342-9895-92F40AF91AE0}" dt="2022-10-03T17:20:52.439" v="232" actId="1076"/>
          <ac:picMkLst>
            <pc:docMk/>
            <pc:sldMk cId="2807437432" sldId="271"/>
            <ac:picMk id="6" creationId="{6055062C-DE49-D321-64C3-158097A88D38}"/>
          </ac:picMkLst>
        </pc:picChg>
        <pc:picChg chg="add mod">
          <ac:chgData name="Ta Thi Kim Hue" userId="af176dfe-ebe0-47e4-99a4-e0f4d40f7313" providerId="ADAL" clId="{264C83AA-283C-D342-9895-92F40AF91AE0}" dt="2022-10-03T17:20:48.723" v="230" actId="1076"/>
          <ac:picMkLst>
            <pc:docMk/>
            <pc:sldMk cId="2807437432" sldId="271"/>
            <ac:picMk id="7" creationId="{32199472-9BAD-6BA6-A8EE-D619611F8347}"/>
          </ac:picMkLst>
        </pc:picChg>
        <pc:picChg chg="add mod">
          <ac:chgData name="Ta Thi Kim Hue" userId="af176dfe-ebe0-47e4-99a4-e0f4d40f7313" providerId="ADAL" clId="{264C83AA-283C-D342-9895-92F40AF91AE0}" dt="2022-10-03T17:20:50.381" v="231" actId="1076"/>
          <ac:picMkLst>
            <pc:docMk/>
            <pc:sldMk cId="2807437432" sldId="271"/>
            <ac:picMk id="8" creationId="{51F43283-7EF9-5CAB-92A7-C5EF9B8A91B8}"/>
          </ac:picMkLst>
        </pc:picChg>
      </pc:sldChg>
      <pc:sldChg chg="addSp modSp new mod">
        <pc:chgData name="Ta Thi Kim Hue" userId="af176dfe-ebe0-47e4-99a4-e0f4d40f7313" providerId="ADAL" clId="{264C83AA-283C-D342-9895-92F40AF91AE0}" dt="2022-10-03T17:23:58.430" v="338" actId="1076"/>
        <pc:sldMkLst>
          <pc:docMk/>
          <pc:sldMk cId="1774508242" sldId="272"/>
        </pc:sldMkLst>
        <pc:spChg chg="mod">
          <ac:chgData name="Ta Thi Kim Hue" userId="af176dfe-ebe0-47e4-99a4-e0f4d40f7313" providerId="ADAL" clId="{264C83AA-283C-D342-9895-92F40AF91AE0}" dt="2022-10-03T17:23:07.385" v="330" actId="20577"/>
          <ac:spMkLst>
            <pc:docMk/>
            <pc:sldMk cId="1774508242" sldId="272"/>
            <ac:spMk id="3" creationId="{1F45D4C6-39F8-D101-8666-4DC0937F314A}"/>
          </ac:spMkLst>
        </pc:spChg>
        <pc:spChg chg="add mod">
          <ac:chgData name="Ta Thi Kim Hue" userId="af176dfe-ebe0-47e4-99a4-e0f4d40f7313" providerId="ADAL" clId="{264C83AA-283C-D342-9895-92F40AF91AE0}" dt="2022-10-03T17:23:19.469" v="332" actId="1076"/>
          <ac:spMkLst>
            <pc:docMk/>
            <pc:sldMk cId="1774508242" sldId="272"/>
            <ac:spMk id="5" creationId="{819E1B58-662D-6B69-651C-946B1B6B309C}"/>
          </ac:spMkLst>
        </pc:spChg>
        <pc:spChg chg="add mod">
          <ac:chgData name="Ta Thi Kim Hue" userId="af176dfe-ebe0-47e4-99a4-e0f4d40f7313" providerId="ADAL" clId="{264C83AA-283C-D342-9895-92F40AF91AE0}" dt="2022-10-03T17:23:52.023" v="336" actId="1076"/>
          <ac:spMkLst>
            <pc:docMk/>
            <pc:sldMk cId="1774508242" sldId="272"/>
            <ac:spMk id="8" creationId="{68CAF5E7-9642-BD56-9DD1-8ED98764F227}"/>
          </ac:spMkLst>
        </pc:spChg>
        <pc:spChg chg="add mod">
          <ac:chgData name="Ta Thi Kim Hue" userId="af176dfe-ebe0-47e4-99a4-e0f4d40f7313" providerId="ADAL" clId="{264C83AA-283C-D342-9895-92F40AF91AE0}" dt="2022-10-03T17:23:58.430" v="338" actId="1076"/>
          <ac:spMkLst>
            <pc:docMk/>
            <pc:sldMk cId="1774508242" sldId="272"/>
            <ac:spMk id="9" creationId="{81238C8C-CCD8-B9A0-1980-21C74A2E56A8}"/>
          </ac:spMkLst>
        </pc:spChg>
        <pc:spChg chg="add mod">
          <ac:chgData name="Ta Thi Kim Hue" userId="af176dfe-ebe0-47e4-99a4-e0f4d40f7313" providerId="ADAL" clId="{264C83AA-283C-D342-9895-92F40AF91AE0}" dt="2022-10-03T17:23:19.469" v="332" actId="1076"/>
          <ac:spMkLst>
            <pc:docMk/>
            <pc:sldMk cId="1774508242" sldId="272"/>
            <ac:spMk id="10" creationId="{BE9516AE-3C9E-9521-B511-4FCA844FB2A5}"/>
          </ac:spMkLst>
        </pc:spChg>
        <pc:picChg chg="add mod">
          <ac:chgData name="Ta Thi Kim Hue" userId="af176dfe-ebe0-47e4-99a4-e0f4d40f7313" providerId="ADAL" clId="{264C83AA-283C-D342-9895-92F40AF91AE0}" dt="2022-10-03T17:23:50.237" v="335" actId="1076"/>
          <ac:picMkLst>
            <pc:docMk/>
            <pc:sldMk cId="1774508242" sldId="272"/>
            <ac:picMk id="6" creationId="{6EB10C4B-A158-B4B8-BBDB-03E2B17A0AAC}"/>
          </ac:picMkLst>
        </pc:picChg>
        <pc:picChg chg="add mod">
          <ac:chgData name="Ta Thi Kim Hue" userId="af176dfe-ebe0-47e4-99a4-e0f4d40f7313" providerId="ADAL" clId="{264C83AA-283C-D342-9895-92F40AF91AE0}" dt="2022-10-03T17:23:53.632" v="337" actId="1076"/>
          <ac:picMkLst>
            <pc:docMk/>
            <pc:sldMk cId="1774508242" sldId="272"/>
            <ac:picMk id="7" creationId="{FE482EC2-72D7-AF69-9A3A-D5DFF5F076BC}"/>
          </ac:picMkLst>
        </pc:picChg>
      </pc:sldChg>
      <pc:sldChg chg="addSp modSp new mod">
        <pc:chgData name="Ta Thi Kim Hue" userId="af176dfe-ebe0-47e4-99a4-e0f4d40f7313" providerId="ADAL" clId="{264C83AA-283C-D342-9895-92F40AF91AE0}" dt="2022-10-03T17:25:56.322" v="351"/>
        <pc:sldMkLst>
          <pc:docMk/>
          <pc:sldMk cId="1132699619" sldId="273"/>
        </pc:sldMkLst>
        <pc:spChg chg="mod">
          <ac:chgData name="Ta Thi Kim Hue" userId="af176dfe-ebe0-47e4-99a4-e0f4d40f7313" providerId="ADAL" clId="{264C83AA-283C-D342-9895-92F40AF91AE0}" dt="2022-10-03T17:25:38.920" v="350"/>
          <ac:spMkLst>
            <pc:docMk/>
            <pc:sldMk cId="1132699619" sldId="273"/>
            <ac:spMk id="3" creationId="{88C65B9E-D23B-3F07-106D-1749312B39A3}"/>
          </ac:spMkLst>
        </pc:spChg>
        <pc:spChg chg="add 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5" creationId="{4B404572-5298-8AB1-2D91-5E3E29F5FA04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7" creationId="{8AA8C27B-23D8-F92B-8C33-DD2122E32796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8" creationId="{98DB51D0-5BA7-7BD4-05E9-F4427BD802EE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9" creationId="{FE8D6FA8-B885-B27F-1B43-D64AEEB59FB2}"/>
          </ac:spMkLst>
        </pc:spChg>
        <pc:spChg chg="add 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0" creationId="{722E1EE3-CB41-E526-F0C7-031D0F429283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2" creationId="{18CB2FAB-A2A9-A7D5-F72C-1579D555FB64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3" creationId="{AFC42845-CF6D-BBC6-0C0B-5CD9D02C176B}"/>
          </ac:spMkLst>
        </pc:spChg>
        <pc:spChg chg="add 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4" creationId="{8D5377C3-C8B7-7803-B682-5675998FD227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6" creationId="{ED86D5E1-3A35-C4E3-715C-98596EF9EAFA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7" creationId="{C093CB31-CC68-04DA-43CF-FB083EED8285}"/>
          </ac:spMkLst>
        </pc:spChg>
        <pc:spChg chg="add 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18" creationId="{FA0E7652-80C0-06E0-EB28-0A6CB416F1A4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20" creationId="{97E349C1-9049-5C6A-AA90-8537C7017B28}"/>
          </ac:spMkLst>
        </pc:spChg>
        <pc:spChg chg="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21" creationId="{39D5B8FC-BB4A-4F5F-F301-EBFD5686E182}"/>
          </ac:spMkLst>
        </pc:spChg>
        <pc:spChg chg="add mod">
          <ac:chgData name="Ta Thi Kim Hue" userId="af176dfe-ebe0-47e4-99a4-e0f4d40f7313" providerId="ADAL" clId="{264C83AA-283C-D342-9895-92F40AF91AE0}" dt="2022-10-03T17:25:56.322" v="351"/>
          <ac:spMkLst>
            <pc:docMk/>
            <pc:sldMk cId="1132699619" sldId="273"/>
            <ac:spMk id="22" creationId="{759F5691-1E09-F22F-7EBD-A3367C6BC219}"/>
          </ac:spMkLst>
        </pc:spChg>
        <pc:grpChg chg="add mod">
          <ac:chgData name="Ta Thi Kim Hue" userId="af176dfe-ebe0-47e4-99a4-e0f4d40f7313" providerId="ADAL" clId="{264C83AA-283C-D342-9895-92F40AF91AE0}" dt="2022-10-03T17:25:56.322" v="351"/>
          <ac:grpSpMkLst>
            <pc:docMk/>
            <pc:sldMk cId="1132699619" sldId="273"/>
            <ac:grpSpMk id="6" creationId="{E4BCBA09-103E-A212-0443-0F557CF82A46}"/>
          </ac:grpSpMkLst>
        </pc:grpChg>
        <pc:grpChg chg="add mod">
          <ac:chgData name="Ta Thi Kim Hue" userId="af176dfe-ebe0-47e4-99a4-e0f4d40f7313" providerId="ADAL" clId="{264C83AA-283C-D342-9895-92F40AF91AE0}" dt="2022-10-03T17:25:56.322" v="351"/>
          <ac:grpSpMkLst>
            <pc:docMk/>
            <pc:sldMk cId="1132699619" sldId="273"/>
            <ac:grpSpMk id="11" creationId="{652EDFBA-6493-599F-2E35-EAAA691A52B4}"/>
          </ac:grpSpMkLst>
        </pc:grpChg>
        <pc:grpChg chg="add mod">
          <ac:chgData name="Ta Thi Kim Hue" userId="af176dfe-ebe0-47e4-99a4-e0f4d40f7313" providerId="ADAL" clId="{264C83AA-283C-D342-9895-92F40AF91AE0}" dt="2022-10-03T17:25:56.322" v="351"/>
          <ac:grpSpMkLst>
            <pc:docMk/>
            <pc:sldMk cId="1132699619" sldId="273"/>
            <ac:grpSpMk id="15" creationId="{79F18CE7-92BE-EA04-D3B3-43CE4EE15A90}"/>
          </ac:grpSpMkLst>
        </pc:grpChg>
        <pc:grpChg chg="add mod">
          <ac:chgData name="Ta Thi Kim Hue" userId="af176dfe-ebe0-47e4-99a4-e0f4d40f7313" providerId="ADAL" clId="{264C83AA-283C-D342-9895-92F40AF91AE0}" dt="2022-10-03T17:25:56.322" v="351"/>
          <ac:grpSpMkLst>
            <pc:docMk/>
            <pc:sldMk cId="1132699619" sldId="273"/>
            <ac:grpSpMk id="19" creationId="{7A595645-CF3B-938F-476E-6982D227C750}"/>
          </ac:grpSpMkLst>
        </pc:grpChg>
      </pc:sldChg>
      <pc:sldChg chg="new">
        <pc:chgData name="Ta Thi Kim Hue" userId="af176dfe-ebe0-47e4-99a4-e0f4d40f7313" providerId="ADAL" clId="{264C83AA-283C-D342-9895-92F40AF91AE0}" dt="2022-10-03T17:25:16.831" v="344" actId="680"/>
        <pc:sldMkLst>
          <pc:docMk/>
          <pc:sldMk cId="4272548036" sldId="274"/>
        </pc:sldMkLst>
      </pc:sldChg>
      <pc:sldChg chg="new">
        <pc:chgData name="Ta Thi Kim Hue" userId="af176dfe-ebe0-47e4-99a4-e0f4d40f7313" providerId="ADAL" clId="{264C83AA-283C-D342-9895-92F40AF91AE0}" dt="2022-10-03T17:25:17.017" v="345" actId="680"/>
        <pc:sldMkLst>
          <pc:docMk/>
          <pc:sldMk cId="335698421" sldId="275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1060001773" sldId="276"/>
        </pc:sldMkLst>
        <pc:spChg chg="mod">
          <ac:chgData name="Ta Thi Kim Hue" userId="af176dfe-ebe0-47e4-99a4-e0f4d40f7313" providerId="ADAL" clId="{264C83AA-283C-D342-9895-92F40AF91AE0}" dt="2022-10-03T17:25:19.308" v="347"/>
          <ac:spMkLst>
            <pc:docMk/>
            <pc:sldMk cId="1060001773" sldId="276"/>
            <ac:spMk id="3" creationId="{BC1CF879-A89F-C93C-3EB1-CDD3598CABD1}"/>
          </ac:spMkLst>
        </pc:spChg>
        <pc:spChg chg="mod">
          <ac:chgData name="Ta Thi Kim Hue" userId="af176dfe-ebe0-47e4-99a4-e0f4d40f7313" providerId="ADAL" clId="{264C83AA-283C-D342-9895-92F40AF91AE0}" dt="2022-10-03T17:25:26.272" v="349" actId="5793"/>
          <ac:spMkLst>
            <pc:docMk/>
            <pc:sldMk cId="1060001773" sldId="276"/>
            <ac:spMk id="4" creationId="{3C0E814B-1F88-B84F-36A4-0E166477BA09}"/>
          </ac:spMkLst>
        </pc:spChg>
        <pc:spChg chg="mod">
          <ac:chgData name="Ta Thi Kim Hue" userId="af176dfe-ebe0-47e4-99a4-e0f4d40f7313" providerId="ADAL" clId="{264C83AA-283C-D342-9895-92F40AF91AE0}" dt="2022-10-03T17:19:12.962" v="216"/>
          <ac:spMkLst>
            <pc:docMk/>
            <pc:sldMk cId="1060001773" sldId="276"/>
            <ac:spMk id="17" creationId="{00000000-0000-0000-0000-000000000000}"/>
          </ac:spMkLst>
        </pc:spChg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3380892265" sldId="278"/>
        </pc:sldMkLst>
        <pc:spChg chg="mod">
          <ac:chgData name="Ta Thi Kim Hue" userId="af176dfe-ebe0-47e4-99a4-e0f4d40f7313" providerId="ADAL" clId="{264C83AA-283C-D342-9895-92F40AF91AE0}" dt="2022-10-03T17:19:12.962" v="216"/>
          <ac:spMkLst>
            <pc:docMk/>
            <pc:sldMk cId="3380892265" sldId="278"/>
            <ac:spMk id="20" creationId="{00000000-0000-0000-0000-000000000000}"/>
          </ac:spMkLst>
        </pc:spChg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1304547031" sldId="279"/>
        </pc:sldMkLst>
        <pc:spChg chg="mod">
          <ac:chgData name="Ta Thi Kim Hue" userId="af176dfe-ebe0-47e4-99a4-e0f4d40f7313" providerId="ADAL" clId="{264C83AA-283C-D342-9895-92F40AF91AE0}" dt="2022-10-03T17:19:12.962" v="216"/>
          <ac:spMkLst>
            <pc:docMk/>
            <pc:sldMk cId="1304547031" sldId="279"/>
            <ac:spMk id="16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718593708" sldId="28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337578397" sldId="28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3108746" sldId="28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346532803" sldId="28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101646360" sldId="28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403607449" sldId="28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50685867" sldId="28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922720921" sldId="28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491362886" sldId="29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17542271" sldId="29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949204088" sldId="29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755352288" sldId="29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778974140" sldId="29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213517322" sldId="29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49429688" sldId="29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388174673" sldId="30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24410857" sldId="30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380352959" sldId="30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670111722" sldId="30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30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797568543" sldId="36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4669266" sldId="37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691938231" sldId="38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47858971" sldId="38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49635482" sldId="38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910591289" sldId="386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4286006662" sldId="387"/>
        </pc:sldMkLst>
        <pc:spChg chg="mod">
          <ac:chgData name="Ta Thi Kim Hue" userId="af176dfe-ebe0-47e4-99a4-e0f4d40f7313" providerId="ADAL" clId="{264C83AA-283C-D342-9895-92F40AF91AE0}" dt="2022-10-03T17:19:12.962" v="216"/>
          <ac:spMkLst>
            <pc:docMk/>
            <pc:sldMk cId="4286006662" sldId="387"/>
            <ac:spMk id="2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286042638" sldId="38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612275083" sldId="390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265923" sldId="391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21265923" sldId="391"/>
            <ac:spMk id="2" creationId="{00000000-0000-0000-0000-000000000000}"/>
          </ac:spMkLst>
        </pc:spChg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13586393" sldId="392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2113586393" sldId="392"/>
            <ac:spMk id="2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586158768" sldId="39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65284658" sldId="39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182829692" sldId="39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452740296" sldId="396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3376026375" sldId="397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3376026375" sldId="397"/>
            <ac:spMk id="8196" creationId="{00000000-0000-0000-0000-000000000000}"/>
          </ac:spMkLst>
        </pc:spChg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3376026375" sldId="397"/>
            <ac:spMk id="31747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66310507" sldId="39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205019817" sldId="402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623318352" sldId="403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2623318352" sldId="403"/>
            <ac:spMk id="3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551701239" sldId="404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01196844" sldId="407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201196844" sldId="407"/>
            <ac:spMk id="3" creationId="{00000000-0000-0000-0000-000000000000}"/>
          </ac:spMkLst>
        </pc:spChg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1951456656" sldId="409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1951456656" sldId="409"/>
            <ac:spMk id="3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116260510" sldId="44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880678901" sldId="44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21036190" sldId="44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27079919" sldId="44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622715269" sldId="44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40211018" sldId="45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839962129" sldId="45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253696549" sldId="452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65312837" sldId="456"/>
        </pc:sldMkLst>
        <pc:spChg chg="mod">
          <ac:chgData name="Ta Thi Kim Hue" userId="af176dfe-ebe0-47e4-99a4-e0f4d40f7313" providerId="ADAL" clId="{264C83AA-283C-D342-9895-92F40AF91AE0}" dt="2022-10-03T17:19:15.893" v="226"/>
          <ac:spMkLst>
            <pc:docMk/>
            <pc:sldMk cId="2165312837" sldId="456"/>
            <ac:spMk id="2" creationId="{1CF7B67F-5525-5B40-8B68-6A57BC58E09A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00639666" sldId="45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825552731" sldId="46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93278628" sldId="46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744569391" sldId="46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55274137" sldId="463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464"/>
        </pc:sldMkLst>
        <pc:spChg chg="mod">
          <ac:chgData name="Ta Thi Kim Hue" userId="af176dfe-ebe0-47e4-99a4-e0f4d40f7313" providerId="ADAL" clId="{264C83AA-283C-D342-9895-92F40AF91AE0}" dt="2022-10-03T17:19:12.962" v="216"/>
          <ac:spMkLst>
            <pc:docMk/>
            <pc:sldMk cId="0" sldId="464"/>
            <ac:spMk id="23" creationId="{00000000-0000-0000-0000-000000000000}"/>
          </ac:spMkLst>
        </pc:spChg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46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789546242" sldId="46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997619395" sldId="467"/>
        </pc:sldMkLst>
      </pc:sldChg>
      <pc:sldMasterChg chg="delSldLayout">
        <pc:chgData name="Ta Thi Kim Hue" userId="af176dfe-ebe0-47e4-99a4-e0f4d40f7313" providerId="ADAL" clId="{264C83AA-283C-D342-9895-92F40AF91AE0}" dt="2022-10-03T17:18:29.436" v="204" actId="2696"/>
        <pc:sldMasterMkLst>
          <pc:docMk/>
          <pc:sldMasterMk cId="2819895280" sldId="2147483658"/>
        </pc:sldMasterMkLst>
        <pc:sldLayoutChg chg="del">
          <pc:chgData name="Ta Thi Kim Hue" userId="af176dfe-ebe0-47e4-99a4-e0f4d40f7313" providerId="ADAL" clId="{264C83AA-283C-D342-9895-92F40AF91AE0}" dt="2022-10-03T17:18:29.436" v="204" actId="2696"/>
          <pc:sldLayoutMkLst>
            <pc:docMk/>
            <pc:sldMasterMk cId="2819895280" sldId="2147483658"/>
            <pc:sldLayoutMk cId="678804056" sldId="21474836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2/16/23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</inkml:traceFormat>
        <inkml:channelProperties>
          <inkml:channelProperty channel="X" name="resolution" value="28.34995" units="1/cm"/>
          <inkml:channelProperty channel="Y" name="resolution" value="28.36879" units="1/cm"/>
        </inkml:channelProperties>
      </inkml:inkSource>
      <inkml:timestamp xml:id="ts0" timeString="2010-11-03T01:15:33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4723 1509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710" units="cm"/>
          <inkml:channel name="Y" type="integer" max="14500" units="cm"/>
          <inkml:channel name="F" type="integer" max="255" units="dev"/>
        </inkml:traceFormat>
        <inkml:channelProperties>
          <inkml:channelProperty channel="X" name="resolution" value="999.99994" units="1/cm"/>
          <inkml:channelProperty channel="Y" name="resolution" value="999.99994" units="1/cm"/>
          <inkml:channelProperty channel="F" name="resolution" value="0" units="1/dev"/>
        </inkml:channelProperties>
      </inkml:inkSource>
      <inkml:timestamp xml:id="ts0" timeString="2012-02-13T20:50:10.49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15075 10724 7,'0'0'23,"-10"-7"-2,10 7-4,0 0-1,0 0-2,0 0-2,-3-10-2,3 10-1,0 0-1,10-1-1,-10 1-1,16-1 0,-3 0-1,9 4-1,8-1-1,12 3 0,9-1 0,11 2-1,8 0 0,11 1-1,6-1 1,4 1-2,-1-1 1,1-2-1,-3 0 0,-1 0 0,-2-1 0,-3-1 0,-3 0-1,-4 0 0,-1 0-1,-6-2 0,-2 4-2,-10-5-3,-2 9-7,-15-7-22,-3 5 1,-12-4-2,-6 5 2</inkml:trace>
  <inkml:trace contextRef="#ctx0" brushRef="#br0" timeOffset="623.03">15009 10965 1,'0'0'25,"-14"-3"3,14 3 0,0 0-11,0 0-2,0 0-3,14-9-3,10 12-1,4-5-1,18 5-2,7-2 0,15 4-1,9-1-1,10 2-1,6-2 0,2 2-1,0 0-1,-3-2 1,-8 1-1,-6-3 0,-9 1-1,-7-3-1,-8 2-2,-8-5-5,-2 6-26,-16-6-1,-4 5 0,-12-3-1</inkml:trace>
  <inkml:trace contextRef="#ctx0" brushRef="#br0" timeOffset="1448.08">15291 10459 12,'9'-12'31,"-9"12"-1,9-15 0,-9 15-15,-10 4-4,1 8-2,-12 1-3,-1 9-2,-9 5-2,-3 5 1,-8 5-2,-4 2 1,-3 3-2,0 1 2,-2-1-2,-2 2 1,2-1 0,2-3-1,7-1 2,7-3-1,9-4 1,13-2-1,14-6 2,15-2-1,15-5 0,15-1 1,6-1-1,10 0 1,4-1-2,0 2 0,-4 1 0,-4 1 0,-8-2-1,-7 1 1,-6-2-2,-8 0 0,-5 0-2,-9-8-9,4 7-24,-19-14-2,11 17-1,-11-17-1</inkml:trace>
  <inkml:trace contextRef="#ctx0" brushRef="#br0" timeOffset="26604.52">12015 12072 30,'-1'-10'26,"1"10"-9,0 0-1,0 0-2,-2-14-4,2 14-1,0 0-2,0 0-1,0 0 0,0 0-2,2 9 1,0 3-1,-3 2 0,2 6-1,-2 2 0,3 2-1,-3 2 1,2 2-2,-2 0 0,2-1 0,-1-5 0,0-2-1,-1-4 1,0-2 0,1-6-1,0-8 1,0 0 0,0 0 0,-8-11-1,6-3 0,0-6 1,0-2-1,2-3 0,0-3 0,2-1 0,2-1 0,3 1 0,2 2 0,3 1 0,2 5 0,0 3-1,2 7 1,0 3 0,4 7 0,0 4-1,0 6 1,-2 5 0,0 5 0,-2 0 0,-1 3-1,-4 3 1,-5 0 0,-3 2 0,-6-1 1,-4-1-1,-6-2 1,-3-1-1,-4-2 1,-1-3-1,-2-3 1,-1-4-1,1-3-1,5-1-1,1-5-2,7 3-3,-1-14-10,11 10-17,0-9-1,0 9 0,16-18-1</inkml:trace>
  <inkml:trace contextRef="#ctx0" brushRef="#br0" timeOffset="27060.54">12687 11694 46,'0'0'33,"-10"3"-1,2 17-3,-11-2-19,4 16 0,-8 0-3,2 15-1,-5 2-1,2 9-2,-2 0 1,6 0-2,4-1 0,7-5-2,9-6 0,6-10-4,12-3-3,-3-16-23,14-2-7,-4-10-1,3-5-1</inkml:trace>
  <inkml:trace contextRef="#ctx0" brushRef="#br0" timeOffset="28155.6">12832 11925 38,'0'0'32,"0"9"1,-3 5-2,4 10-22,-6 1 0,5 9-3,-4 0-1,2 3-2,-1-1-1,1 0-1,0-7-1,1-2-2,4-6-1,0-10-3,5-3-3,-8-8-13,16-14-11,-4-5 0,6-2 0</inkml:trace>
  <inkml:trace contextRef="#ctx0" brushRef="#br0" timeOffset="28384.62">13047 11899 47,'0'0'34,"-10"7"1,-9 5-2,4 14-22,-10-1-2,4 8-2,-3-3-2,6 2-1,4-5-1,5 2-3,6-6 1,4-6-3,10-1-1,-1-10-2,12 7-6,-6-13-18,10 6-7,-6-9 0,6 5 0</inkml:trace>
  <inkml:trace contextRef="#ctx0" brushRef="#br0" timeOffset="28549.62">13149 12226 42,'6'20'34,"-5"-1"0,0 9 0,-8-6-23,5 8-2,-8-2-3,2 2-1,-4-9-3,0 2-2,2-3-4,-3-14-18,9 4-14,4-10 0,0 0-1</inkml:trace>
  <inkml:trace contextRef="#ctx0" brushRef="#br0" timeOffset="29096.66">13627 12004 22,'1'-17'31,"-1"4"2,-7-1 0,7 14-16,-24-13-3,12 16-4,-9 0-2,4 10-2,-5 3-2,2 4 0,0 3 0,4 6-2,3-1 0,4 3-1,5-1 0,6-5-1,6-3-1,7-4-3,7-1-3,0-15-5,12 4-24,-8-11 0,7-1-1,-5-7 1</inkml:trace>
  <inkml:trace contextRef="#ctx0" brushRef="#br0" timeOffset="29660.69">13996 11895 35,'0'0'34,"10"-8"0,-10 8-1,0 0-18,0 0-7,-10-4-1,1 4-3,0 1-2,-1 0-1,0 1 0,-2-2 0,1 0-1,1 0 0,0 1 0,1 0 0,9-1 0,-14 6 0,14-6 0,-10 19 0,4 0 0,-1 3 1,1 6-1,-4 4 0,0 6 0,-1 2 1,0 0-1,0-3 0,1-3 0,1-4 0,1-2 0,3-7 1,2-4-1,3-5 1,3-1-1,2-2 1,4-3 0,2-3-1,0 0 0,3-2 0,0 0-1,2 2-1,-2-3-2,3 4-5,-17-4-19,23 1-7,-12-1 0,4 3-1</inkml:trace>
  <inkml:trace contextRef="#ctx0" brushRef="#br0" timeOffset="29960.71">14058 12243 46,'1'-22'34,"4"4"-1,3-4 0,9 6-25,-2-3-1,6 8-2,-4 0-2,3 8-1,-2 5 1,-2 6-1,-7 1 0,-4 8-1,-7 1 0,-4 2 0,-3-1 0,-4 0 0,-2-5-1,-1-1 0,2-6-2,1-5-3,13-2-5,-17-3-23,17 3-2,1-20-1,9 7 0</inkml:trace>
  <inkml:trace contextRef="#ctx0" brushRef="#br0" timeOffset="30543.74">14291 11892 36,'0'0'32,"1"-14"0,0 5 0,-1 9-21,11-12-3,0 9-2,-2-3-3,2 5 0,0 2-1,2 4-1,-3 4-1,0 4 0,-2 6 0,-1 8 1,-4 2 0,1 7 0,-1 3-1,-3 4 1,1 0 0,-2 2-1,1 1 0,2-6-1,4 1 1,-2-3-1,0-6 0,-1-3 1,0-6 1,-1-3 0,-4-5 0,-2-4 1,-5-5 0,-1-2 0,-3-3 1,0 0-1,-3-4-1,2 1 0,0-2-2,1-3-2,13 7-5,-17-14-20,17 14-8,0-23 0,8 12-1</inkml:trace>
  <inkml:trace contextRef="#ctx0" brushRef="#br0" timeOffset="30966.77">14597 11723 39,'12'-8'34,"-3"5"0,6 15 0,-6 3-23,8 19-2,-8 5-2,2 18-1,-7 3-1,-2 9-1,-7 1-1,-3 1 0,-6-1-1,-5-7 0,0-4 0,-3-15-2,2-3-1,0-12-4,9 2-15,-5-19-17,7-3-1,9-9-2,0 0 0</inkml:trace>
  <inkml:trace contextRef="#ctx0" brushRef="#br0" timeOffset="61895.54">15022 12126 28,'-13'-7'27,"13"7"0,-10-4-8,0-2-3,10 6-4,0 0-2,0 0-2,0 0-2,9 2 0,3-3-1,10 3-1,2-4-1,10 2 0,3-3-1,5-1-1,-2 0 0,1 0-1,-4 0-1,-3 0-1,-4 2-2,-11-1-2,0 8-10,-19-5-18,17 3-1,-17-3 1,0 0-1</inkml:trace>
  <inkml:trace contextRef="#ctx0" brushRef="#br0" timeOffset="62189.55">15305 11943 19,'0'0'30,"-11"4"2,11-4-1,-12 24-18,3-7-1,6 12-3,-8-2-1,3 8-3,-3 0-1,3-1-1,-2 1 0,2-6-2,2-2-2,-1-9-2,5 1-3,2-19-9,0 16-19,0-16 1,0 0-2,6-9 1</inkml:trace>
  <inkml:trace contextRef="#ctx0" brushRef="#br0" timeOffset="63103.6">15247 11872 5,'-7'-10'25,"7"10"1,0 0-9,-16-14-2,16 14-3,-14-6-3,14 6-1,-13-3-1,13 3-2,-16 0 0,16 0-1,-18 4-1,9 0 0,-3 0 0,0 2-2,-1 1 1,-1 1 0,-2 1-1,2 2 1,-4 0-1,3 3 1,-3 0-1,1 2 1,-1 3-1,2 3 1,0 0 0,2 1 0,2 1 0,1 0-1,3 2 1,3-2-1,2-1 0,2 0 0,1 0-1,3 0-1,2-1 1,2 1 0,3-5 0,3 2 0,0-1 0,2-4 0,3-1 0,2-2 0,2-1 0,-1-5 0,5 1 0,0-2 0,3-4 0,2 1-1,1-3 1,1 0 0,0-2 0,-1 0 0,0-4 0,-1 1-1,-3-4 1,-1-1-1,-1 0 2,-3-3-1,2 0 0,-1-5 0,-1 1 0,0-2 0,-1 0 0,0-3 1,-3 1-2,-1-1 1,-2-2-2,-2 3 1,-3-4-1,-2 0 2,-4 1-2,-3-1 1,-3 1 0,-4 0 1,-4-1 0,-2 2 0,-4 2 1,-2 2-1,-4 2 1,-2 1 0,-5 1 0,-2 2-1,0 4 1,0 2-1,2 3-1,-1 0-4,11 11-20,-2-4-9,10 4-2,4 3-1</inkml:trace>
  <inkml:trace contextRef="#ctx0" brushRef="#br0" timeOffset="63747.64">15907 11866 29,'0'0'30,"0"0"3,-7-16-11,16 17-6,-9-1-5,17-7-3,-6 1-3,10 5-1,1-3-1,5 2-2,1 0 0,0-1-1,2 2-2,-5-2-1,3 5-4,-12-8-9,2 8-17,-9-3-1,0 4 0,-9-3 1</inkml:trace>
  <inkml:trace contextRef="#ctx0" brushRef="#br0" timeOffset="64114.66">16151 11873 29,'-15'17'31,"0"5"1,-6 4 0,5 8-23,-6 2-3,3 3-3,-1 4-1,0-1-3,1 3-1,-1-4-1,5-2-2,-3-8 1,4-2 0,-3-8 1,3-5 0,1-2 3,2-7 2,3-4 1,-1-4 2,9 1 1,0 0 1,0 0 0,-2-11 0,12 10-1,-1-3-2,8 5 0,0-3-2,3 3 0,1-1-2,4 0-1,0 2-2,-4-5-3,3 10-9,-7-9-20,2 4 0,-4-3 0,0 1 0</inkml:trace>
  <inkml:trace contextRef="#ctx0" brushRef="#br0" timeOffset="64498.68">16365 11970 43,'0'0'36,"9"6"-1,-6 12 0,-6 2-27,4 12-2,-3 5 0,-1 11-3,-2 1 0,2 1-1,1-7 0,1-4-1,3-7-2,2-6 2,2-13-1,5-13 0,3-7 0,1-8 0,3-7 1,2-3-2,2-7 2,0 0-1,2-3 0,0 1 0,1 1-2,-2 2 2,-2 2-2,-2 3 0,-1 7-2,-4-2-3,0 16-17,-8-6-12,-6 11 1,11-5-1</inkml:trace>
  <inkml:trace contextRef="#ctx0" brushRef="#br0" timeOffset="64765.7">16927 11665 39,'0'0'36,"14"10"-1,-12 1 1,1 8-24,-7 4-7,2 4-1,-5 2-3,-3-2-4,6 7-16,-10-11-16,4 4 0,-3-6-2,4 0 0</inkml:trace>
  <inkml:trace contextRef="#ctx0" brushRef="#br0" timeOffset="65251.73">17137 12085 57,'-3'-9'36,"12"7"0,0-3-1,6 3-28,2-2-3,6 2-1,0-1-3,2 2-1,3 3-1,-6-3-4,4 9-17,-7-6-12,-3 2-1,-7-1-1</inkml:trace>
  <inkml:trace contextRef="#ctx0" brushRef="#br0" timeOffset="65448.74">17144 12182 59,'0'0'38,"2"11"-1,11-14 1,10-1-31,1-1-3,5 2-2,0-2-2,1-1-5,6 9-20,-9-8-12,-1 3-1,-4 3-1</inkml:trace>
  <inkml:trace contextRef="#ctx0" brushRef="#br0" timeOffset="66931.82">17786 11826 15,'1'-15'31,"-1"15"0,0 0 1,0 0-19,0 19-3,-3-1-1,5 16-3,-6 4 0,2 9-2,-2 3 0,1 3-1,-3-1-1,1-7 0,-1-5 0,0-9-1,2-12 0,4-19 0,0 0 0,-7-11 0,7-12 0,2-5-1,1-10-1,3-6 0,3-3 0,2-2 0,3 0-1,3 2 1,3 1-1,4 5 1,3 7 1,2 8-1,1 9 1,2 10 0,-1 10 0,0 12 0,-3 10 0,-6 12 1,-3 12 0,-6 9-1,-6 6 1,-6 0 1,-6-1 0,-7-5-1,-5-7 1,-4-8 0,-7-14-2,-2-9 2,-4-15-2,-2-3 0,1-9 0,0-3-1,6-3-2,3-3-2,10 7-8,0-8-22,16 17-2,1-23 1,11 15-1</inkml:trace>
  <inkml:trace contextRef="#ctx0" brushRef="#br0" timeOffset="67915.88">18591 11593 27,'-10'-6'33,"-3"5"1,-1 6 0,-9 2-22,7 17-2,-8 2-3,3 13 0,-7 5-2,4 5-1,-1 5-1,1 4-1,3 0 1,5-5-2,4-1 1,6-5-3,7-6 0,3-5-3,9-4-2,0-17-5,11 1-26,-3-8 0,3-3-1,-2-14 2</inkml:trace>
  <inkml:trace contextRef="#ctx0" brushRef="#br0" timeOffset="68178.89">18690 11794 51,'0'0'36,"-4"16"-1,0 11-11,-5-2-16,4 10-1,-8 2-2,3 2-2,0 0 0,1-3-2,2-3-1,0-8-2,6-1-1,-1-16-4,12 3-5,-10-11-15,16-10-10,-4 1 2,5-8-1</inkml:trace>
  <inkml:trace contextRef="#ctx0" brushRef="#br0" timeOffset="68403.89">18901 11789 45,'-1'-9'37,"1"9"0,-23 8 0,6 9-28,-11 1-1,4 8-2,-5 1-2,4 3-1,2-2-2,8 1 1,3-4-1,7-5-1,7-1-1,5-5-3,8 2-5,-5-8-23,14 1-6,-3-6 0,5 2-1</inkml:trace>
  <inkml:trace contextRef="#ctx0" brushRef="#br0" timeOffset="68576.92">18987 12127 49,'3'13'38,"-4"9"0,-8-3 0,4 8-28,-12-2-3,1 4-2,-5-3-2,0-3-3,4-2-3,-4-15-11,11 6-24,0-7-1,10-5-1,-1-10 0</inkml:trace>
  <inkml:trace contextRef="#ctx0" brushRef="#br0" timeOffset="69103.95">19602 11867 13,'-1'-12'34,"-5"1"1,-4 2 0,-3 10-15,-8-6-8,7 14-2,-10-1-2,3 7-2,-6 1-1,6 6-1,-3 2-1,6 4-1,3-1 1,7-1-2,7-2 0,5-3-2,12-2-4,2-10-15,11 2-18,0-6-1,7-4-3,-2-5 2</inkml:trace>
  <inkml:trace contextRef="#ctx0" brushRef="#br0" timeOffset="70086">19929 11692 15,'0'0'34,"-6"-9"0,6 9-1,0 0-20,-20-11-2,20 11-4,-19-6-2,9 5-3,-2-2 0,0 1-1,1 1 0,-1 3-1,1-1 0,0 2 0,1 4 0,0 4 0,-1 2 0,1 6 0,-2 5 0,-1 3 1,0 4-1,0 3 1,0 2-1,1-1 1,1 2 0,-1-1-1,3-4 2,0-1-1,2-2 0,0-4 0,2-4 1,1 1 0,2-7-1,3-2 1,1-1-1,7-3 0,2-2 0,6-3-1,2 1 0,2-2-1,3-2-2,-2-2-2,4 6-7,-12-6-22,4 1-3,-4-2 0,-2 0 0</inkml:trace>
  <inkml:trace contextRef="#ctx0" brushRef="#br0" timeOffset="70388.02">19877 12113 31,'0'-19'35,"6"-1"-2,2-2 1,2-2-27,10 7-1,-4 0-3,4 5 0,-1 3 0,0 7-1,-6 7 0,-3 8 0,-6 0 1,-2 7-2,-7-2 2,-2 4-2,-5-5 2,-3 3-2,-3-9 1,2-3-2,1-3-1,-1-10-3,16 5-8,-21-8-23,16-1-3,5-6 0,7-2 0</inkml:trace>
  <inkml:trace contextRef="#ctx0" brushRef="#br0" timeOffset="71068.06">20146 11612 24,'0'0'33,"4"-13"0,2 4-7,5 8-16,-11 1-1,21-4-4,-12 3-1,3 6-1,-1 1-1,0 6-1,-2 3 0,0 5-1,-3 4 0,-1 7 1,-1 4-2,-2 4 2,0 3-2,-2 2 2,1 3-1,0-1 1,1 2-1,0-4 0,1-2 1,0-4-1,-1-1 1,-1-6-1,-1-1 0,0-5 2,-4-5-1,2-4 2,-6-4-1,-1 0 1,-4-6 1,1 0 0,-5-6-2,-1-1 1,-3-4 0,-1 5-1,0-5-1,2-1-1,4 1-3,-1-5-16,17 10-18,-14-10-3,14 10 1,9-5-2</inkml:trace>
  <inkml:trace contextRef="#ctx0" brushRef="#br0" timeOffset="87868.02">20498 11560 20,'0'0'27,"0"0"-10,6-9-2,-6 9-3,0 0-2,0 0-2,7-10-1,-7 10-2,0 0 0,0 0-1,0 0 0,0 0-1,0 0 0,0 0-1,0 0 0,7 11 0,-7-11 0,3 12-1,-3-12 1,5 20 0,-3-8-1,2 2 1,-1 3-1,1 4 0,0 2 1,0 5 0,0 2-1,0 3 1,-1 3-1,-1 3 1,-1 3 0,-2 3-1,-2 0 0,-2 0 0,-1 3 1,-2-4-2,-4 0 2,0-3-2,-3-6 1,1-2 0,-1-5-1,1-6 0,1-3-2,1-8-1,7 2-7,-5-8-24,10-5-5,0 0 0,15-8-1</inkml:trace>
  <inkml:trace contextRef="#ctx0" brushRef="#br0" timeOffset="88476.06">20849 11971 19,'0'0'32,"0"0"-6,-5-16-6,5 16-3,0 0-4,19-5-3,-19 5-3,24 0-1,-8-2-1,7 3-2,1-2-1,4 1-1,1-1 0,-2 0-2,-1-2 0,-4-2-3,-1 4-3,-11-6-11,-1 4-18,-9 3-2,0 0 2,0 0 16</inkml:trace>
  <inkml:trace contextRef="#ctx0" brushRef="#br0" timeOffset="88715.07">21053 11848 1,'0'0'27,"-10"-5"6,10 5 1,-14 5-18,11 9-4,-9-4-4,7 9-2,-7-1-1,4 5-1,-2-1-3,1 1 0,2-3-1,-1-3-4,4 3-2,-6-9-9,6 0-21,1 0 1,3-11 0,-6 9 19</inkml:trace>
  <inkml:trace contextRef="#ctx0" brushRef="#br0" timeOffset="89367.11">21009 11760 6,'-9'-12'24,"9"12"-6,-14-6-2,2 2-3,3 7-2,-7-3-2,5 9 0,-7-6-1,4 9 0,-9-3-1,4 8-1,-6-5 0,3 9-1,-5-3-1,4 4 0,-2-1-2,4 3 1,1-1-2,5 2 1,3-1-1,4-1 0,5-1 0,6-2-1,3-1 0,4-3-1,6-3 2,6-4-2,5-3-1,3-8 0,5-1 0,1-5 1,5-2-2,-1-7 2,0-2-2,-3-4 3,-2-2-2,-5 0 2,-4-5 0,-5-2 0,-7-2 0,-5 2 0,-6-3 1,-3 5 0,-6-1 0,-3 7 0,-3 2 0,0 5-2,2 9-3,-8 0-22,6 8-9,3 5-1,9-5-1</inkml:trace>
  <inkml:trace contextRef="#ctx0" brushRef="#br0" timeOffset="89973.14">21331 11665 20,'0'0'37,"13"-12"-1,0 9 1,13 4-26,-7-6-4,11 4-1,0-1-4,4 1-1,-3 2-2,-1-3-4,1 4-5,-12-7-17,-1 3-10,-5 3 1,-13-1-1</inkml:trace>
  <inkml:trace contextRef="#ctx0" brushRef="#br0" timeOffset="90322.16">21533 11705 26,'-18'27'32,"-2"3"-13,-7-1-3,3 5-4,-6-4-5,3 4-1,-1 0-4,2-3-2,0 0-2,0-7-2,7 3-1,-4-5-2,5 3 1,-1-8 0,6-1 2,2-4 2,3-4 5,6 2 2,2-10 3,9 3 2,0-11 0,13 7 0,-1-8-2,10 6-1,-4-6-4,6 3-1,-4 2-2,-3 0-2,0 6-4,-10-7-9,-2 4-21,-3 4 0,-11-3-2,12 1 22</inkml:trace>
  <inkml:trace contextRef="#ctx0" brushRef="#br0" timeOffset="90692.18">21788 11662 35,'1'10'36,"-2"14"0,-4 11-12,-6-2-17,5 13 1,-9 2-2,2 3-3,-2-6 0,4-3-2,0-9 0,4-5-1,3-12 1,4-4-1,0-12 1,14-9 0,-1-6-1,4-2 1,1-6-1,2-2 1,5-2-1,0-2 1,1 1-2,1 1-1,1 7-4,-8-8-19,6 10-12,-1 5-2,-4 5 0</inkml:trace>
  <inkml:trace contextRef="#ctx0" brushRef="#br0" timeOffset="91148.21">22216 11891 6,'0'0'36,"11"-12"2,0 8-2,2 2-17,3-4-9,10 7-4,0-2-2,4 1-2,2 0-2,-2-1-2,2 4-4,-9-6-7,1 1-24,-7 3-1,-6-3 1,-11 2 14</inkml:trace>
  <inkml:trace contextRef="#ctx0" brushRef="#br0" timeOffset="91368.22">22455 11745 18,'-9'9'35,"-6"2"0,-1 3-12,4 9-11,-11-3-3,5 8-3,-5-5-2,8 1-2,0-3-3,0-5-4,9 3-12,0-7-20,6-12 2,-5 9-2,5-9 26</inkml:trace>
  <inkml:trace contextRef="#ctx0" brushRef="#br0" timeOffset="93111.32">22381 11669 21,'0'0'19,"0"0"-2,0 0-3,-14-7-2,14 7-2,-13 0-2,13 0 0,-17 1-1,17-1-1,-21 2 0,11 1-1,-6-1-1,3 4-1,-4 0 0,2 5 0,-2 1-1,-1 4 1,-2-1-2,2 5 1,1-2-1,1 2 0,1-1 0,2 0 0,1 0 0,4-2 0,1 1-1,3 0 2,1-1-2,2-1 1,1 2-1,2 0 0,1-2 0,4-3 0,3 0 1,2-1-2,3-3 2,2 0-2,2-5 2,1-2-1,3-2 0,2-2 1,0-2-3,2-3 3,1 2-2,1-5 1,1 1-2,-1 0 2,-2-1-1,-1 0 1,-3-2 0,-2 0-1,-2-4 1,-3 0 0,-2-5 0,-1 0 0,-4-2 0,-2-2 0,-3-1 1,-1 2-2,-3 0 2,-1 3-1,-4 4 1,-3 2-1,-3 3 0,-3 5 0,-1 3-1,-4 2-1,4 10-8,-6 0-24,2-1-4,5 4 0,1-1 1</inkml:trace>
  <inkml:trace contextRef="#ctx0" brushRef="#br0" timeOffset="94535.4">22880 11664 5,'-10'-14'31,"10"14"2,-4-11-16,-2-2-2,6 13-5,1-19-1,-1 19-3,11-19-1,0 12 0,1-5-2,7 3 0,2-2-1,5 1 1,0 2-2,5-1 0,-1 1 0,0 2 0,-2 1-1,-3 2 0,-6 2 0,-4 2 0,-5 2 0,-10-3-1,5 15 1,-10-3 0,-6 2 0,-3 6 1,-4 4 0,-5 6 1,-6 4-1,0 6 1,-5 1 0,1 4 0,3 0-1,4-1 0,4 0 0,9-6-1,8-2 0,6-11-1,9-1 0,3-10-1,6-4 1,1-11-1,1-8-1,-7-8 2,-2-7-1,-6-4 2,-8-11 0,-5 0 1,-9-6 0,-6 2 0,-6 1 1,1 3-1,-1 2 0,4 7 0,4 5-2,6 4-2,14 21-7,-4-17-23,13 13-5,8 6 0,4 5 3</inkml:trace>
  <inkml:trace contextRef="#ctx0" brushRef="#br0" timeOffset="94920.42">23175 11824 21,'-7'-18'37,"1"-5"0,4-1 0,8 0-30,0-4-1,8 7-2,2 0-1,4 7-1,1 5-1,3 8 0,0 6-1,-3 9 0,-5 7-1,-5 8 2,-7 3-2,-6 3 2,-8-2 0,-7-1 0,-6-6 1,-4-6-1,-3-9 0,2-5 1,0-7-2,4-5-1,9 0-4,2-10-15,13 5-18,0 11-1,22-18 0,2 11 18</inkml:trace>
  <inkml:trace contextRef="#ctx0" brushRef="#br0" timeOffset="95253.43">23613 11726 31,'0'0'38,"14"-12"1,-3 6-2,6 8-30,-1-4-1,11 6-3,-4 1-2,5 0-2,-1 5-5,-3-10-7,-2 3-24,-2 4-1,-7-6 0,-13-1 10</inkml:trace>
  <inkml:trace contextRef="#ctx0" brushRef="#br0" timeOffset="95485.46">23806 11620 3,'-12'12'34,"0"-5"-1,4 10 1,1 2-23,-9-2-3,5 9-2,-4-6-4,5 4 0,1-2-4,1-6-2,5 2-5,-5-4-20,8-14-6,-3 15 0,3-15 17</inkml:trace>
  <inkml:trace contextRef="#ctx0" brushRef="#br0" timeOffset="96041.49">23718 11497 18,'-26'3'33,"7"1"-8,1 10-3,-11-1-5,3 14-3,-12-2-3,10 11-4,-6 2-1,8 4-3,4-2-1,8 2-1,10-6-1,13-5-1,12-4-1,3-11-2,12-1-1,-2-12-1,8-1 0,-4-11-1,5 0 2,-9-11 0,-2-3 2,-2-10 1,-5-5 3,-4-4 0,-7-3 3,-1 4 0,-13-5 1,0 7 0,-7 2 0,-2 11-1,-6 3-1,2 9-3,1 11-8,-3 5-25,4 2-4,9 8 1,-1 0 6</inkml:trace>
  <inkml:trace contextRef="#ctx0" brushRef="#br0" timeOffset="96595.52">24048 11567 19,'0'-13'34,"0"13"2,11-4-11,-11 4-15,10-2-2,-10 2-2,17 7-1,-9 2-3,3 4 0,-2 2-1,-1 4 1,-3 2-2,-2 4 1,-3-3 0,-2 4 1,-5-3-1,-2 0 0,-4-3 1,-3-2 0,0-4 0,0 0 0,2-4-1,2-1 1,2-1-1,10-8 0,-9 12 0,9-12 0,10 9-1,2-6 0,2 2-1,2 0 0,4 1-2,0-5-2,4 7-2,-5-9-4,5 10-8,-7-5-19,-4-5 0,-2 2 0,-11-1 29</inkml:trace>
  <inkml:trace contextRef="#ctx0" brushRef="#br0" timeOffset="97348.56">24508 11546 1,'0'0'30,"40"-15"6,-40 15 2,0 0-21,0 0-2,0 0-4,0 0-3,-51-15-2,51 15-3,0 0 0,-57-9-1,57 9 0,-40-3-2,22 2 0,4 1-1,2 0 0,2 2 0,-1 1 0,11-3 0,-12 12 0,7-3 1,-1-1 0,1 2 0,-1 3 1,1-1-1,3 0 0,1 0 1,-3-4-1,4 1 1,-1 0-1,1-9 0,4 12 0,-4-12 0,0 0 0,8 14 0,-8-14 0,0 0 1,19 27-2,-19-27 2,0 0 0,20 61-1,-20-61 1,15 54 0,-15-54 0,7 56-1,-6-32 1,-1-24 0,-8 37-1,1-26 0,-3-3 1,0-5-1,-4-3 1,1-4-1,1-1 2,-1-1-3,2-2 0,11 8-5,-17-16-18,17 16-16,-13-9-2,13 9 1</inkml:trace>
  <inkml:trace contextRef="#ctx0" brushRef="#br0" timeOffset="98739.64">16231 13178 20,'-5'-10'33,"5"10"-1,0 0 1,0 0-18,9 0-3,-9 0-2,25 1-3,-8-2-1,10 2-1,2-9-3,6 2 2,4 7-4,4-11 1,2 7-1,-3-4-1,0 7-2,-7-7-3,-1 10 0,-10-5-2,-2 8-9,-14 3-18,-8-9 2,4 19-3,-10-9 5</inkml:trace>
  <inkml:trace contextRef="#ctx0" brushRef="#br0" timeOffset="98944.65">16392 13342 51,'-21'14'39,"5"-6"-5,10 3 2,6-11-24,15 13-2,4-12-3,11 4 1,5-4-5,7 0-5,3 5 0,-4-3-21,0 1-13,-4-5-3,-7 3-1,-5-6-1</inkml:trace>
  <inkml:trace contextRef="#ctx0" brushRef="#br0" timeOffset="104995">17578 11704 4,'0'0'24,"0"0"-7,-1-9-3,1 9-2,0 0 0,0 0-2,0 0-1,0 0-2,0 0-1,0 0-1,0-10-1,0 10-1,0 0 0,0 0-1,4-14 0,-4 14-1,6-14 1,0 5-2,0-1 1,1-1 0,0 0-1,2 1 0,-1 0 1,1 0-1,0 0 0,0 3 0,1-2 0,0 2 1,1 0-1,-1 1 1,0 0-1,0 3 1,1-2 0,0 2-1,-1-1 1,1 2 0,0-1-1,2 1 1,1-1-1,0 0 1,0 1-1,1 0 1,3 0-1,1-2 0,-1 2 0,1-1 0,1-1-1,2 1 1,0-1-1,0 1 1,0-1-1,-2 1 2,2 0-3,-3 1 2,-1 1 1,-1 1-1,0-2 0,-1 0 0,1 1 0,0-3 0,3 2 0,1-3 1,0-1-1,3 1 0,0-1 1,1 1-1,1-1 0,1 3 1,-2-3-2,1 2 1,1 2 0,-2-1 0,2-1 0,0 2 0,-1 0 0,1-1 0,1 1 0,0-1 0,1-1 0,0 0 0,0 0 0,1 0 0,0 0 0,-3 0 1,1 0-1,-2 1 0,-1 0 0,0 0 0,-3 0 0,1 0 0,-3 0 0,3-2 0,1 0 0,0 0 0,1-3 0,1 0-1,-1-2 1,-2-1 0,2-1 0,-3-2 0,-3 3-1,-1-1 1,-3 1-1,-2 0 1,-2 3 0,-2 1-1,-9 7 1,11-5 0,-11 5 0,0 0-1,0 0 1,6 13 0,-6-13 0,-1 16 0,1-16 0,3 16 0,-3-16 0,12 15 0,-1-10 1,4-2-1,3 0 1,1-2-1,4 1 0,2-1 0,1-1 0,0 1 0,1-1 0,0-1 0,2 1 0,1-1 0,0 0 0,3-1 0,-1 1 0,0-1 0,1 0-1,0 1 1,0 0 0,1-1 0,-1 0 1,0 0-1,0 1 0,-1 0 0,1 1 1,-1 0-1,-3 1 0,0 0 1,-1 1-1,1 1 0,-1-2 0,-2 0 0,2 0 0,-1 0 0,-1 0 0,1-2 0,-1 1-1,-2-1 1,1 0 0,-1 1 0,-1 0 0,-1-2 1,0 1-1,-1 0 0,-2-1 0,1 0 0,-1 1 0,-1-3 0,1 1 0,0 0 0,0-1 0,0 1 0,2-1 0,-1 1 0,2 0 1,-1 0-1,0 1 0,1-1 0,1 0 0,0 2 1,-3-1-1,1 0 1,-2-1-1,0 1 0,-2 0 0,2 0 1,0 1-1,0-1 0,-1 1 1,-1 1-1,1-1 0,0 3 1,-1-1-1,1 0 0,-4 1 0,2-2 0,1 1 0,-1-1 0,2 1 0,-2-1 0,1 0 0,-1-2 0,0 0 0,0 2 0,-1 0 0,1 1 0,-1-1 0,0-1 0,1 1 0,-2 2 0,1-1 1,-1 1-2,0-2 1,-1 1 0,-1 2 0,-1-2 0,0 1 0,0-1 0,0 0 0,1 0 0,-1-1-1,1 0 2,1-1-1,-2 1 0,3-1 0,-1 1 1,-1 0-1,0 0 0,-1 0 0,-1 1 0,-1-1 0,1 2 0,-1-2 0,-9 0 0,17 0 0,-7-1 0,1 0 0,-1 0 0,1-1 0,0-1 0,1 1 0,0-1 0,0 1 0,-2 1 0,0 0 0,-2 0 0,1 1 0,1 1 0,-10-1 0,18 2 0,-8-2 0,-1 1 0,1 0 0,0 0 0,-1-1 0,0 0 0,1 1 0,-10-1 0,15 2 0,-15-2 0,15 1 0,-15-1 0,16 2 0,-7-1 0,0-1 0,1 2 0,-1-1 0,0-1 0,-9 0 0,15 2 0,-15-2 0,11 3 0,-11-3 0,0 0 0,0 0 0,9 7 0,-9-7 0,0 0 0,4 12 0,-4-12 0,3 13-1,-3-13 1,2 16 0,0-7 1,-1 1-1,0 0 0,-1 0 0,1 0 1,-1-10-1,2 15 1,-2-15-1,1 12 0,-1-12 0,0 0-1,3 12-1,-3-12-8,0 0-20,0 0-6,0 0 0,0 0-2</inkml:trace>
  <inkml:trace contextRef="#ctx0" brushRef="#br0" timeOffset="107564.15">8357 11314 30,'0'0'29,"0"0"1,-13-13-2,13 13-14,-8-16-3,7 7-2,-2-6-4,4 2-1,0-4-1,4 1-2,1 0 0,2 3 0,3 1-1,0 5 0,1 4 0,-1 5 0,0 5 0,-1 6 0,-3 4 0,-3 5 1,-4 3-1,-3-1 0,-5 1 1,-3-2 0,-2-4-1,-5-3 1,-3-5 0,0-3-1,2-6 1,2-3-2,2-2-1,4-6-3,11 9-4,-2-19-19,12 10-4,1-1-1,6 3 0</inkml:trace>
  <inkml:trace contextRef="#ctx0" brushRef="#br0" timeOffset="107966.17">8492 11326 18,'1'-11'27,"-1"-2"2,2-3-2,1 0-12,0-4-6,8 4-3,-1-1-2,5 3-2,1 6 0,1 7 0,-1 3-1,1 8 2,-3 4-1,-2 5 1,-7-1 0,-2 3 1,-8-4-2,-3 0 1,-7-5-1,-2-3 0,-3-3-2,0-3-2,3 0-4,-3-5-24,9 2-2,11 0-2,0 0 0</inkml:trace>
  <inkml:trace contextRef="#ctx0" brushRef="#br0" timeOffset="108765.22">9744 11301 36,'0'0'31,"-9"-17"0,5 2-1,6 2-14,-1-8-10,8 4-2,0-1-2,4 3-1,1 1-1,1 5 0,-1 6 0,-1 7 0,-4 6 0,-2 4 1,-5 3 0,-3 3 1,-5 0 0,-3 0 0,-3-3 0,-3-3 0,-1-6 0,-1-3-1,0-5-1,2-4-4,15 4-15,-12-9-14,12 9 0,6-16-2,6 11 1</inkml:trace>
  <inkml:trace contextRef="#ctx0" brushRef="#br0" timeOffset="109067.23">9903 11292 45,'-4'-15'29,"6"5"0,5-3 0,5-1-25,1 0 0,4 2-2,-2 2-1,3 6 1,-3 4 0,-1 8 1,-8 3 0,-1 7 1,-8 0 0,-1 2 1,-8-2-1,-1-1-1,-3-5-1,0-5-1,2-3-7,-5-7-24,7 0-3,1-4-3,11 7-2</inkml:trace>
  <inkml:trace contextRef="#ctx0" brushRef="#br0" timeOffset="109983.29">11975 11280 43,'-4'-10'31,"4"0"-1,1-5-1,6 2-24,0-3-1,5 4-1,-1 3-1,4 3-1,-1 3 0,1 7 0,-5 2 1,-1 7 0,-5 0 1,-4 3 0,-5-1 0,-3-1-1,-6-3 1,-2-2-1,-1-3-1,1-3-2,2 0-1,-1-5-4,15 2-11,0 0-15,0 0-1,0 0-1,14 0 0</inkml:trace>
  <inkml:trace contextRef="#ctx0" brushRef="#br0" timeOffset="110274.3">12147 11313 42,'-4'-19'32,"2"4"-2,4-1 1,-1-3-24,8 2-2,0-3-1,4 5-1,0 3-2,3 6 1,-4 5-1,3 7 1,-6 6-1,-1 4 1,-6 3 1,-2 1-1,-3-3 1,-5 0-1,-6-5-1,-2-3 0,-3-4-1,-1-7-5,7 6-18,-4-9-11,7 2-1,1-4-2</inkml:trace>
  <inkml:trace contextRef="#ctx0" brushRef="#br0" timeOffset="111079.35">13554 11283 11,'-9'1'30,"9"-1"0,0 0 2,-15-17-13,15 17-5,-6-17-4,9 7-2,-3-6-3,6 2-2,1-1-1,3 3-2,0 2 1,3 4-1,-1 5 0,-1 3 0,-2 5 0,-3 5 0,-4-1 0,-2 5 1,-6-1-1,-3-2 1,-4-2 0,-2-2-1,-1-2 1,-2-3 0,-1-1-2,3-3-1,5 1-4,-1-7-22,12 6-5,0 0-2,0 0 0</inkml:trace>
  <inkml:trace contextRef="#ctx0" brushRef="#br0" timeOffset="111455.37">13692 11252 42,'4'-16'32,"1"-2"-1,2 4-1,-1-3-24,4 6-2,0-1-1,3 7-1,0 3-1,0 7 0,-1 4 0,-2 4 0,-4 1 0,-1 3 1,-5 1 0,-1-1 1,-7-4-1,-2-3 0,-7-6-1,0-2-2,0 2-12,-5-9-20,3 3-2,1-4-1,6 2-1</inkml:trace>
  <inkml:trace contextRef="#ctx0" brushRef="#br0" timeOffset="116324.65">18697 10816 34,'0'0'34,"0"0"-1,0 0 0,0 0-27,0 0-2,9-2-6,-9 2-10,13-9-20,-13 9-1,15-5 0,-15 5 2</inkml:trace>
  <inkml:trace contextRef="#ctx0" brushRef="#br0" timeOffset="116472.66">18797 10821 21,'8'2'31,"-8"-2"-1,0 0 1,0 0-27,0 0-7,9-10-24,0 10-2,-9 0-1,20-3 3</inkml:trace>
  <inkml:trace contextRef="#ctx0" brushRef="#br0" timeOffset="116615.67">18950 10847 32,'0'0'34,"11"2"-2,-11-2-1,9-1-42,0 2-17,-9-1-3,15-8-3,-15 8 10</inkml:trace>
  <inkml:trace contextRef="#ctx0" brushRef="#br0" timeOffset="122063.98">19275 10508 11,'0'0'28,"0"0"-7,0 0-3,0 0-3,-10-14-2,10 14-3,-1-11-2,1 11-1,-1-13-1,1 13-1,-1-15-1,2 6 0,0-2-2,2 1 0,0-2-1,2 1-1,1-1 1,3 1-1,2 1 1,4 1-1,1 0 1,1 3-1,1 2 0,0 1 1,1 2-1,-1 2 0,-2 2 0,-3 1 0,-2 3 0,-1 0-1,-3 2 2,-2 1-1,-2 0 0,-2 1 0,-2 0 0,-3 0 0,-2 0 0,-2 0 0,-1-1 0,0 1 0,-1 0 1,-2 1-1,0-1 0,-2 1 0,0 0 1,2-1-1,-1 1 0,0 1 1,0-3-1,1 3 0,1-2 1,1 5 0,1-1-1,1 2 1,-1 0-1,2 0 0,0 4 0,2-1 0,2-1 0,2 0 0,1-1 0,3-2 0,3-2 0,1-2-1,4-2 1,0-3-1,3-2 0,1-3 0,3-2-1,-2-4 1,0-2 0,-4-4 0,-1-3 1,-3-3 0,-6-5 0,-6-4 0,-5-3 1,-6-1 0,-4 0 1,-4 0-1,-5 1 0,2 5 1,0 2-1,5 6-2,6 6-2,5-2-6,10 11-24,10-1-2,5 5-2,2 3 0</inkml:trace>
  <inkml:trace contextRef="#ctx0" brushRef="#br0" timeOffset="122481">19570 10726 33,'-9'-12'36,"3"-5"0,0-3 0,6 5-27,2-12-3,11 3-1,4-1-3,7 1-1,5 4 0,4 4-1,1 6 0,-1 6 0,0 10 0,-6 6 1,-7 11-1,-7 8 0,-9 3 0,-6 3 1,-8-2 0,-6-1 1,-7-7-1,-4-5 1,-4-12 0,0-9-1,0-8-1,1-6-2,10 1-6,-4-9-22,14 4-6,6-1-3,8 5 1</inkml:trace>
  <inkml:trace contextRef="#ctx0" brushRef="#br0" timeOffset="122959.03">20042 10804 29,'0'0'37,"-12"-5"-2,12 5 1,0 0-22,0 0-10,7-10-6,-7 10-24,15-8-8,-2 5-2,2 4 1</inkml:trace>
  <inkml:trace contextRef="#ctx0" brushRef="#br0" timeOffset="123080.03">20157 10811 21,'0'0'30,"10"-1"-3,-10 1-19,5-15-34,10 13-2,-4-3-1</inkml:trace>
  <inkml:trace contextRef="#ctx0" brushRef="#br0" timeOffset="123207.04">20309 10798 27,'9'5'34,"-9"-5"1,10 2-2,-10-2-32,11-8-29,1 5-4,-12 3-2,18-8-1</inkml:trace>
  <inkml:trace contextRef="#ctx0" brushRef="#br0" timeOffset="138065.87">17289 13441 61,'0'0'34,"-8"11"-1,8-11 0,-7-10-34,7 10-4,0 0-14,0 0-14,12 7 0,-12-7 2,16-14-6</inkml:trace>
  <inkml:trace contextRef="#ctx0" brushRef="#br0" timeOffset="138207.9">17425 13414 27,'12'3'30,"-12"-3"0,0 0 0,5 11-16,-5-11-18,9-4-15,-9 4-9,18-2-1,-18 2-1</inkml:trace>
  <inkml:trace contextRef="#ctx0" brushRef="#br0" timeOffset="138350.91">17573 13485 39,'0'0'28,"0"0"5,0 0-2,0 0-25,0 0-14,-1-18-18,10 13 0,-9 5-6,24-22-2</inkml:trace>
  <inkml:trace contextRef="#ctx0" brushRef="#br0" timeOffset="139207.96">17978 13159 44,'-12'-17'31,"6"5"-9,8 3 0,-5-8-8,13 10-2,-5-9-4,11 12-1,-2-3-2,6 2-2,0 2-2,1 4 0,-1 2 0,-1 7 0,-4 8 0,-2 0-2,-4-1 1,-4 8 0,-6-5 0,-5 12 0,-7 1 1,-5-6-2,-7-4 2,-2-2 2,-5 0-3,1 3 0,4-3 1,3-14 1,6 4 0,18-11 4,-6 15-5,19-13 2,8 3 1,8-8 0,2 7-1,5 9 1,1-17-2,-1 9-3,-1 4-3,-8 0-4,5-3-23,-11-2-5,-1-7-2,-4-7 1</inkml:trace>
  <inkml:trace contextRef="#ctx0" brushRef="#br0" timeOffset="139876">18592 13075 11,'0'0'31,"6"-10"3,-6 10-1,0 0-17,-8-9-1,8 9-4,-9-2-2,9 2-2,-17-6-3,9 8-1,-3 1-1,1-2 1,-1-2-2,0 4-1,-1 0 1,3-2-1,-1-1 1,2 0-1,-1-1 0,9 1 0,-14 0 0,14 0 0,0 0 0,-12 3 0,12-3 0,-5 15 1,5-15-1,-6 13 0,6-13 1,-8 21 1,4-6-1,-1-3-1,0-3 1,3 5-1,0-3 1,2 2-2,2 2 1,3-4-2,4 1 2,3 2 1,3 8-1,-1-4 2,1 5 1,-1 3 1,0 4-2,-3-4 2,-3-2-1,-4 4 0,-4-10 1,-3 0-2,-4-8-4,-5-10 3,-4-11 2,-1 11-4,-2-5 1,0-12 0,1 0-4,1 2-4,9 11-3,-2 1-27,10 3-3,7-15 0,5 15-1</inkml:trace>
  <inkml:trace contextRef="#ctx0" brushRef="#br0" timeOffset="140228.01">18816 13452 75,'-13'-10'41,"13"10"-5,-11 6-4,11-15-44,0 9-22,15-2-1,-4-10-1,4 12 0</inkml:trace>
  <inkml:trace contextRef="#ctx0" brushRef="#br0" timeOffset="140363.01">18975 13481 50,'0'0'35,"-3"9"0,2-20-2,1 11-26,0 0-36,15-14-5,-3 11 1,8-2-1</inkml:trace>
  <inkml:trace contextRef="#ctx0" brushRef="#br0" timeOffset="140475.03">19219 13463 56,'22'4'33,"-3"-5"1,-8 3-4,-11-2-58,17-2-2,-17 2-5,5-18-4</inkml:trace>
  <inkml:trace contextRef="#ctx0" brushRef="#br1" timeOffset="174684.99">18758 11024 8,'11'-8'15,"3"-1"-2,3 1-2,-3-3-2,6 2 0,-2-4-2,5 3 0,-4-4-3,6 1 0,-2-1-1,3 0 0,0 0-2,2-2 0,1 2-1,2-1 0,1-1 0,1-1 0,2 0 0,-1-1 0,5-3 1,1 0 0,0-1 1,3-1 0,1-2 1,4 2-1,3-2 1,2 1-1,0 0 1,2 0-2,1 0 1,2 0 0,1 0 0,-2 2-1,-2-2 1,0 2-1,-2 2 0,-1 0 1,-4 1-2,-4 2 1,-4 4-3,-7-1-2,-1 8-11,-8-1-16,-10 2 0,-2 3-1,-12 2 19</inkml:trace>
  <inkml:trace contextRef="#ctx0" brushRef="#br1" timeOffset="198976.37">22259 12400 11,'5'-13'17,"-5"13"-5,9-5-1,-9 5-2,10-13 0,-10 13-2,14-13-1,-9 2-1,6 3 0,-3-4-2,4 1 0,-1-2-1,3 1-1,-1-3 1,2 3 0,2-3 0,-3 2-1,3-5 2,-1 7-1,1-5 1,2 3-1,-3-2 1,3 1-2,-3-2 1,3 4-1,-3 0 0,1-3 0,-1 2 0,0 1 0,1-3 0,0 2 0,0-1 0,2 0 0,-2-2 0,1 2 0,-1-2-1,2 3 2,-2-1-2,2 0 1,-1 1 0,-1-2 0,2 2-1,1-1 1,0 1-1,-1-2 0,1 0 0,-1-1 0,1-1 1,-1 2-1,0-2 0,-2 1 0,0 1 0,2 0 0,-3-1 0,2 2 0,-1 0 0,0 1 0,1 0 1,0 1-1,2 0 0,-1 0 1,0 1-1,-1 2 1,1-1 0,0-2-1,-2 1 0,2-1 1,-1-1-1,1 0 1,2-1-1,0-3 0,4-1 0,2 2 1,1-4 0,1 1 0,1 0 0,0 1 0,-3-1 0,1 2 0,-6 1 0,-1 1-1,-4 0 1,-2 0-1,-4 2-1,-1-2-1,1 6-6,-8-6-21,3 1-7,1 1-1,-5-1-1</inkml:trace>
  <inkml:trace contextRef="#ctx0" brushRef="#br1" timeOffset="213382.2">11656 12417 13,'0'0'13,"0"0"0,4-9 0,-4 9-2,0 0 0,0 0-2,0 0-1,0 0 0,0 0-2,0 0 0,6 11-2,-6 2 0,-3-1 0,1 2-1,-1 0-1,1 2 0,0 0 0,1 2-1,0-1 0,1-2 0,0 1-1,1-1 1,0-1-1,0-3 1,0 2-1,0-4 0,-1-9 0,0 0 1,4 11-1,-4-11 0,0 0 0,0 0 0,13-1 1,-13 1-1,10 1 0,-10-1 0,16-5 0,-16 5 0,18-2 0,-9 5 0,2-3 0,0-1 1,0-3-1,3 9 0,0-2 0,1-4 1,1-2-1,1 4 1,0 1-1,3-1 0,0 4 0,1-7 0,0 0 1,1 3-1,3-1 0,-2-1 0,2 2 0,0-3 0,0 0 0,2 0 0,0 2 0,0 2 0,0-1 0,1-4 0,0 2 0,0 0 0,2-1 0,0 2 0,3 0 0,1-5 1,2 3-1,2 3 0,0-5 0,3 2 0,2 1 0,0-1 0,-1 0 0,1-1 0,-2 1 0,1 0 0,-2 3 0,1-1 0,-3 0 1,2-1-2,-1 0 2,0 3-1,0-2 0,0-1 0,1 0 0,0 0 1,-2 0-1,1 1 1,-1 0-1,1 0 0,0 1 0,-1-2 1,1 1-1,-1 0 0,1 0 0,0-1 0,0 2 0,-2-1 0,3 0 1,-2 3-2,-1-1 2,0-1-1,-1-1 0,1 2 0,2-3 1,0 1-1,-1 2 0,3-7 0,1 1 0,3 4 0,0 0 1,1 0-1,2-3 0,1-3 1,0 2-1,1 6 0,-3-2 0,5-6 0,0 5 0,3-6 0,-2 8 0,0-6 0,3 2 0,-2-4 0,0 2 0,0 4 0,-3-4 0,0 3 0,1-6 0,-1 8 0,-3-3 0,2 0 0,-1 1 0,-1 2 0,-1 0 0,-2-1 0,-2 2 0,-1-2 0,0 0 0,-1 2 0,-2-2 0,1 0 0,-3 0 0,2 0 0,-1 1 0,0 1 0,-2-1 0,4-2 0,-1 2 0,0-1 0,-1-2 1,1 1-2,0-1 2,0 2-1,-2-2 0,0 3 0,0-1 0,-1 0 0,-1 0 0,-1 0 0,-1-1 0,-1 2 0,-1-3 0,0-1 0,-1 1 0,-1 1 0,-2 1 0,-1-3 0,-1 4 0,-2-2 0,-2 1 0,-4 1 0,-1 0 0,-2 0 0,-2 0 0,-2 1 0,-10-1 0,14 2 0,-14-2 0,9 1 0,-9-1 0,0 0 1,0 0-1,0 0 0,0 0 0,0 0 0,0 0 0,9 3 0,-9-3 0,0 0 1,0 0-1,0 0-1,0 0 1,9-8 1,-9 8-2,0 0 1,0 0 1,0 0-1,0 0 0,0 0 0,10-7 0,-10 7 0,0 0 0,7-9 0,-7 9 1,0 0-1,8-11 1,-8 11-1,7-13 1,-7 13 0,8-15 0,-4 6 1,-1-1-1,2-1 0,-2-1 0,0-1 1,0 0-1,1 2-1,-3 2 0,-1 9-1,5-9-5,-5 9-16,0 0-13,-12 7-1,3 3-1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</inkml:traceFormat>
        <inkml:channelProperties>
          <inkml:channelProperty channel="X" name="resolution" value="28.34995" units="1/cm"/>
          <inkml:channelProperty channel="Y" name="resolution" value="28.36879" units="1/cm"/>
        </inkml:channelProperties>
      </inkml:inkSource>
      <inkml:timestamp xml:id="ts0" timeString="2010-11-03T01:15:33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4723 1509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</inkml:traceFormat>
        <inkml:channelProperties>
          <inkml:channelProperty channel="X" name="resolution" value="28.34995" units="1/cm"/>
          <inkml:channelProperty channel="Y" name="resolution" value="28.36879" units="1/cm"/>
        </inkml:channelProperties>
      </inkml:inkSource>
      <inkml:timestamp xml:id="ts0" timeString="2010-11-03T01:15:33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4723 1509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2/16/23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65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integrity,</a:t>
            </a:r>
            <a:r>
              <a:rPr lang="en-US" baseline="0" dirty="0"/>
              <a:t> one cannot ensure confidentiality.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168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CPA security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(active attacks).</a:t>
            </a:r>
          </a:p>
          <a:p>
            <a:pPr marL="0" indent="0">
              <a:buNone/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2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: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tin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/>
              <a:t>MAC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tin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 </a:t>
            </a:r>
            <a:r>
              <a:rPr lang="en-US" b="1" dirty="0"/>
              <a:t>authenticated encryption </a:t>
            </a:r>
            <a:r>
              <a:rPr lang="en-US" dirty="0"/>
              <a:t>modes (this module)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187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equation will be true</a:t>
            </a:r>
            <a:r>
              <a:rPr lang="en-US" baseline="0" dirty="0"/>
              <a:t> for some checksums, though it may not be true for the TCP checksum.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257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Virus cannot create  </a:t>
            </a:r>
            <a:r>
              <a:rPr lang="en-US" baseline="0" dirty="0"/>
              <a:t> (F’, t’)   that will verify properly.       Note however that virus may try to swap files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55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notation   X^{&lt;L}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035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</a:t>
            </a:r>
            <a:r>
              <a:rPr lang="en-US" baseline="0" dirty="0"/>
              <a:t> that both MACs use a final encryption step.    The internal PRFs are only secure for prefix free messages --- simply say fixed length messages. </a:t>
            </a:r>
          </a:p>
          <a:p>
            <a:r>
              <a:rPr lang="en-US" baseline="0" dirty="0"/>
              <a:t>Cascade is a generalization of GGM.   Is the basis of HMAC.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351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k1, k2 are derived from 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712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nonce-based</a:t>
            </a:r>
            <a:r>
              <a:rPr lang="en-US" baseline="0" dirty="0"/>
              <a:t> encryption adversary also specified </a:t>
            </a:r>
            <a:r>
              <a:rPr lang="en-US" baseline="0" dirty="0" err="1"/>
              <a:t>nonces</a:t>
            </a:r>
            <a:r>
              <a:rPr lang="en-US" baseline="0" dirty="0"/>
              <a:t> in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321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 CI </a:t>
            </a:r>
            <a:r>
              <a:rPr lang="en-US" baseline="0" dirty="0"/>
              <a:t>  and  CPA  arrows on equalities.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895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Processing</a:t>
            </a:r>
            <a:r>
              <a:rPr lang="en-US" baseline="0" dirty="0"/>
              <a:t> associated data:   input to MAC signing is   (key,   </a:t>
            </a:r>
            <a:r>
              <a:rPr lang="en-US" baseline="0" dirty="0" err="1"/>
              <a:t>AssocData</a:t>
            </a:r>
            <a:r>
              <a:rPr lang="en-US" baseline="0" dirty="0"/>
              <a:t> || </a:t>
            </a:r>
            <a:r>
              <a:rPr lang="en-US" baseline="0" dirty="0" err="1"/>
              <a:t>ciphertext</a:t>
            </a:r>
            <a:r>
              <a:rPr lang="en-US" baseline="0" dirty="0"/>
              <a:t> 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575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65DC4-1C94-9B48-9DFA-1F7502DD9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B8EA0-E74D-F547-88C0-865DB2152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EE05C-F94F-A944-A7A3-959B50682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16/02/2023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450FF-033E-6648-BB4F-7DDD0FC59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28DA5-F534-7C45-966B-1D818CB5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306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13C1-E17F-4643-8D9C-E4A0C960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33CF-D39F-0C46-B29F-D5A267A58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3E585-EB74-BB4A-8BF2-169EB53C1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16/02/2023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DD642-D5B9-5542-9836-849727417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C7F86-C4F4-394B-95F2-3239635A9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8164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2C0E-00A8-2F47-9911-58376B2E6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01A5C-E917-204C-B745-385FFBEC0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98EC9-0D32-8247-9577-4F9608122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9C2E8-3417-3C43-A0C5-75093E90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16/02/2023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9F04F-1DD2-3B44-84F5-3CF6AD5C6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C012E-A921-F649-946F-932E3027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7804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2D9A40-67A4-0645-8509-7DCDAB46D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16/02/2023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8CA86-B909-2248-B917-01346644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DC0E0-21A8-2946-834B-8411BD6DD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6086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349F-7DE2-1A4F-A240-F6A764B2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1D48E-6C69-A240-B01C-A7DF732C1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23E4-866C-A742-A87E-F768C5674301}" type="datetimeFigureOut">
              <a:rPr lang="en-VN" smtClean="0"/>
              <a:t>16/02/2023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07931-A9C4-BD49-9848-F75C6B76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09870-D97D-5F4D-86F7-AFD12C5F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C7E7-6CF4-BA4C-9377-F5D691CB47FB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2981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8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2/16/23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8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7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9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9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99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e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jpe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Text&#10;&#10;Description automatically generated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38"/>
            <a:ext cx="2576374" cy="936215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LÝ THUYẾT MẬT MÃ 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TS. TẠ KIM HUỆ </a:t>
            </a:r>
          </a:p>
          <a:p>
            <a:r>
              <a:rPr lang="en-US" sz="2800" b="0" dirty="0"/>
              <a:t>TRƯỜNG ĐIỆN – ĐIỆN TỬ 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3505201" y="1828800"/>
            <a:ext cx="5545663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Mã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xác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thực</a:t>
            </a:r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(Authenticated Encryption)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304800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/>
          </p:nvPr>
        </p:nvSpPr>
        <p:spPr/>
        <p:txBody>
          <a:bodyPr anchor="t">
            <a:noAutofit/>
          </a:bodyPr>
          <a:lstStyle/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Active attacks on </a:t>
            </a:r>
            <a:b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CPA-secure encryption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E0597-21BA-A2ED-3F24-B13C18A6E8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700280" y="1400490"/>
              <a:ext cx="360" cy="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0920" y="139113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/>
          <p:cNvSpPr/>
          <p:nvPr/>
        </p:nvSpPr>
        <p:spPr>
          <a:xfrm>
            <a:off x="0" y="857250"/>
            <a:ext cx="9144000" cy="66675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sz="2000" dirty="0"/>
              <a:t>Online Cryptography Course                                      Dan Boneh</a:t>
            </a:r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752600"/>
            <a:ext cx="315341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011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 the story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Confidentiality (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bí</a:t>
            </a:r>
            <a:r>
              <a:rPr lang="en-US" b="1" dirty="0"/>
              <a:t> </a:t>
            </a:r>
            <a:r>
              <a:rPr lang="en-US" b="1" dirty="0" err="1"/>
              <a:t>mật</a:t>
            </a:r>
            <a:r>
              <a:rPr lang="en-US" b="1" dirty="0"/>
              <a:t>)</a:t>
            </a:r>
            <a:r>
              <a:rPr lang="en-US" dirty="0"/>
              <a:t>:  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chống</a:t>
            </a:r>
            <a:r>
              <a:rPr lang="en-US" dirty="0"/>
              <a:t> </a:t>
            </a:r>
            <a:r>
              <a:rPr lang="en-US" dirty="0" err="1"/>
              <a:t>đươcj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CPA </a:t>
            </a:r>
          </a:p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chống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lén</a:t>
            </a:r>
            <a:r>
              <a:rPr lang="en-US" dirty="0"/>
              <a:t> (</a:t>
            </a:r>
            <a:r>
              <a:rPr lang="en-US" b="1" dirty="0"/>
              <a:t>eavesdropping)</a:t>
            </a:r>
            <a:endParaRPr lang="en-US" dirty="0"/>
          </a:p>
          <a:p>
            <a:pPr marL="0" indent="0">
              <a:spcBef>
                <a:spcPts val="2376"/>
              </a:spcBef>
              <a:buNone/>
            </a:pPr>
            <a:r>
              <a:rPr lang="en-US" b="1" dirty="0"/>
              <a:t>Integrity (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toàn</a:t>
            </a:r>
            <a:r>
              <a:rPr lang="en-US" b="1" dirty="0"/>
              <a:t> </a:t>
            </a:r>
            <a:r>
              <a:rPr lang="en-US" b="1" dirty="0" err="1"/>
              <a:t>vẹn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mạo</a:t>
            </a:r>
            <a:r>
              <a:rPr lang="en-US" dirty="0"/>
              <a:t> </a:t>
            </a:r>
            <a:r>
              <a:rPr lang="en-US" dirty="0" err="1"/>
              <a:t>chống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(Existential unforgeability under a chosen message attack)</a:t>
            </a:r>
          </a:p>
          <a:p>
            <a:r>
              <a:rPr lang="en-US" dirty="0"/>
              <a:t>CBC-MAC,  HMAC,  PMAC,  CW-MAC</a:t>
            </a:r>
          </a:p>
          <a:p>
            <a:pPr marL="0" indent="0">
              <a:spcBef>
                <a:spcPts val="2424"/>
              </a:spcBef>
              <a:buNone/>
            </a:pPr>
            <a:r>
              <a:rPr lang="en-US" dirty="0"/>
              <a:t>This module:   encryption secure against </a:t>
            </a:r>
            <a:r>
              <a:rPr lang="en-US" b="1" dirty="0"/>
              <a:t>tampering (</a:t>
            </a:r>
            <a:r>
              <a:rPr lang="en-US" b="1" dirty="0" err="1"/>
              <a:t>giả</a:t>
            </a:r>
            <a:r>
              <a:rPr lang="en-US" b="1" dirty="0"/>
              <a:t> </a:t>
            </a:r>
            <a:r>
              <a:rPr lang="en-US" b="1" dirty="0" err="1"/>
              <a:t>mạo</a:t>
            </a:r>
            <a:r>
              <a:rPr lang="en-US" b="1" dirty="0"/>
              <a:t>) (active adversary)</a:t>
            </a:r>
          </a:p>
          <a:p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 dirty="0"/>
              <a:t> (Ensuring both confidentiality and integrity) </a:t>
            </a:r>
          </a:p>
        </p:txBody>
      </p:sp>
    </p:spTree>
    <p:extLst>
      <p:ext uri="{BB962C8B-B14F-4D97-AF65-F5344CB8AC3E}">
        <p14:creationId xmlns:p14="http://schemas.microsoft.com/office/powerpoint/2010/main" val="115153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err="1"/>
              <a:t>Một</a:t>
            </a:r>
            <a:r>
              <a:rPr lang="en-US" sz="3600" dirty="0"/>
              <a:t> </a:t>
            </a:r>
            <a:r>
              <a:rPr lang="en-US" sz="3600" dirty="0" err="1"/>
              <a:t>mẫu</a:t>
            </a:r>
            <a:r>
              <a:rPr lang="en-US" sz="3600" dirty="0"/>
              <a:t> </a:t>
            </a:r>
            <a:r>
              <a:rPr lang="en-US" sz="3600" dirty="0" err="1"/>
              <a:t>tấn</a:t>
            </a:r>
            <a:r>
              <a:rPr lang="en-US" sz="3600" dirty="0"/>
              <a:t> </a:t>
            </a:r>
            <a:r>
              <a:rPr lang="en-US" sz="3600" dirty="0" err="1"/>
              <a:t>công</a:t>
            </a:r>
            <a:r>
              <a:rPr lang="en-US" sz="3600" dirty="0"/>
              <a:t> </a:t>
            </a:r>
            <a:r>
              <a:rPr lang="en-US" sz="3600" dirty="0" err="1"/>
              <a:t>giả</a:t>
            </a:r>
            <a:r>
              <a:rPr lang="en-US" sz="3600" dirty="0"/>
              <a:t> </a:t>
            </a:r>
            <a:r>
              <a:rPr lang="en-US" sz="3600" dirty="0" err="1"/>
              <a:t>mạo</a:t>
            </a:r>
            <a:r>
              <a:rPr lang="en-US" sz="3600" dirty="0"/>
              <a:t> (Sample tampering attacks)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7150" indent="0">
              <a:buNone/>
            </a:pPr>
            <a:r>
              <a:rPr lang="en-US" dirty="0"/>
              <a:t>TCP/IP:   (highly abstracted -&gt;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trừu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221" y="4191000"/>
            <a:ext cx="685800" cy="7188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1" y="3429000"/>
            <a:ext cx="976993" cy="12763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67600" y="2590800"/>
            <a:ext cx="106680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WWW</a:t>
            </a:r>
            <a:br>
              <a:rPr lang="en-US" dirty="0"/>
            </a:br>
            <a:r>
              <a:rPr lang="en-US" dirty="0"/>
              <a:t>port =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8616" y="4876801"/>
            <a:ext cx="1038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Bob</a:t>
            </a:r>
          </a:p>
          <a:p>
            <a:pPr algn="ctr"/>
            <a:r>
              <a:rPr lang="en-US" dirty="0"/>
              <a:t>port = 25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828800" y="3886200"/>
            <a:ext cx="2743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057400" y="3429000"/>
            <a:ext cx="22098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dest</a:t>
            </a:r>
            <a:r>
              <a:rPr lang="en-US" dirty="0"/>
              <a:t> = 80      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352800" y="3429000"/>
            <a:ext cx="0" cy="381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44558" y="30480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packet</a:t>
            </a:r>
          </a:p>
        </p:txBody>
      </p:sp>
      <p:cxnSp>
        <p:nvCxnSpPr>
          <p:cNvPr id="19" name="Straight Arrow Connector 18"/>
          <p:cNvCxnSpPr>
            <a:endCxn id="6" idx="1"/>
          </p:cNvCxnSpPr>
          <p:nvPr/>
        </p:nvCxnSpPr>
        <p:spPr>
          <a:xfrm flipV="1">
            <a:off x="5638800" y="2933700"/>
            <a:ext cx="1828800" cy="80010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5" idx="3"/>
            <a:endCxn id="4" idx="1"/>
          </p:cNvCxnSpPr>
          <p:nvPr/>
        </p:nvCxnSpPr>
        <p:spPr>
          <a:xfrm>
            <a:off x="5701393" y="4067176"/>
            <a:ext cx="1788828" cy="48325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rot="20081350" flipV="1">
            <a:off x="6021232" y="3083490"/>
            <a:ext cx="918043" cy="1740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 rot="20089544">
            <a:off x="6011661" y="2746183"/>
            <a:ext cx="60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8200" y="2514600"/>
            <a:ext cx="4343400" cy="3048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28600" y="4267200"/>
            <a:ext cx="1666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0100" y="5486400"/>
            <a:ext cx="209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destination machine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4400" y="4573370"/>
            <a:ext cx="806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TCP/IP</a:t>
            </a:r>
          </a:p>
          <a:p>
            <a:pPr algn="ctr"/>
            <a:r>
              <a:rPr lang="en-US" dirty="0"/>
              <a:t>stack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28600" y="3200400"/>
            <a:ext cx="100965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77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mạo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7150" indent="0">
              <a:buNone/>
            </a:pPr>
            <a:r>
              <a:rPr lang="en-US" dirty="0" err="1"/>
              <a:t>IPsec</a:t>
            </a:r>
            <a:r>
              <a:rPr lang="en-US" dirty="0"/>
              <a:t>:  (highly abstracted)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221" y="4191000"/>
            <a:ext cx="685800" cy="7188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1" y="3429000"/>
            <a:ext cx="976993" cy="12763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67600" y="2590800"/>
            <a:ext cx="106680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WWW</a:t>
            </a:r>
            <a:br>
              <a:rPr lang="en-US" dirty="0"/>
            </a:br>
            <a:r>
              <a:rPr lang="en-US" dirty="0"/>
              <a:t>port =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78616" y="4876801"/>
            <a:ext cx="1038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Bob</a:t>
            </a:r>
          </a:p>
          <a:p>
            <a:pPr algn="ctr"/>
            <a:r>
              <a:rPr lang="en-US" dirty="0"/>
              <a:t>port =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1" y="4572001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1" y="4343401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828800" y="3886200"/>
            <a:ext cx="2743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057400" y="3429000"/>
            <a:ext cx="2209800" cy="381000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dest</a:t>
            </a:r>
            <a:r>
              <a:rPr lang="en-US" dirty="0"/>
              <a:t> = 80      data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352800" y="3429000"/>
            <a:ext cx="0" cy="381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44558" y="30480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packet</a:t>
            </a:r>
          </a:p>
        </p:txBody>
      </p:sp>
      <p:cxnSp>
        <p:nvCxnSpPr>
          <p:cNvPr id="19" name="Straight Arrow Connector 18"/>
          <p:cNvCxnSpPr>
            <a:endCxn id="6" idx="1"/>
          </p:cNvCxnSpPr>
          <p:nvPr/>
        </p:nvCxnSpPr>
        <p:spPr>
          <a:xfrm flipV="1">
            <a:off x="5638800" y="2933700"/>
            <a:ext cx="1828800" cy="800100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 rot="20081350" flipV="1">
            <a:off x="6023014" y="3067044"/>
            <a:ext cx="918043" cy="17406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 rot="20089544">
            <a:off x="6011661" y="2746183"/>
            <a:ext cx="60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8200" y="2514600"/>
            <a:ext cx="4343400" cy="3200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083445" y="4953000"/>
            <a:ext cx="20985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packets encrypted</a:t>
            </a:r>
            <a:br>
              <a:rPr lang="en-US" sz="2000" dirty="0"/>
            </a:br>
            <a:r>
              <a:rPr lang="en-US" sz="2000" dirty="0"/>
              <a:t>using key 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400" y="2819401"/>
            <a:ext cx="806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TCP/IP</a:t>
            </a:r>
          </a:p>
          <a:p>
            <a:pPr algn="ctr"/>
            <a:r>
              <a:rPr lang="en-US" dirty="0"/>
              <a:t>stack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752600" y="4267200"/>
            <a:ext cx="2743200" cy="457200"/>
            <a:chOff x="1752600" y="3409950"/>
            <a:chExt cx="2743200" cy="457200"/>
          </a:xfrm>
        </p:grpSpPr>
        <p:cxnSp>
          <p:nvCxnSpPr>
            <p:cNvPr id="24" name="Straight Arrow Connector 23"/>
            <p:cNvCxnSpPr/>
            <p:nvPr/>
          </p:nvCxnSpPr>
          <p:spPr>
            <a:xfrm>
              <a:off x="1752600" y="3867150"/>
              <a:ext cx="27432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2057400" y="3409950"/>
              <a:ext cx="2209800" cy="381000"/>
            </a:xfrm>
            <a:prstGeom prst="rect">
              <a:avLst/>
            </a:prstGeom>
            <a:pattFill prst="horzBrick">
              <a:fgClr>
                <a:schemeClr val="accent1">
                  <a:shade val="51000"/>
                  <a:satMod val="130000"/>
                </a:schemeClr>
              </a:fgClr>
              <a:bgClr>
                <a:srgbClr val="FF0000"/>
              </a:bgClr>
            </a:patt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    </a:t>
              </a:r>
              <a:r>
                <a:rPr lang="en-US" dirty="0" err="1"/>
                <a:t>dest</a:t>
              </a:r>
              <a:r>
                <a:rPr lang="en-US" dirty="0"/>
                <a:t> = 25      stuff</a:t>
              </a:r>
            </a:p>
          </p:txBody>
        </p:sp>
        <p:cxnSp>
          <p:nvCxnSpPr>
            <p:cNvPr id="28" name="Straight Connector 27"/>
            <p:cNvCxnSpPr/>
            <p:nvPr/>
          </p:nvCxnSpPr>
          <p:spPr>
            <a:xfrm>
              <a:off x="3352800" y="3409950"/>
              <a:ext cx="0" cy="381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5701393" y="3783042"/>
            <a:ext cx="1788828" cy="767393"/>
            <a:chOff x="5701393" y="2925791"/>
            <a:chExt cx="1788828" cy="767393"/>
          </a:xfrm>
        </p:grpSpPr>
        <p:cxnSp>
          <p:nvCxnSpPr>
            <p:cNvPr id="21" name="Straight Arrow Connector 20"/>
            <p:cNvCxnSpPr>
              <a:stCxn id="5" idx="3"/>
              <a:endCxn id="4" idx="1"/>
            </p:cNvCxnSpPr>
            <p:nvPr/>
          </p:nvCxnSpPr>
          <p:spPr>
            <a:xfrm>
              <a:off x="5701393" y="3209925"/>
              <a:ext cx="1788828" cy="483259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/>
            <p:cNvGrpSpPr/>
            <p:nvPr/>
          </p:nvGrpSpPr>
          <p:grpSpPr>
            <a:xfrm rot="2435598">
              <a:off x="6245800" y="2925791"/>
              <a:ext cx="937535" cy="494928"/>
              <a:chOff x="6155921" y="3565332"/>
              <a:chExt cx="937535" cy="494928"/>
            </a:xfrm>
          </p:grpSpPr>
          <p:sp>
            <p:nvSpPr>
              <p:cNvPr id="30" name="Rectangle 29"/>
              <p:cNvSpPr/>
              <p:nvPr/>
            </p:nvSpPr>
            <p:spPr>
              <a:xfrm rot="20081350" flipV="1">
                <a:off x="6175413" y="3886194"/>
                <a:ext cx="918043" cy="17406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 rot="20089544">
                <a:off x="6155921" y="3565332"/>
                <a:ext cx="6206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stuff</a:t>
                </a:r>
              </a:p>
            </p:txBody>
          </p:sp>
        </p:grpSp>
      </p:grp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09600" y="3352800"/>
            <a:ext cx="1009650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4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someone else’s data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9D38FB-31DB-0CFD-2BDE-D7AE942C06A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1" y="4038600"/>
            <a:ext cx="685800" cy="7188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210" y="3276600"/>
            <a:ext cx="816591" cy="1066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43800" y="2438400"/>
            <a:ext cx="106680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WWW</a:t>
            </a:r>
            <a:br>
              <a:rPr lang="en-US" dirty="0"/>
            </a:br>
            <a:r>
              <a:rPr lang="en-US" dirty="0"/>
              <a:t>port =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4816" y="4724401"/>
            <a:ext cx="1038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Bob</a:t>
            </a:r>
          </a:p>
          <a:p>
            <a:pPr algn="ctr"/>
            <a:r>
              <a:rPr lang="en-US" dirty="0"/>
              <a:t>port =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3608" y="4267201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1" y="3886201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1447800" y="2743200"/>
            <a:ext cx="3733800" cy="457200"/>
            <a:chOff x="1371600" y="2266950"/>
            <a:chExt cx="3733800" cy="457200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1371600" y="2724150"/>
              <a:ext cx="3733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2057400" y="2266950"/>
              <a:ext cx="2209800" cy="381000"/>
            </a:xfrm>
            <a:prstGeom prst="rect">
              <a:avLst/>
            </a:prstGeom>
            <a:pattFill prst="horzBrick">
              <a:fgClr>
                <a:schemeClr val="accent1">
                  <a:shade val="51000"/>
                  <a:satMod val="130000"/>
                </a:schemeClr>
              </a:fgClr>
              <a:bgClr>
                <a:srgbClr val="FF0000"/>
              </a:bgClr>
            </a:patt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dest</a:t>
              </a:r>
              <a:r>
                <a:rPr lang="en-US" dirty="0"/>
                <a:t> = 80      data</a:t>
              </a: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3352800" y="2266950"/>
              <a:ext cx="0" cy="381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Rectangle 25"/>
          <p:cNvSpPr/>
          <p:nvPr/>
        </p:nvSpPr>
        <p:spPr>
          <a:xfrm>
            <a:off x="5334000" y="2362200"/>
            <a:ext cx="3733800" cy="32004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6477001" y="3597164"/>
            <a:ext cx="1165621" cy="593837"/>
            <a:chOff x="6400800" y="2946947"/>
            <a:chExt cx="1165621" cy="593837"/>
          </a:xfrm>
        </p:grpSpPr>
        <p:cxnSp>
          <p:nvCxnSpPr>
            <p:cNvPr id="21" name="Straight Arrow Connector 20"/>
            <p:cNvCxnSpPr>
              <a:endCxn id="4" idx="1"/>
            </p:cNvCxnSpPr>
            <p:nvPr/>
          </p:nvCxnSpPr>
          <p:spPr>
            <a:xfrm>
              <a:off x="6400800" y="3105150"/>
              <a:ext cx="1165621" cy="43563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 rot="1273345">
              <a:off x="6661310" y="2946947"/>
              <a:ext cx="748955" cy="31661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304801" y="4923631"/>
            <a:ext cx="4147289" cy="948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sz="2400" dirty="0"/>
              <a:t>Easy to do for CBC with rand. IV</a:t>
            </a:r>
          </a:p>
          <a:p>
            <a:pPr>
              <a:lnSpc>
                <a:spcPts val="2400"/>
              </a:lnSpc>
              <a:spcBef>
                <a:spcPts val="1800"/>
              </a:spcBef>
            </a:pPr>
            <a:r>
              <a:rPr lang="en-US" sz="2400" dirty="0"/>
              <a:t>        (only IV is changed)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583" y="1600201"/>
            <a:ext cx="7214026" cy="11490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840"/>
              </a:lnSpc>
            </a:pPr>
            <a:r>
              <a:rPr lang="en-US" sz="2200" dirty="0"/>
              <a:t>Note:  </a:t>
            </a:r>
            <a:r>
              <a:rPr lang="en-US" sz="2200" dirty="0" err="1"/>
              <a:t>kẻ</a:t>
            </a:r>
            <a:r>
              <a:rPr lang="en-US" sz="2200" dirty="0"/>
              <a:t> </a:t>
            </a:r>
            <a:r>
              <a:rPr lang="en-US" sz="2200" dirty="0" err="1"/>
              <a:t>tấn</a:t>
            </a:r>
            <a:r>
              <a:rPr lang="en-US" sz="2200" dirty="0"/>
              <a:t> </a:t>
            </a:r>
            <a:r>
              <a:rPr lang="en-US" sz="2200" dirty="0" err="1"/>
              <a:t>công</a:t>
            </a:r>
            <a:r>
              <a:rPr lang="en-US" sz="2200" dirty="0"/>
              <a:t> </a:t>
            </a:r>
            <a:r>
              <a:rPr lang="en-US" sz="2200" dirty="0" err="1"/>
              <a:t>thu</a:t>
            </a:r>
            <a:r>
              <a:rPr lang="en-US" sz="2200" dirty="0"/>
              <a:t> </a:t>
            </a:r>
            <a:r>
              <a:rPr lang="en-US" sz="2200" dirty="0" err="1"/>
              <a:t>được</a:t>
            </a:r>
            <a:r>
              <a:rPr lang="en-US" sz="2200" dirty="0"/>
              <a:t> </a:t>
            </a:r>
            <a:r>
              <a:rPr lang="en-US" sz="2200" dirty="0" err="1"/>
              <a:t>bản</a:t>
            </a:r>
            <a:r>
              <a:rPr lang="en-US" sz="2200" dirty="0"/>
              <a:t> </a:t>
            </a:r>
            <a:r>
              <a:rPr lang="en-US" sz="2200" dirty="0" err="1"/>
              <a:t>giải</a:t>
            </a:r>
            <a:r>
              <a:rPr lang="en-US" sz="2200" dirty="0"/>
              <a:t> </a:t>
            </a:r>
            <a:r>
              <a:rPr lang="en-US" sz="2200" dirty="0" err="1"/>
              <a:t>mã</a:t>
            </a:r>
            <a:r>
              <a:rPr lang="en-US" sz="2200" dirty="0"/>
              <a:t> </a:t>
            </a:r>
            <a:r>
              <a:rPr lang="en-US" sz="2200" dirty="0" err="1"/>
              <a:t>của</a:t>
            </a:r>
            <a:r>
              <a:rPr lang="en-US" sz="2200" dirty="0"/>
              <a:t> </a:t>
            </a:r>
            <a:r>
              <a:rPr lang="en-US" sz="2200" dirty="0" err="1"/>
              <a:t>bất</a:t>
            </a:r>
            <a:r>
              <a:rPr lang="en-US" sz="2200" dirty="0"/>
              <a:t> </a:t>
            </a:r>
            <a:r>
              <a:rPr lang="en-US" sz="2200" dirty="0" err="1"/>
              <a:t>kỳ</a:t>
            </a:r>
            <a:r>
              <a:rPr lang="en-US" sz="2200" dirty="0"/>
              <a:t> ciphertext</a:t>
            </a:r>
            <a:br>
              <a:rPr lang="en-US" sz="2200" dirty="0"/>
            </a:br>
            <a:r>
              <a:rPr lang="en-US" sz="2200" dirty="0"/>
              <a:t>             </a:t>
            </a:r>
            <a:r>
              <a:rPr lang="en-US" sz="2200" dirty="0" err="1"/>
              <a:t>bắt</a:t>
            </a:r>
            <a:r>
              <a:rPr lang="en-US" sz="2200" dirty="0"/>
              <a:t> </a:t>
            </a:r>
            <a:r>
              <a:rPr lang="en-US" sz="2200" dirty="0" err="1"/>
              <a:t>đầu</a:t>
            </a:r>
            <a:r>
              <a:rPr lang="en-US" sz="2200" dirty="0"/>
              <a:t> </a:t>
            </a:r>
            <a:r>
              <a:rPr lang="en-US" sz="2200" dirty="0" err="1"/>
              <a:t>với</a:t>
            </a:r>
            <a:r>
              <a:rPr lang="en-US" sz="2200" dirty="0"/>
              <a:t> “</a:t>
            </a:r>
            <a:r>
              <a:rPr lang="en-US" sz="2200" dirty="0" err="1"/>
              <a:t>dest</a:t>
            </a:r>
            <a:r>
              <a:rPr lang="en-US" sz="2200" dirty="0"/>
              <a:t>=25”</a:t>
            </a:r>
          </a:p>
          <a:p>
            <a:endParaRPr lang="en-US" sz="2200" dirty="0"/>
          </a:p>
        </p:txBody>
      </p:sp>
      <p:grpSp>
        <p:nvGrpSpPr>
          <p:cNvPr id="3" name="Group 2"/>
          <p:cNvGrpSpPr/>
          <p:nvPr/>
        </p:nvGrpSpPr>
        <p:grpSpPr>
          <a:xfrm>
            <a:off x="1447800" y="3581400"/>
            <a:ext cx="3733800" cy="838200"/>
            <a:chOff x="1371600" y="3105150"/>
            <a:chExt cx="3733800" cy="838200"/>
          </a:xfrm>
        </p:grpSpPr>
        <p:grpSp>
          <p:nvGrpSpPr>
            <p:cNvPr id="32" name="Group 31"/>
            <p:cNvGrpSpPr/>
            <p:nvPr/>
          </p:nvGrpSpPr>
          <p:grpSpPr>
            <a:xfrm>
              <a:off x="1752600" y="3105150"/>
              <a:ext cx="2514600" cy="762000"/>
              <a:chOff x="1752600" y="2876550"/>
              <a:chExt cx="2514600" cy="762000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2057400" y="3257550"/>
                <a:ext cx="2209800" cy="381000"/>
              </a:xfrm>
              <a:prstGeom prst="rect">
                <a:avLst/>
              </a:prstGeom>
              <a:pattFill prst="horzBrick">
                <a:fgClr>
                  <a:schemeClr val="accent1">
                    <a:shade val="51000"/>
                    <a:satMod val="130000"/>
                  </a:schemeClr>
                </a:fgClr>
                <a:bgClr>
                  <a:srgbClr val="FF0000"/>
                </a:bgClr>
              </a:pattFill>
              <a:ln w="381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    </a:t>
                </a:r>
                <a:r>
                  <a:rPr lang="en-US" dirty="0" err="1"/>
                  <a:t>dest</a:t>
                </a:r>
                <a:r>
                  <a:rPr lang="en-US" dirty="0"/>
                  <a:t> = 25      data</a:t>
                </a:r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3352800" y="3257550"/>
                <a:ext cx="0" cy="3810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/>
              <p:cNvSpPr txBox="1"/>
              <p:nvPr/>
            </p:nvSpPr>
            <p:spPr>
              <a:xfrm>
                <a:off x="1752600" y="2876550"/>
                <a:ext cx="6149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Bob:</a:t>
                </a:r>
              </a:p>
            </p:txBody>
          </p:sp>
        </p:grpSp>
        <p:cxnSp>
          <p:nvCxnSpPr>
            <p:cNvPr id="39" name="Straight Arrow Connector 38"/>
            <p:cNvCxnSpPr/>
            <p:nvPr/>
          </p:nvCxnSpPr>
          <p:spPr>
            <a:xfrm>
              <a:off x="1371600" y="3943350"/>
              <a:ext cx="3733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Down Arrow 10"/>
          <p:cNvSpPr/>
          <p:nvPr/>
        </p:nvSpPr>
        <p:spPr>
          <a:xfrm>
            <a:off x="3060700" y="3365500"/>
            <a:ext cx="228600" cy="4572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676401" y="2667000"/>
            <a:ext cx="4380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IV,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9397" y="3924300"/>
            <a:ext cx="5227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IV’,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1000" y="3048000"/>
            <a:ext cx="933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8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1" grpId="0" animBg="1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66800" y="1295400"/>
            <a:ext cx="2209800" cy="381000"/>
            <a:chOff x="2057400" y="2266950"/>
            <a:chExt cx="2209800" cy="381000"/>
          </a:xfrm>
        </p:grpSpPr>
        <p:sp>
          <p:nvSpPr>
            <p:cNvPr id="7" name="Rectangle 6"/>
            <p:cNvSpPr/>
            <p:nvPr/>
          </p:nvSpPr>
          <p:spPr>
            <a:xfrm>
              <a:off x="2057400" y="2266950"/>
              <a:ext cx="2209800" cy="381000"/>
            </a:xfrm>
            <a:prstGeom prst="rect">
              <a:avLst/>
            </a:prstGeom>
            <a:pattFill prst="horzBrick">
              <a:fgClr>
                <a:schemeClr val="accent1">
                  <a:shade val="51000"/>
                  <a:satMod val="130000"/>
                </a:schemeClr>
              </a:fgClr>
              <a:bgClr>
                <a:srgbClr val="FF0000"/>
              </a:bgClr>
            </a:patt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dest</a:t>
              </a:r>
              <a:r>
                <a:rPr lang="en-US" dirty="0"/>
                <a:t> = 80      data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3352800" y="2266950"/>
              <a:ext cx="0" cy="381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5562600" y="1295400"/>
            <a:ext cx="2209800" cy="381000"/>
            <a:chOff x="2057400" y="3257550"/>
            <a:chExt cx="2209800" cy="381000"/>
          </a:xfrm>
        </p:grpSpPr>
        <p:sp>
          <p:nvSpPr>
            <p:cNvPr id="12" name="Rectangle 11"/>
            <p:cNvSpPr/>
            <p:nvPr/>
          </p:nvSpPr>
          <p:spPr>
            <a:xfrm>
              <a:off x="2057400" y="3257550"/>
              <a:ext cx="2209800" cy="381000"/>
            </a:xfrm>
            <a:prstGeom prst="rect">
              <a:avLst/>
            </a:prstGeom>
            <a:pattFill prst="horzBrick">
              <a:fgClr>
                <a:schemeClr val="accent1">
                  <a:shade val="51000"/>
                  <a:satMod val="130000"/>
                </a:schemeClr>
              </a:fgClr>
              <a:bgClr>
                <a:srgbClr val="FF0000"/>
              </a:bgClr>
            </a:patt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    </a:t>
              </a:r>
              <a:r>
                <a:rPr lang="en-US" dirty="0" err="1"/>
                <a:t>dest</a:t>
              </a:r>
              <a:r>
                <a:rPr lang="en-US" dirty="0"/>
                <a:t> = 25      data</a:t>
              </a:r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3352800" y="3257550"/>
              <a:ext cx="0" cy="3810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Down Arrow 14"/>
          <p:cNvSpPr/>
          <p:nvPr/>
        </p:nvSpPr>
        <p:spPr>
          <a:xfrm rot="16200000">
            <a:off x="4229100" y="1257300"/>
            <a:ext cx="228600" cy="45720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08000" y="1257300"/>
            <a:ext cx="516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IV 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3001" y="1257300"/>
            <a:ext cx="5872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IV’ 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2133600"/>
            <a:ext cx="5987186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Encryption is done with CBC with a random IV.</a:t>
            </a:r>
          </a:p>
          <a:p>
            <a:endParaRPr lang="en-US" sz="2400" dirty="0"/>
          </a:p>
          <a:p>
            <a:r>
              <a:rPr lang="en-US" sz="2400" dirty="0"/>
              <a:t>What should IV’ be?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1" y="3581401"/>
            <a:ext cx="2462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IV’ = IV ⨁ (…25…)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629" y="4034136"/>
            <a:ext cx="2397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IV’ = IV ⨁ (…80…)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0630" y="4491336"/>
            <a:ext cx="3791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IV’ = IV ⨁ (…80…) ⨁ (…25…)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0629" y="4948536"/>
            <a:ext cx="2146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It can’t be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8600" y="2743201"/>
            <a:ext cx="5019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m[0] = D(k, c[0]) ⨁ IV  = “</a:t>
            </a:r>
            <a:r>
              <a:rPr lang="en-US" sz="2400" dirty="0" err="1"/>
              <a:t>dest</a:t>
            </a:r>
            <a:r>
              <a:rPr lang="en-US" sz="2400" dirty="0"/>
              <a:t>=80…”   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974124" y="4517329"/>
              <a:ext cx="5860080" cy="1156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64764" y="4507969"/>
                <a:ext cx="5878800" cy="11750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DD99716-5C68-77C9-D597-EA4A0216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2F5EB3-893A-7604-C1DF-A6C7C7D59E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8192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attack using only network access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0F4396-EEF2-5F0B-F4E5-CF472AB912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2667001"/>
            <a:ext cx="1403288" cy="18332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1" y="2286001"/>
            <a:ext cx="558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1" y="3352801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371600" y="3124200"/>
            <a:ext cx="5029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81000" y="2514600"/>
            <a:ext cx="857250" cy="8572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2400" y="1676401"/>
            <a:ext cx="8467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Remote terminal app.:    each keystroke encrypted with CTR mode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1012" y="2209800"/>
            <a:ext cx="1484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TCP/IP packet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2616200"/>
            <a:ext cx="2895600" cy="381000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D9D9D9"/>
                </a:solidFill>
              </a:rPr>
              <a:t>  IP </a:t>
            </a:r>
            <a:r>
              <a:rPr lang="en-US" dirty="0" err="1">
                <a:solidFill>
                  <a:srgbClr val="D9D9D9"/>
                </a:solidFill>
              </a:rPr>
              <a:t>hdr</a:t>
            </a:r>
            <a:r>
              <a:rPr lang="en-US" dirty="0">
                <a:solidFill>
                  <a:srgbClr val="D9D9D9"/>
                </a:solidFill>
              </a:rPr>
              <a:t>    TCP </a:t>
            </a:r>
            <a:r>
              <a:rPr lang="en-US" dirty="0" err="1">
                <a:solidFill>
                  <a:srgbClr val="D9D9D9"/>
                </a:solidFill>
              </a:rPr>
              <a:t>hdr</a:t>
            </a:r>
            <a:r>
              <a:rPr lang="en-US" dirty="0">
                <a:solidFill>
                  <a:srgbClr val="D9D9D9"/>
                </a:solidFill>
              </a:rPr>
              <a:t>   </a:t>
            </a:r>
          </a:p>
        </p:txBody>
      </p:sp>
      <p:cxnSp>
        <p:nvCxnSpPr>
          <p:cNvPr id="39" name="Straight Connector 38"/>
          <p:cNvCxnSpPr/>
          <p:nvPr/>
        </p:nvCxnSpPr>
        <p:spPr>
          <a:xfrm>
            <a:off x="4673600" y="2590800"/>
            <a:ext cx="0" cy="381000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124200" y="2590800"/>
            <a:ext cx="0" cy="381000"/>
          </a:xfrm>
          <a:prstGeom prst="line">
            <a:avLst/>
          </a:prstGeom>
          <a:ln w="571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4191000" y="2590800"/>
            <a:ext cx="0" cy="381000"/>
          </a:xfrm>
          <a:prstGeom prst="line">
            <a:avLst/>
          </a:prstGeom>
          <a:ln w="19050" cmpd="sng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362201" y="3352800"/>
            <a:ext cx="2021497" cy="369332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r>
              <a:rPr lang="en-US" dirty="0"/>
              <a:t>16 bit TCP checksum</a:t>
            </a:r>
          </a:p>
        </p:txBody>
      </p:sp>
      <p:cxnSp>
        <p:nvCxnSpPr>
          <p:cNvPr id="44" name="Curved Connector 43"/>
          <p:cNvCxnSpPr>
            <a:stCxn id="42" idx="3"/>
            <a:endCxn id="85" idx="2"/>
          </p:cNvCxnSpPr>
          <p:nvPr/>
        </p:nvCxnSpPr>
        <p:spPr>
          <a:xfrm flipV="1">
            <a:off x="4383697" y="2997200"/>
            <a:ext cx="27256" cy="540266"/>
          </a:xfrm>
          <a:prstGeom prst="curvedConnector2">
            <a:avLst/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105400" y="3352800"/>
            <a:ext cx="1645492" cy="3693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dirty="0"/>
              <a:t>1 byte keystroke</a:t>
            </a:r>
          </a:p>
        </p:txBody>
      </p:sp>
      <p:cxnSp>
        <p:nvCxnSpPr>
          <p:cNvPr id="55" name="Curved Connector 54"/>
          <p:cNvCxnSpPr/>
          <p:nvPr/>
        </p:nvCxnSpPr>
        <p:spPr>
          <a:xfrm rot="16200000" flipV="1">
            <a:off x="4670167" y="3178433"/>
            <a:ext cx="565666" cy="152400"/>
          </a:xfrm>
          <a:prstGeom prst="curvedConnector3">
            <a:avLst>
              <a:gd name="adj1" fmla="val 50000"/>
            </a:avLst>
          </a:prstGeom>
          <a:ln>
            <a:solidFill>
              <a:srgbClr val="3366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1524000" y="4114800"/>
            <a:ext cx="5029200" cy="519668"/>
            <a:chOff x="1524000" y="3257550"/>
            <a:chExt cx="5029200" cy="519668"/>
          </a:xfrm>
        </p:grpSpPr>
        <p:sp>
          <p:nvSpPr>
            <p:cNvPr id="71" name="Rectangle 70"/>
            <p:cNvSpPr/>
            <p:nvPr/>
          </p:nvSpPr>
          <p:spPr>
            <a:xfrm>
              <a:off x="2286000" y="3295650"/>
              <a:ext cx="2895600" cy="381000"/>
            </a:xfrm>
            <a:prstGeom prst="rect">
              <a:avLst/>
            </a:prstGeom>
            <a:pattFill prst="horzBrick">
              <a:fgClr>
                <a:schemeClr val="accent1">
                  <a:shade val="51000"/>
                  <a:satMod val="130000"/>
                </a:schemeClr>
              </a:fgClr>
              <a:bgClr>
                <a:srgbClr val="FF0000"/>
              </a:bgClr>
            </a:patt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  </a:t>
              </a:r>
              <a:r>
                <a:rPr lang="en-US" dirty="0">
                  <a:solidFill>
                    <a:srgbClr val="D9D9D9"/>
                  </a:solidFill>
                </a:rPr>
                <a:t>IP </a:t>
              </a:r>
              <a:r>
                <a:rPr lang="en-US" dirty="0" err="1">
                  <a:solidFill>
                    <a:srgbClr val="D9D9D9"/>
                  </a:solidFill>
                </a:rPr>
                <a:t>hdr</a:t>
              </a:r>
              <a:r>
                <a:rPr lang="en-US" dirty="0">
                  <a:solidFill>
                    <a:srgbClr val="D9D9D9"/>
                  </a:solidFill>
                </a:rPr>
                <a:t>    TCP </a:t>
              </a:r>
              <a:r>
                <a:rPr lang="en-US" dirty="0" err="1">
                  <a:solidFill>
                    <a:srgbClr val="D9D9D9"/>
                  </a:solidFill>
                </a:rPr>
                <a:t>hdr</a:t>
              </a:r>
              <a:r>
                <a:rPr lang="en-US" dirty="0">
                  <a:solidFill>
                    <a:srgbClr val="D9D9D9"/>
                  </a:solidFill>
                </a:rPr>
                <a:t>   </a:t>
              </a:r>
            </a:p>
          </p:txBody>
        </p:sp>
        <p:cxnSp>
          <p:nvCxnSpPr>
            <p:cNvPr id="72" name="Straight Connector 71"/>
            <p:cNvCxnSpPr/>
            <p:nvPr/>
          </p:nvCxnSpPr>
          <p:spPr>
            <a:xfrm>
              <a:off x="4673600" y="3270250"/>
              <a:ext cx="0" cy="381000"/>
            </a:xfrm>
            <a:prstGeom prst="line">
              <a:avLst/>
            </a:prstGeom>
            <a:ln w="5715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3124200" y="3270250"/>
              <a:ext cx="0" cy="381000"/>
            </a:xfrm>
            <a:prstGeom prst="line">
              <a:avLst/>
            </a:prstGeom>
            <a:ln w="5715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191000" y="3270250"/>
              <a:ext cx="0" cy="381000"/>
            </a:xfrm>
            <a:prstGeom prst="line">
              <a:avLst/>
            </a:prstGeom>
            <a:ln w="1905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4152900" y="3257550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FFFFFF"/>
                  </a:solidFill>
                </a:rPr>
                <a:t>⨁ t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648200" y="3257550"/>
              <a:ext cx="5822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⨁ s</a:t>
              </a:r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>
              <a:off x="1524000" y="3777218"/>
              <a:ext cx="50292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TextBox 77"/>
          <p:cNvSpPr txBox="1"/>
          <p:nvPr/>
        </p:nvSpPr>
        <p:spPr>
          <a:xfrm>
            <a:off x="204802" y="4126468"/>
            <a:ext cx="1776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for all t, s send: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24000" y="4824968"/>
            <a:ext cx="5029200" cy="369332"/>
            <a:chOff x="1524000" y="3967718"/>
            <a:chExt cx="5029200" cy="369332"/>
          </a:xfrm>
        </p:grpSpPr>
        <p:cxnSp>
          <p:nvCxnSpPr>
            <p:cNvPr id="79" name="Straight Arrow Connector 78"/>
            <p:cNvCxnSpPr/>
            <p:nvPr/>
          </p:nvCxnSpPr>
          <p:spPr>
            <a:xfrm flipH="1">
              <a:off x="1524000" y="4056618"/>
              <a:ext cx="50292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2095500" y="3967718"/>
              <a:ext cx="4112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ACK if valid checksum,  nothing otherwise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692982" y="5498068"/>
            <a:ext cx="670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   checksum(</a:t>
            </a:r>
            <a:r>
              <a:rPr lang="en-US" dirty="0" err="1"/>
              <a:t>hdr</a:t>
            </a:r>
            <a:r>
              <a:rPr lang="en-US" dirty="0"/>
              <a:t>, D)  = t ⨁ checksum(</a:t>
            </a:r>
            <a:r>
              <a:rPr lang="en-US" dirty="0" err="1"/>
              <a:t>hdr</a:t>
            </a:r>
            <a:r>
              <a:rPr lang="en-US" dirty="0"/>
              <a:t>, D⨁s)     }    ⇒   can find  D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24400" y="2590800"/>
            <a:ext cx="342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54500" y="259709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04495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CPA security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(active attacks).</a:t>
            </a:r>
          </a:p>
          <a:p>
            <a:pPr marL="0" indent="0">
              <a:buNone/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2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: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tin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/>
              <a:t>MAC</a:t>
            </a:r>
          </a:p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tin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 </a:t>
            </a:r>
            <a:r>
              <a:rPr lang="en-US" b="1" dirty="0"/>
              <a:t>authenticated encryption </a:t>
            </a:r>
            <a:r>
              <a:rPr lang="en-US" dirty="0"/>
              <a:t>modes (this module)</a:t>
            </a:r>
          </a:p>
        </p:txBody>
      </p:sp>
    </p:spTree>
    <p:extLst>
      <p:ext uri="{BB962C8B-B14F-4D97-AF65-F5344CB8AC3E}">
        <p14:creationId xmlns:p14="http://schemas.microsoft.com/office/powerpoint/2010/main" val="4068005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216397" y="2228851"/>
            <a:ext cx="3714750" cy="107156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Toàn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vẹn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thông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điệp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(Message integrity)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311649" y="3143250"/>
            <a:ext cx="32232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/>
          </p:nvPr>
        </p:nvSpPr>
        <p:spPr/>
        <p:txBody>
          <a:bodyPr anchor="t">
            <a:noAutofit/>
          </a:bodyPr>
          <a:lstStyle/>
          <a:p>
            <a:pPr algn="l"/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Message Auth. Codes  (MAC) – </a:t>
            </a:r>
            <a:r>
              <a:rPr lang="en-US" sz="3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Mã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xác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thực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thông</a:t>
            </a:r>
            <a:r>
              <a:rPr lang="en-US" sz="3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điệp</a:t>
            </a:r>
            <a:endParaRPr lang="en-US" sz="3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7AF0C4-D02D-CE6E-317E-C707514493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418210" y="1907618"/>
              <a:ext cx="270" cy="27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1190" y="1900598"/>
                <a:ext cx="14310" cy="1431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/>
          <p:cNvSpPr/>
          <p:nvPr/>
        </p:nvSpPr>
        <p:spPr>
          <a:xfrm>
            <a:off x="1143000" y="1500188"/>
            <a:ext cx="6858000" cy="500063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sz="1500" dirty="0"/>
              <a:t>Online Cryptography Course                                      Dan Boneh</a:t>
            </a:r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2171701"/>
            <a:ext cx="2365058" cy="272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74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(Message Integrity)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  <a:tabLst>
                <a:tab pos="2400300" algn="l"/>
              </a:tabLst>
            </a:pP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:     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 dirty="0"/>
              <a:t> (</a:t>
            </a:r>
            <a:r>
              <a:rPr lang="en-US" b="1" dirty="0"/>
              <a:t>integrity)</a:t>
            </a:r>
            <a:r>
              <a:rPr lang="en-US" dirty="0"/>
              <a:t>, 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bí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tin (no confidentiality).</a:t>
            </a:r>
          </a:p>
          <a:p>
            <a:pPr>
              <a:lnSpc>
                <a:spcPct val="120000"/>
              </a:lnSpc>
              <a:tabLst>
                <a:tab pos="2400300" algn="l"/>
              </a:tabLst>
            </a:pPr>
            <a:endParaRPr lang="en-US" dirty="0">
              <a:sym typeface="Symbol" charset="0"/>
            </a:endParaRPr>
          </a:p>
          <a:p>
            <a:pPr marL="0" indent="0">
              <a:lnSpc>
                <a:spcPct val="120000"/>
              </a:lnSpc>
              <a:buNone/>
              <a:tabLst>
                <a:tab pos="2400300" algn="l"/>
              </a:tabLst>
            </a:pPr>
            <a:r>
              <a:rPr lang="en-US" dirty="0">
                <a:sym typeface="Symbol" charset="0"/>
              </a:rPr>
              <a:t>Examples:</a:t>
            </a:r>
          </a:p>
          <a:p>
            <a:pPr lvl="1">
              <a:lnSpc>
                <a:spcPct val="120000"/>
              </a:lnSpc>
              <a:tabLst>
                <a:tab pos="2400300" algn="l"/>
              </a:tabLst>
            </a:pPr>
            <a:r>
              <a:rPr lang="en-US" dirty="0" err="1">
                <a:sym typeface="Symbol" charset="0"/>
              </a:rPr>
              <a:t>Bảo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vệ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các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mã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nhị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phân</a:t>
            </a:r>
            <a:r>
              <a:rPr lang="en-US" dirty="0">
                <a:sym typeface="Symbol" charset="0"/>
              </a:rPr>
              <a:t> (Protecting public binaries on disk).   </a:t>
            </a:r>
          </a:p>
          <a:p>
            <a:pPr lvl="1">
              <a:lnSpc>
                <a:spcPct val="120000"/>
              </a:lnSpc>
              <a:tabLst>
                <a:tab pos="2400300" algn="l"/>
              </a:tabLst>
            </a:pPr>
            <a:r>
              <a:rPr lang="en-US" dirty="0" err="1">
                <a:sym typeface="Symbol" charset="0"/>
              </a:rPr>
              <a:t>Bảo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vệ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các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bảng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quảng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cáo</a:t>
            </a:r>
            <a:r>
              <a:rPr lang="en-US" dirty="0">
                <a:sym typeface="Symbol" charset="0"/>
              </a:rPr>
              <a:t> (Protecting banner ads on web pages).</a:t>
            </a:r>
          </a:p>
        </p:txBody>
      </p:sp>
    </p:spTree>
    <p:extLst>
      <p:ext uri="{BB962C8B-B14F-4D97-AF65-F5344CB8AC3E}">
        <p14:creationId xmlns:p14="http://schemas.microsoft.com/office/powerpoint/2010/main" val="402037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Message integrity:   MACs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2863" indent="0">
              <a:spcBef>
                <a:spcPts val="900"/>
              </a:spcBef>
              <a:buNone/>
              <a:tabLst>
                <a:tab pos="2400300" algn="l"/>
              </a:tabLst>
            </a:pPr>
            <a:r>
              <a:rPr lang="en-US" dirty="0" err="1">
                <a:sym typeface="Symbol" charset="0"/>
              </a:rPr>
              <a:t>Def</a:t>
            </a:r>
            <a:r>
              <a:rPr lang="en-US" dirty="0">
                <a:sym typeface="Symbol" charset="0"/>
              </a:rPr>
              <a:t>:    </a:t>
            </a:r>
            <a:r>
              <a:rPr lang="en-US" b="1" dirty="0">
                <a:sym typeface="Symbol" charset="0"/>
              </a:rPr>
              <a:t>MAC</a:t>
            </a:r>
            <a:r>
              <a:rPr lang="en-US" dirty="0">
                <a:sym typeface="Symbol" charset="0"/>
              </a:rPr>
              <a:t>  I = (S,V)  defined over  (K,M,T) is a pair of </a:t>
            </a:r>
            <a:r>
              <a:rPr lang="en-US" dirty="0" err="1">
                <a:sym typeface="Symbol" charset="0"/>
              </a:rPr>
              <a:t>algs</a:t>
            </a:r>
            <a:r>
              <a:rPr lang="en-US" dirty="0">
                <a:sym typeface="Symbol" charset="0"/>
              </a:rPr>
              <a:t>:	</a:t>
            </a:r>
          </a:p>
          <a:p>
            <a:pPr marL="600075" lvl="1">
              <a:spcBef>
                <a:spcPts val="900"/>
              </a:spcBef>
              <a:tabLst>
                <a:tab pos="2400300" algn="l"/>
              </a:tabLst>
            </a:pPr>
            <a:r>
              <a:rPr lang="en-US" dirty="0">
                <a:sym typeface="Symbol" charset="0"/>
              </a:rPr>
              <a:t>S(</a:t>
            </a:r>
            <a:r>
              <a:rPr lang="en-US" dirty="0" err="1">
                <a:sym typeface="Symbol" charset="0"/>
              </a:rPr>
              <a:t>k,m</a:t>
            </a:r>
            <a:r>
              <a:rPr lang="en-US" dirty="0">
                <a:sym typeface="Symbol" charset="0"/>
              </a:rPr>
              <a:t>) outputs t in T</a:t>
            </a:r>
          </a:p>
          <a:p>
            <a:pPr marL="600075" lvl="1">
              <a:spcBef>
                <a:spcPts val="900"/>
              </a:spcBef>
              <a:tabLst>
                <a:tab pos="2400300" algn="l"/>
              </a:tabLst>
            </a:pPr>
            <a:r>
              <a:rPr lang="en-US" dirty="0">
                <a:sym typeface="Symbol" charset="0"/>
              </a:rPr>
              <a:t>V(</a:t>
            </a:r>
            <a:r>
              <a:rPr lang="en-US" dirty="0" err="1">
                <a:sym typeface="Symbol" charset="0"/>
              </a:rPr>
              <a:t>k,m,t</a:t>
            </a:r>
            <a:r>
              <a:rPr lang="en-US" dirty="0">
                <a:sym typeface="Symbol" charset="0"/>
              </a:rPr>
              <a:t>) outputs `yes</a:t>
            </a:r>
            <a:r>
              <a:rPr lang="ja-JP" altLang="en-US" dirty="0">
                <a:latin typeface="Arial"/>
                <a:sym typeface="Symbol" charset="0"/>
              </a:rPr>
              <a:t>’</a:t>
            </a:r>
            <a:r>
              <a:rPr lang="en-US" dirty="0">
                <a:sym typeface="Symbol" charset="0"/>
              </a:rPr>
              <a:t> or `no</a:t>
            </a:r>
            <a:r>
              <a:rPr lang="ja-JP" altLang="en-US" dirty="0">
                <a:latin typeface="Arial"/>
                <a:sym typeface="Symbol" charset="0"/>
              </a:rPr>
              <a:t>’</a:t>
            </a:r>
            <a:endParaRPr lang="en-US" dirty="0">
              <a:sym typeface="Symbol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E797C5-DDA9-0917-4FFF-6293431C89F0}"/>
              </a:ext>
            </a:extLst>
          </p:cNvPr>
          <p:cNvGrpSpPr/>
          <p:nvPr/>
        </p:nvGrpSpPr>
        <p:grpSpPr>
          <a:xfrm>
            <a:off x="1337071" y="3314701"/>
            <a:ext cx="6044805" cy="1386604"/>
            <a:chOff x="1641871" y="2286001"/>
            <a:chExt cx="6044805" cy="1386604"/>
          </a:xfrm>
        </p:grpSpPr>
        <p:sp>
          <p:nvSpPr>
            <p:cNvPr id="5124" name="Rectangle 4"/>
            <p:cNvSpPr>
              <a:spLocks noChangeArrowheads="1"/>
            </p:cNvSpPr>
            <p:nvPr/>
          </p:nvSpPr>
          <p:spPr bwMode="auto">
            <a:xfrm>
              <a:off x="1870471" y="2594075"/>
              <a:ext cx="628650" cy="3857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350"/>
                <a:t>Alice</a:t>
              </a:r>
            </a:p>
          </p:txBody>
        </p:sp>
        <p:sp>
          <p:nvSpPr>
            <p:cNvPr id="5125" name="Rectangle 5"/>
            <p:cNvSpPr>
              <a:spLocks noChangeArrowheads="1"/>
            </p:cNvSpPr>
            <p:nvPr/>
          </p:nvSpPr>
          <p:spPr bwMode="auto">
            <a:xfrm>
              <a:off x="6042421" y="2594075"/>
              <a:ext cx="628650" cy="3857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350"/>
                <a:t>Bob</a:t>
              </a:r>
            </a:p>
          </p:txBody>
        </p:sp>
        <p:sp>
          <p:nvSpPr>
            <p:cNvPr id="5126" name="Text Box 6"/>
            <p:cNvSpPr txBox="1">
              <a:spLocks noChangeArrowheads="1"/>
            </p:cNvSpPr>
            <p:nvPr/>
          </p:nvSpPr>
          <p:spPr bwMode="auto">
            <a:xfrm>
              <a:off x="2030014" y="2286001"/>
              <a:ext cx="28886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k</a:t>
              </a:r>
            </a:p>
          </p:txBody>
        </p:sp>
        <p:sp>
          <p:nvSpPr>
            <p:cNvPr id="5127" name="Text Box 7"/>
            <p:cNvSpPr txBox="1">
              <a:spLocks noChangeArrowheads="1"/>
            </p:cNvSpPr>
            <p:nvPr/>
          </p:nvSpPr>
          <p:spPr bwMode="auto">
            <a:xfrm>
              <a:off x="6229350" y="2286001"/>
              <a:ext cx="28886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k</a:t>
              </a:r>
            </a:p>
          </p:txBody>
        </p:sp>
        <p:sp>
          <p:nvSpPr>
            <p:cNvPr id="5128" name="Line 8"/>
            <p:cNvSpPr>
              <a:spLocks noChangeShapeType="1"/>
            </p:cNvSpPr>
            <p:nvPr/>
          </p:nvSpPr>
          <p:spPr bwMode="auto">
            <a:xfrm>
              <a:off x="2499121" y="2765525"/>
              <a:ext cx="3486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2956321" y="2465488"/>
              <a:ext cx="1943100" cy="214313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350" dirty="0"/>
                <a:t>message  m </a:t>
              </a: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4972050" y="2465488"/>
              <a:ext cx="400050" cy="21431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350"/>
                <a:t>tag</a:t>
              </a:r>
            </a:p>
          </p:txBody>
        </p:sp>
        <p:sp>
          <p:nvSpPr>
            <p:cNvPr id="5131" name="Text Box 11"/>
            <p:cNvSpPr txBox="1">
              <a:spLocks noChangeArrowheads="1"/>
            </p:cNvSpPr>
            <p:nvPr/>
          </p:nvSpPr>
          <p:spPr bwMode="auto">
            <a:xfrm>
              <a:off x="1641871" y="3026274"/>
              <a:ext cx="245745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b="1" dirty="0">
                  <a:solidFill>
                    <a:srgbClr val="000090"/>
                  </a:solidFill>
                </a:rPr>
                <a:t>Generate tag:</a:t>
              </a:r>
            </a:p>
            <a:p>
              <a:r>
                <a:rPr lang="en-US" b="1" dirty="0">
                  <a:solidFill>
                    <a:srgbClr val="000090"/>
                  </a:solidFill>
                </a:rPr>
                <a:t>     tag </a:t>
              </a:r>
              <a:r>
                <a:rPr lang="en-US" b="1" dirty="0">
                  <a:solidFill>
                    <a:srgbClr val="000090"/>
                  </a:solidFill>
                  <a:sym typeface="Symbol" charset="0"/>
                </a:rPr>
                <a:t> S(k, m)</a:t>
              </a:r>
            </a:p>
          </p:txBody>
        </p:sp>
        <p:grpSp>
          <p:nvGrpSpPr>
            <p:cNvPr id="5134" name="Group 14"/>
            <p:cNvGrpSpPr>
              <a:grpSpLocks/>
            </p:cNvGrpSpPr>
            <p:nvPr/>
          </p:nvGrpSpPr>
          <p:grpSpPr bwMode="auto">
            <a:xfrm>
              <a:off x="5413772" y="3022703"/>
              <a:ext cx="2272904" cy="646511"/>
              <a:chOff x="3504" y="2448"/>
              <a:chExt cx="1909" cy="724"/>
            </a:xfrm>
          </p:grpSpPr>
          <p:sp>
            <p:nvSpPr>
              <p:cNvPr id="5132" name="Text Box 12"/>
              <p:cNvSpPr txBox="1">
                <a:spLocks noChangeArrowheads="1"/>
              </p:cNvSpPr>
              <p:nvPr/>
            </p:nvSpPr>
            <p:spPr bwMode="auto">
              <a:xfrm>
                <a:off x="3504" y="2448"/>
                <a:ext cx="1909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srgbClr val="000090"/>
                    </a:solidFill>
                  </a:rPr>
                  <a:t>Verify tag:</a:t>
                </a:r>
              </a:p>
              <a:p>
                <a:r>
                  <a:rPr lang="en-US" b="1" dirty="0">
                    <a:solidFill>
                      <a:srgbClr val="000090"/>
                    </a:solidFill>
                  </a:rPr>
                  <a:t>    V</a:t>
                </a:r>
                <a:r>
                  <a:rPr lang="en-US" b="1" dirty="0">
                    <a:solidFill>
                      <a:srgbClr val="000090"/>
                    </a:solidFill>
                    <a:sym typeface="Symbol" charset="0"/>
                  </a:rPr>
                  <a:t>(k, m, tag)  = `yes</a:t>
                </a:r>
                <a:r>
                  <a:rPr lang="ja-JP" altLang="en-US" b="1" dirty="0">
                    <a:solidFill>
                      <a:srgbClr val="000090"/>
                    </a:solidFill>
                    <a:latin typeface="Arial"/>
                    <a:sym typeface="Symbol" charset="0"/>
                  </a:rPr>
                  <a:t>’</a:t>
                </a:r>
                <a:endParaRPr lang="en-US" b="1" dirty="0">
                  <a:solidFill>
                    <a:srgbClr val="000090"/>
                  </a:solidFill>
                  <a:sym typeface="Symbol" charset="0"/>
                </a:endParaRPr>
              </a:p>
            </p:txBody>
          </p:sp>
          <p:sp>
            <p:nvSpPr>
              <p:cNvPr id="5133" name="Text Box 13"/>
              <p:cNvSpPr txBox="1">
                <a:spLocks noChangeArrowheads="1"/>
              </p:cNvSpPr>
              <p:nvPr/>
            </p:nvSpPr>
            <p:spPr bwMode="auto">
              <a:xfrm>
                <a:off x="4685" y="2676"/>
                <a:ext cx="222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350" dirty="0"/>
                  <a:t>?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204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Integrity requires a secret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Kẻ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tin 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CRC </a:t>
            </a:r>
          </a:p>
          <a:p>
            <a:r>
              <a:rPr lang="en-US" dirty="0"/>
              <a:t>CRC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nghiêm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 (designed to detect </a:t>
            </a:r>
            <a:r>
              <a:rPr lang="en-US" b="1" u="sng" dirty="0"/>
              <a:t>random</a:t>
            </a:r>
            <a:r>
              <a:rPr lang="en-US" dirty="0"/>
              <a:t>, not malicious errors).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64AA71-94CA-03E1-BD66-B3533B1281A0}"/>
              </a:ext>
            </a:extLst>
          </p:cNvPr>
          <p:cNvGrpSpPr/>
          <p:nvPr/>
        </p:nvGrpSpPr>
        <p:grpSpPr>
          <a:xfrm>
            <a:off x="1387871" y="3684688"/>
            <a:ext cx="5822158" cy="1207117"/>
            <a:chOff x="1641871" y="2465488"/>
            <a:chExt cx="5822158" cy="120711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870471" y="2594075"/>
              <a:ext cx="628650" cy="3857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350"/>
                <a:t>Alice</a:t>
              </a: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6042421" y="2594075"/>
              <a:ext cx="628650" cy="3857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350"/>
                <a:t>Bob</a:t>
              </a: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2499121" y="2765525"/>
              <a:ext cx="34861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2956321" y="2465488"/>
              <a:ext cx="1943100" cy="214313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350" dirty="0"/>
                <a:t>message  m 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4972050" y="2465488"/>
              <a:ext cx="400050" cy="214313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350"/>
                <a:t>tag</a:t>
              </a:r>
            </a:p>
          </p:txBody>
        </p:sp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1641871" y="3026274"/>
              <a:ext cx="245745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b="1" dirty="0">
                  <a:solidFill>
                    <a:srgbClr val="000090"/>
                  </a:solidFill>
                </a:rPr>
                <a:t>Generate tag:</a:t>
              </a:r>
            </a:p>
            <a:p>
              <a:r>
                <a:rPr lang="en-US" b="1" dirty="0">
                  <a:solidFill>
                    <a:srgbClr val="000090"/>
                  </a:solidFill>
                </a:rPr>
                <a:t>     tag </a:t>
              </a:r>
              <a:r>
                <a:rPr lang="en-US" b="1" dirty="0">
                  <a:solidFill>
                    <a:srgbClr val="000090"/>
                  </a:solidFill>
                  <a:sym typeface="Symbol" charset="0"/>
                </a:rPr>
                <a:t> CRC(m)</a:t>
              </a:r>
            </a:p>
          </p:txBody>
        </p:sp>
        <p:grpSp>
          <p:nvGrpSpPr>
            <p:cNvPr id="12" name="Group 14"/>
            <p:cNvGrpSpPr>
              <a:grpSpLocks/>
            </p:cNvGrpSpPr>
            <p:nvPr/>
          </p:nvGrpSpPr>
          <p:grpSpPr bwMode="auto">
            <a:xfrm>
              <a:off x="5413772" y="3022703"/>
              <a:ext cx="2050257" cy="646511"/>
              <a:chOff x="3504" y="2448"/>
              <a:chExt cx="1722" cy="724"/>
            </a:xfrm>
          </p:grpSpPr>
          <p:sp>
            <p:nvSpPr>
              <p:cNvPr id="13" name="Text Box 12"/>
              <p:cNvSpPr txBox="1">
                <a:spLocks noChangeArrowheads="1"/>
              </p:cNvSpPr>
              <p:nvPr/>
            </p:nvSpPr>
            <p:spPr bwMode="auto">
              <a:xfrm>
                <a:off x="3504" y="2448"/>
                <a:ext cx="1722" cy="7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solidFill>
                      <a:srgbClr val="000090"/>
                    </a:solidFill>
                  </a:rPr>
                  <a:t>Verify tag:</a:t>
                </a:r>
              </a:p>
              <a:p>
                <a:r>
                  <a:rPr lang="en-US" b="1" dirty="0">
                    <a:solidFill>
                      <a:srgbClr val="000090"/>
                    </a:solidFill>
                  </a:rPr>
                  <a:t>    V</a:t>
                </a:r>
                <a:r>
                  <a:rPr lang="en-US" b="1" dirty="0">
                    <a:solidFill>
                      <a:srgbClr val="000090"/>
                    </a:solidFill>
                    <a:sym typeface="Symbol" charset="0"/>
                  </a:rPr>
                  <a:t>(m, tag)  = `yes</a:t>
                </a:r>
                <a:r>
                  <a:rPr lang="ja-JP" altLang="en-US" b="1" dirty="0">
                    <a:solidFill>
                      <a:srgbClr val="000090"/>
                    </a:solidFill>
                    <a:latin typeface="Arial"/>
                    <a:sym typeface="Symbol" charset="0"/>
                  </a:rPr>
                  <a:t>’</a:t>
                </a:r>
                <a:endParaRPr lang="en-US" b="1" dirty="0">
                  <a:solidFill>
                    <a:srgbClr val="000090"/>
                  </a:solidFill>
                  <a:sym typeface="Symbol" charset="0"/>
                </a:endParaRPr>
              </a:p>
            </p:txBody>
          </p:sp>
          <p:sp>
            <p:nvSpPr>
              <p:cNvPr id="14" name="Text Box 13"/>
              <p:cNvSpPr txBox="1">
                <a:spLocks noChangeArrowheads="1"/>
              </p:cNvSpPr>
              <p:nvPr/>
            </p:nvSpPr>
            <p:spPr bwMode="auto">
              <a:xfrm>
                <a:off x="4509" y="2676"/>
                <a:ext cx="222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sz="1350" dirty="0"/>
                  <a:t>?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2607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30CB-BBEF-014B-B7BB-05856F906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Basic Uses of Message Authentication code (MAC) </a:t>
            </a:r>
            <a:br>
              <a:rPr lang="en-US" sz="2400" dirty="0"/>
            </a:br>
            <a:endParaRPr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5D3AF9-8C8F-5043-8D40-77EC3922E44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73150" y="1042194"/>
            <a:ext cx="69977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83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MAC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tabLst>
                <a:tab pos="1120379" algn="l"/>
              </a:tabLst>
            </a:pPr>
            <a:r>
              <a:rPr lang="en-US" dirty="0"/>
              <a:t>Attacker’s power:   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(</a:t>
            </a:r>
            <a:r>
              <a:rPr lang="en-US" b="1" dirty="0"/>
              <a:t>chosen message attack)</a:t>
            </a:r>
            <a:endParaRPr lang="en-US" dirty="0"/>
          </a:p>
          <a:p>
            <a:pPr>
              <a:tabLst>
                <a:tab pos="1120379" algn="l"/>
              </a:tabLst>
            </a:pPr>
            <a:r>
              <a:rPr lang="en-US" dirty="0"/>
              <a:t>    </a:t>
            </a:r>
            <a:r>
              <a:rPr lang="en-US" dirty="0" err="1"/>
              <a:t>đưa</a:t>
            </a:r>
            <a:r>
              <a:rPr lang="en-US" dirty="0"/>
              <a:t> ra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m</a:t>
            </a:r>
            <a:r>
              <a:rPr lang="en-US" baseline="-25000" dirty="0"/>
              <a:t>1</a:t>
            </a:r>
            <a:r>
              <a:rPr lang="en-US" dirty="0"/>
              <a:t>,m</a:t>
            </a:r>
            <a:r>
              <a:rPr lang="en-US" baseline="-25000" dirty="0"/>
              <a:t>2</a:t>
            </a:r>
            <a:r>
              <a:rPr lang="en-US" dirty="0"/>
              <a:t>,…,</a:t>
            </a:r>
            <a:r>
              <a:rPr lang="en-US" dirty="0" err="1"/>
              <a:t>m</a:t>
            </a:r>
            <a:r>
              <a:rPr lang="en-US" baseline="-25000" dirty="0" err="1"/>
              <a:t>q</a:t>
            </a:r>
            <a:r>
              <a:rPr lang="en-US" dirty="0"/>
              <a:t>  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 </a:t>
            </a:r>
            <a:r>
              <a:rPr lang="en-US" dirty="0">
                <a:sym typeface="Symbol" charset="0"/>
              </a:rPr>
              <a:t></a:t>
            </a:r>
            <a:r>
              <a:rPr lang="en-US" dirty="0"/>
              <a:t> S(</a:t>
            </a:r>
            <a:r>
              <a:rPr lang="en-US" dirty="0" err="1"/>
              <a:t>k,m</a:t>
            </a:r>
            <a:r>
              <a:rPr lang="en-US" baseline="-25000" dirty="0" err="1"/>
              <a:t>i</a:t>
            </a:r>
            <a:r>
              <a:rPr lang="en-US" dirty="0"/>
              <a:t>)</a:t>
            </a:r>
          </a:p>
          <a:p>
            <a:pPr marL="0" indent="0">
              <a:buNone/>
              <a:tabLst>
                <a:tab pos="1120379" algn="l"/>
              </a:tabLst>
            </a:pPr>
            <a:r>
              <a:rPr lang="en-US" dirty="0"/>
              <a:t>Attacker</a:t>
            </a:r>
            <a:r>
              <a:rPr lang="en-US" dirty="0">
                <a:latin typeface="Arial"/>
              </a:rPr>
              <a:t>’</a:t>
            </a:r>
            <a:r>
              <a:rPr lang="en-US" dirty="0"/>
              <a:t>s goal:  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mạo</a:t>
            </a:r>
            <a:r>
              <a:rPr lang="en-US" dirty="0"/>
              <a:t> (</a:t>
            </a:r>
            <a:r>
              <a:rPr lang="en-US" b="1" dirty="0"/>
              <a:t>existential forgery)</a:t>
            </a:r>
            <a:endParaRPr lang="en-US" dirty="0"/>
          </a:p>
          <a:p>
            <a:pPr>
              <a:tabLst>
                <a:tab pos="1120379" algn="l"/>
              </a:tabLst>
            </a:pPr>
            <a:r>
              <a:rPr lang="en-US" dirty="0"/>
              <a:t>    </a:t>
            </a:r>
            <a:r>
              <a:rPr lang="en-US" dirty="0" err="1"/>
              <a:t>tạo</a:t>
            </a:r>
            <a:r>
              <a:rPr lang="en-US" dirty="0"/>
              <a:t> ra </a:t>
            </a:r>
            <a:r>
              <a:rPr lang="en-US" dirty="0" err="1"/>
              <a:t>cặp</a:t>
            </a:r>
            <a:r>
              <a:rPr lang="en-US" dirty="0"/>
              <a:t> message/tag (</a:t>
            </a:r>
            <a:r>
              <a:rPr lang="en-US" dirty="0" err="1"/>
              <a:t>m,t</a:t>
            </a:r>
            <a:r>
              <a:rPr lang="en-US" dirty="0"/>
              <a:t>)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.</a:t>
            </a:r>
          </a:p>
          <a:p>
            <a:pPr lvl="1">
              <a:buNone/>
              <a:tabLst>
                <a:tab pos="1120379" algn="l"/>
              </a:tabLst>
            </a:pPr>
            <a:r>
              <a:rPr lang="en-US" dirty="0"/>
              <a:t>			(</a:t>
            </a:r>
            <a:r>
              <a:rPr lang="en-US" dirty="0" err="1"/>
              <a:t>m,t</a:t>
            </a:r>
            <a:r>
              <a:rPr lang="en-US" dirty="0"/>
              <a:t>)  </a:t>
            </a:r>
            <a:r>
              <a:rPr lang="en-US" dirty="0">
                <a:sym typeface="Symbol" charset="0"/>
              </a:rPr>
              <a:t>  </a:t>
            </a:r>
            <a:r>
              <a:rPr lang="en-US" sz="2100" dirty="0">
                <a:sym typeface="Symbol" charset="0"/>
              </a:rPr>
              <a:t>{</a:t>
            </a:r>
            <a:r>
              <a:rPr lang="en-US" dirty="0">
                <a:sym typeface="Symbol" charset="0"/>
              </a:rPr>
              <a:t> (m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,t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) , … , (</a:t>
            </a:r>
            <a:r>
              <a:rPr lang="en-US" dirty="0" err="1">
                <a:sym typeface="Symbol" charset="0"/>
              </a:rPr>
              <a:t>m</a:t>
            </a:r>
            <a:r>
              <a:rPr lang="en-US" baseline="-25000" dirty="0" err="1">
                <a:sym typeface="Symbol" charset="0"/>
              </a:rPr>
              <a:t>q</a:t>
            </a:r>
            <a:r>
              <a:rPr lang="en-US" dirty="0" err="1">
                <a:sym typeface="Symbol" charset="0"/>
              </a:rPr>
              <a:t>,t</a:t>
            </a:r>
            <a:r>
              <a:rPr lang="en-US" baseline="-25000" dirty="0" err="1">
                <a:sym typeface="Symbol" charset="0"/>
              </a:rPr>
              <a:t>q</a:t>
            </a:r>
            <a:r>
              <a:rPr lang="en-US" dirty="0">
                <a:sym typeface="Symbol" charset="0"/>
              </a:rPr>
              <a:t>) </a:t>
            </a:r>
            <a:r>
              <a:rPr lang="en-US" sz="2100" dirty="0">
                <a:sym typeface="Symbol" charset="0"/>
              </a:rPr>
              <a:t>}</a:t>
            </a:r>
          </a:p>
          <a:p>
            <a:pPr lvl="1">
              <a:buNone/>
              <a:tabLst>
                <a:tab pos="1120379" algn="l"/>
              </a:tabLst>
            </a:pPr>
            <a:r>
              <a:rPr lang="en-US" sz="2100" dirty="0" err="1">
                <a:sym typeface="Symbol" charset="0"/>
              </a:rPr>
              <a:t>Mục</a:t>
            </a:r>
            <a:r>
              <a:rPr lang="en-US" sz="2100" dirty="0">
                <a:sym typeface="Symbol" charset="0"/>
              </a:rPr>
              <a:t> </a:t>
            </a:r>
            <a:r>
              <a:rPr lang="en-US" sz="2100" dirty="0" err="1">
                <a:sym typeface="Symbol" charset="0"/>
              </a:rPr>
              <a:t>tiêu</a:t>
            </a:r>
            <a:r>
              <a:rPr lang="en-US" sz="2100" dirty="0">
                <a:sym typeface="Symbol" charset="0"/>
              </a:rPr>
              <a:t> </a:t>
            </a:r>
            <a:r>
              <a:rPr lang="en-US" sz="2100" dirty="0" err="1">
                <a:sym typeface="Symbol" charset="0"/>
              </a:rPr>
              <a:t>ngăn</a:t>
            </a:r>
            <a:r>
              <a:rPr lang="en-US" sz="2100" dirty="0">
                <a:sym typeface="Symbol" charset="0"/>
              </a:rPr>
              <a:t> </a:t>
            </a:r>
            <a:r>
              <a:rPr lang="en-US" sz="2100" dirty="0" err="1">
                <a:sym typeface="Symbol" charset="0"/>
              </a:rPr>
              <a:t>chặn</a:t>
            </a:r>
            <a:r>
              <a:rPr lang="en-US" sz="2100" dirty="0">
                <a:sym typeface="Symbol" charset="0"/>
              </a:rPr>
              <a:t>: </a:t>
            </a:r>
          </a:p>
          <a:p>
            <a:pPr marL="0" indent="0">
              <a:buNone/>
              <a:tabLst>
                <a:tab pos="1120379" algn="l"/>
              </a:tabLst>
            </a:pPr>
            <a:r>
              <a:rPr lang="en-US" dirty="0">
                <a:sym typeface="Symbol" charset="0"/>
              </a:rPr>
              <a:t>⇒   </a:t>
            </a:r>
            <a:r>
              <a:rPr lang="en-US" dirty="0" err="1">
                <a:sym typeface="Symbol" charset="0"/>
              </a:rPr>
              <a:t>kẻ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tấn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công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không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thể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tạo</a:t>
            </a:r>
            <a:r>
              <a:rPr lang="en-US" dirty="0">
                <a:sym typeface="Symbol" charset="0"/>
              </a:rPr>
              <a:t> ra </a:t>
            </a:r>
            <a:r>
              <a:rPr lang="en-US" dirty="0" err="1">
                <a:sym typeface="Symbol" charset="0"/>
              </a:rPr>
              <a:t>giá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trị</a:t>
            </a:r>
            <a:r>
              <a:rPr lang="en-US" dirty="0">
                <a:sym typeface="Symbol" charset="0"/>
              </a:rPr>
              <a:t> Tag </a:t>
            </a:r>
            <a:r>
              <a:rPr lang="en-US" dirty="0" err="1">
                <a:sym typeface="Symbol" charset="0"/>
              </a:rPr>
              <a:t>hợp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lệ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cho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thông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điệp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mới</a:t>
            </a:r>
            <a:r>
              <a:rPr lang="en-US" dirty="0">
                <a:sym typeface="Symbol" charset="0"/>
              </a:rPr>
              <a:t> </a:t>
            </a:r>
          </a:p>
          <a:p>
            <a:pPr marL="0" indent="0">
              <a:spcBef>
                <a:spcPts val="882"/>
              </a:spcBef>
              <a:buNone/>
              <a:tabLst>
                <a:tab pos="1120379" algn="l"/>
              </a:tabLst>
            </a:pPr>
            <a:r>
              <a:rPr lang="en-US" dirty="0">
                <a:sym typeface="Symbol" charset="0"/>
              </a:rPr>
              <a:t>⇒   </a:t>
            </a:r>
            <a:r>
              <a:rPr lang="en-US" dirty="0" err="1">
                <a:sym typeface="Symbol" charset="0"/>
              </a:rPr>
              <a:t>nhận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được</a:t>
            </a:r>
            <a:r>
              <a:rPr lang="en-US" dirty="0">
                <a:sym typeface="Symbol" charset="0"/>
              </a:rPr>
              <a:t>  (</a:t>
            </a:r>
            <a:r>
              <a:rPr lang="en-US" dirty="0" err="1">
                <a:sym typeface="Symbol" charset="0"/>
              </a:rPr>
              <a:t>m,t</a:t>
            </a:r>
            <a:r>
              <a:rPr lang="en-US" dirty="0">
                <a:sym typeface="Symbol" charset="0"/>
              </a:rPr>
              <a:t>)  attacker </a:t>
            </a:r>
            <a:r>
              <a:rPr lang="en-US" dirty="0" err="1">
                <a:sym typeface="Symbol" charset="0"/>
              </a:rPr>
              <a:t>không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thể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tạo</a:t>
            </a:r>
            <a:r>
              <a:rPr lang="en-US" dirty="0">
                <a:sym typeface="Symbol" charset="0"/>
              </a:rPr>
              <a:t> ra (</a:t>
            </a:r>
            <a:r>
              <a:rPr lang="en-US" dirty="0" err="1">
                <a:sym typeface="Symbol" charset="0"/>
              </a:rPr>
              <a:t>m,t</a:t>
            </a:r>
            <a:r>
              <a:rPr lang="en-US" dirty="0">
                <a:sym typeface="Symbol" charset="0"/>
              </a:rPr>
              <a:t>’)  for   t’ ≠ t </a:t>
            </a:r>
          </a:p>
        </p:txBody>
      </p:sp>
      <p:sp>
        <p:nvSpPr>
          <p:cNvPr id="24580" name="Line 4"/>
          <p:cNvSpPr>
            <a:spLocks noChangeShapeType="1"/>
          </p:cNvSpPr>
          <p:nvPr/>
        </p:nvSpPr>
        <p:spPr bwMode="auto">
          <a:xfrm>
            <a:off x="1343025" y="4514850"/>
            <a:ext cx="6457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614646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MACs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For a MAC   I=(S,V)  and adv.  A  define a MAC game as: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  <a:spcBef>
                <a:spcPct val="100000"/>
              </a:spcBef>
            </a:pPr>
            <a:endParaRPr lang="en-US" dirty="0"/>
          </a:p>
          <a:p>
            <a:pPr marL="0" indent="0">
              <a:lnSpc>
                <a:spcPct val="120000"/>
              </a:lnSpc>
              <a:spcBef>
                <a:spcPts val="900"/>
              </a:spcBef>
              <a:buNone/>
            </a:pPr>
            <a:r>
              <a:rPr lang="en-US" dirty="0" err="1"/>
              <a:t>Def</a:t>
            </a:r>
            <a:r>
              <a:rPr lang="en-US" dirty="0"/>
              <a:t>:  I=(S,V)  is a </a:t>
            </a:r>
            <a:r>
              <a:rPr lang="en-US" b="1" u="sng" dirty="0"/>
              <a:t>secure MAC </a:t>
            </a:r>
            <a:r>
              <a:rPr lang="en-US" dirty="0"/>
              <a:t>if for all </a:t>
            </a: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efficient</a:t>
            </a:r>
            <a:r>
              <a:rPr lang="ja-JP" altLang="en-US" dirty="0">
                <a:latin typeface="Arial"/>
              </a:rPr>
              <a:t>”</a:t>
            </a:r>
            <a:r>
              <a:rPr lang="en-US" dirty="0"/>
              <a:t>  A:</a:t>
            </a:r>
            <a:br>
              <a:rPr lang="en-US" dirty="0"/>
            </a:br>
            <a:r>
              <a:rPr lang="en-US" dirty="0"/>
              <a:t>	         </a:t>
            </a:r>
            <a:r>
              <a:rPr lang="en-US" dirty="0" err="1">
                <a:solidFill>
                  <a:srgbClr val="000090"/>
                </a:solidFill>
              </a:rPr>
              <a:t>Adv</a:t>
            </a:r>
            <a:r>
              <a:rPr lang="en-US" baseline="-25000" dirty="0" err="1">
                <a:solidFill>
                  <a:srgbClr val="000090"/>
                </a:solidFill>
              </a:rPr>
              <a:t>MAC</a:t>
            </a:r>
            <a:r>
              <a:rPr lang="en-US" dirty="0">
                <a:solidFill>
                  <a:srgbClr val="000090"/>
                </a:solidFill>
              </a:rPr>
              <a:t>[A,I]</a:t>
            </a:r>
            <a:r>
              <a:rPr lang="en-US" dirty="0">
                <a:solidFill>
                  <a:schemeClr val="accent2"/>
                </a:solidFill>
              </a:rPr>
              <a:t>  </a:t>
            </a:r>
            <a:r>
              <a:rPr lang="en-US" dirty="0"/>
              <a:t>=  </a:t>
            </a:r>
            <a:r>
              <a:rPr lang="en-US" dirty="0" err="1"/>
              <a:t>Pr</a:t>
            </a:r>
            <a:r>
              <a:rPr lang="en-US" dirty="0"/>
              <a:t>[</a:t>
            </a:r>
            <a:r>
              <a:rPr lang="en-US" dirty="0" err="1"/>
              <a:t>Chal</a:t>
            </a:r>
            <a:r>
              <a:rPr lang="en-US" dirty="0"/>
              <a:t>. outputs 1]</a:t>
            </a:r>
            <a:r>
              <a:rPr lang="en-US" sz="2700" dirty="0"/>
              <a:t>    </a:t>
            </a:r>
            <a:r>
              <a:rPr lang="en-US" dirty="0"/>
              <a:t>is </a:t>
            </a: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negligible.</a:t>
            </a:r>
            <a:r>
              <a:rPr lang="ja-JP" altLang="en-US" dirty="0">
                <a:latin typeface="Arial"/>
              </a:rPr>
              <a:t>”</a:t>
            </a:r>
            <a:endParaRPr lang="en-US" dirty="0"/>
          </a:p>
        </p:txBody>
      </p:sp>
      <p:sp>
        <p:nvSpPr>
          <p:cNvPr id="25620" name="Rectangle 20"/>
          <p:cNvSpPr>
            <a:spLocks noChangeArrowheads="1"/>
          </p:cNvSpPr>
          <p:nvPr/>
        </p:nvSpPr>
        <p:spPr bwMode="auto">
          <a:xfrm>
            <a:off x="2228850" y="2628900"/>
            <a:ext cx="971550" cy="8143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sz="1350"/>
              <a:t>Chal.</a:t>
            </a:r>
          </a:p>
        </p:txBody>
      </p:sp>
      <p:sp>
        <p:nvSpPr>
          <p:cNvPr id="25622" name="Rectangle 22"/>
          <p:cNvSpPr>
            <a:spLocks noChangeArrowheads="1"/>
          </p:cNvSpPr>
          <p:nvPr/>
        </p:nvSpPr>
        <p:spPr bwMode="auto">
          <a:xfrm>
            <a:off x="6115050" y="2628900"/>
            <a:ext cx="971550" cy="8143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sz="1350"/>
              <a:t>Adv.</a:t>
            </a:r>
          </a:p>
        </p:txBody>
      </p:sp>
      <p:sp>
        <p:nvSpPr>
          <p:cNvPr id="25623" name="Text Box 23"/>
          <p:cNvSpPr txBox="1">
            <a:spLocks noChangeArrowheads="1"/>
          </p:cNvSpPr>
          <p:nvPr/>
        </p:nvSpPr>
        <p:spPr bwMode="auto">
          <a:xfrm>
            <a:off x="2457451" y="2828034"/>
            <a:ext cx="56137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/>
              <a:t>k</a:t>
            </a:r>
            <a:r>
              <a:rPr lang="en-US" sz="1500">
                <a:sym typeface="Symbol" charset="0"/>
              </a:rPr>
              <a:t>K</a:t>
            </a:r>
            <a:endParaRPr lang="en-US" sz="1500" b="1">
              <a:cs typeface="Arial" charset="0"/>
              <a:sym typeface="Symbol" charset="0"/>
            </a:endParaRPr>
          </a:p>
        </p:txBody>
      </p:sp>
      <p:grpSp>
        <p:nvGrpSpPr>
          <p:cNvPr id="25643" name="Group 43"/>
          <p:cNvGrpSpPr>
            <a:grpSpLocks/>
          </p:cNvGrpSpPr>
          <p:nvPr/>
        </p:nvGrpSpPr>
        <p:grpSpPr bwMode="auto">
          <a:xfrm>
            <a:off x="3257550" y="3128966"/>
            <a:ext cx="2857500" cy="323256"/>
            <a:chOff x="1776" y="1968"/>
            <a:chExt cx="2400" cy="362"/>
          </a:xfrm>
        </p:grpSpPr>
        <p:sp>
          <p:nvSpPr>
            <p:cNvPr id="25624" name="Line 24"/>
            <p:cNvSpPr>
              <a:spLocks noChangeShapeType="1"/>
            </p:cNvSpPr>
            <p:nvPr/>
          </p:nvSpPr>
          <p:spPr bwMode="auto">
            <a:xfrm flipH="1">
              <a:off x="1776" y="2246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625" name="Text Box 25"/>
            <p:cNvSpPr txBox="1">
              <a:spLocks noChangeArrowheads="1"/>
            </p:cNvSpPr>
            <p:nvPr/>
          </p:nvSpPr>
          <p:spPr bwMode="auto">
            <a:xfrm>
              <a:off x="2725" y="1968"/>
              <a:ext cx="472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500" dirty="0"/>
                <a:t>(</a:t>
              </a:r>
              <a:r>
                <a:rPr lang="en-US" sz="1500" dirty="0" err="1"/>
                <a:t>m,t</a:t>
              </a:r>
              <a:r>
                <a:rPr lang="en-US" sz="1500" dirty="0"/>
                <a:t>)</a:t>
              </a:r>
              <a:endParaRPr lang="en-US" sz="1500" dirty="0">
                <a:sym typeface="Symbol" charset="0"/>
              </a:endParaRPr>
            </a:p>
          </p:txBody>
        </p:sp>
      </p:grpSp>
      <p:sp>
        <p:nvSpPr>
          <p:cNvPr id="25631" name="Rectangle 31"/>
          <p:cNvSpPr>
            <a:spLocks noChangeArrowheads="1"/>
          </p:cNvSpPr>
          <p:nvPr/>
        </p:nvSpPr>
        <p:spPr bwMode="auto">
          <a:xfrm>
            <a:off x="1714500" y="2457450"/>
            <a:ext cx="5943600" cy="1157288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grpSp>
        <p:nvGrpSpPr>
          <p:cNvPr id="25632" name="Group 32"/>
          <p:cNvGrpSpPr>
            <a:grpSpLocks/>
          </p:cNvGrpSpPr>
          <p:nvPr/>
        </p:nvGrpSpPr>
        <p:grpSpPr bwMode="auto">
          <a:xfrm>
            <a:off x="3200400" y="2457453"/>
            <a:ext cx="2857500" cy="323255"/>
            <a:chOff x="1776" y="1968"/>
            <a:chExt cx="2400" cy="362"/>
          </a:xfrm>
        </p:grpSpPr>
        <p:sp>
          <p:nvSpPr>
            <p:cNvPr id="25633" name="Line 33"/>
            <p:cNvSpPr>
              <a:spLocks noChangeShapeType="1"/>
            </p:cNvSpPr>
            <p:nvPr/>
          </p:nvSpPr>
          <p:spPr bwMode="auto">
            <a:xfrm flipH="1">
              <a:off x="1776" y="2288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634" name="Text Box 34"/>
            <p:cNvSpPr txBox="1">
              <a:spLocks noChangeArrowheads="1"/>
            </p:cNvSpPr>
            <p:nvPr/>
          </p:nvSpPr>
          <p:spPr bwMode="auto">
            <a:xfrm>
              <a:off x="2160" y="1968"/>
              <a:ext cx="667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500" dirty="0"/>
                <a:t>m</a:t>
              </a:r>
              <a:r>
                <a:rPr lang="en-US" sz="1500" baseline="-25000" dirty="0"/>
                <a:t>1</a:t>
              </a:r>
              <a:r>
                <a:rPr lang="en-US" sz="1500" dirty="0"/>
                <a:t> </a:t>
              </a:r>
              <a:r>
                <a:rPr lang="en-US" sz="1500" dirty="0">
                  <a:sym typeface="Symbol" charset="0"/>
                </a:rPr>
                <a:t> M</a:t>
              </a:r>
            </a:p>
          </p:txBody>
        </p:sp>
      </p:grpSp>
      <p:grpSp>
        <p:nvGrpSpPr>
          <p:cNvPr id="25639" name="Group 39"/>
          <p:cNvGrpSpPr>
            <a:grpSpLocks/>
          </p:cNvGrpSpPr>
          <p:nvPr/>
        </p:nvGrpSpPr>
        <p:grpSpPr bwMode="auto">
          <a:xfrm>
            <a:off x="3200400" y="2757492"/>
            <a:ext cx="2800350" cy="323256"/>
            <a:chOff x="1728" y="1854"/>
            <a:chExt cx="2352" cy="362"/>
          </a:xfrm>
        </p:grpSpPr>
        <p:sp>
          <p:nvSpPr>
            <p:cNvPr id="25636" name="Line 36"/>
            <p:cNvSpPr>
              <a:spLocks noChangeShapeType="1"/>
            </p:cNvSpPr>
            <p:nvPr/>
          </p:nvSpPr>
          <p:spPr bwMode="auto">
            <a:xfrm>
              <a:off x="1728" y="2170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637" name="Text Box 37"/>
            <p:cNvSpPr txBox="1">
              <a:spLocks noChangeArrowheads="1"/>
            </p:cNvSpPr>
            <p:nvPr/>
          </p:nvSpPr>
          <p:spPr bwMode="auto">
            <a:xfrm>
              <a:off x="2016" y="1854"/>
              <a:ext cx="96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500" dirty="0"/>
                <a:t>t</a:t>
              </a:r>
              <a:r>
                <a:rPr lang="en-US" sz="1500" baseline="-25000" dirty="0"/>
                <a:t>1</a:t>
              </a:r>
              <a:r>
                <a:rPr lang="en-US" sz="1500" dirty="0"/>
                <a:t> </a:t>
              </a:r>
              <a:r>
                <a:rPr lang="en-US" sz="1500" dirty="0">
                  <a:sym typeface="Symbol" charset="0"/>
                </a:rPr>
                <a:t></a:t>
              </a:r>
              <a:r>
                <a:rPr lang="en-US" sz="1500" dirty="0"/>
                <a:t> S(k,m</a:t>
              </a:r>
              <a:r>
                <a:rPr lang="en-US" sz="1500" baseline="-25000" dirty="0"/>
                <a:t>1</a:t>
              </a:r>
              <a:r>
                <a:rPr lang="en-US" sz="1500" dirty="0"/>
                <a:t>)</a:t>
              </a:r>
            </a:p>
          </p:txBody>
        </p:sp>
      </p:grpSp>
      <p:grpSp>
        <p:nvGrpSpPr>
          <p:cNvPr id="25644" name="Group 44"/>
          <p:cNvGrpSpPr>
            <a:grpSpLocks/>
          </p:cNvGrpSpPr>
          <p:nvPr/>
        </p:nvGrpSpPr>
        <p:grpSpPr bwMode="auto">
          <a:xfrm>
            <a:off x="1851424" y="3714752"/>
            <a:ext cx="4920853" cy="634008"/>
            <a:chOff x="595" y="2638"/>
            <a:chExt cx="4133" cy="710"/>
          </a:xfrm>
        </p:grpSpPr>
        <p:sp>
          <p:nvSpPr>
            <p:cNvPr id="25641" name="Text Box 41"/>
            <p:cNvSpPr txBox="1">
              <a:spLocks noChangeArrowheads="1"/>
            </p:cNvSpPr>
            <p:nvPr/>
          </p:nvSpPr>
          <p:spPr bwMode="auto">
            <a:xfrm>
              <a:off x="624" y="2638"/>
              <a:ext cx="4104" cy="7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500" b="1" dirty="0"/>
                <a:t>b</a:t>
              </a:r>
              <a:r>
                <a:rPr lang="en-US" sz="1500" dirty="0"/>
                <a:t>=1    if  V(</a:t>
              </a:r>
              <a:r>
                <a:rPr lang="en-US" sz="1500" dirty="0" err="1"/>
                <a:t>k,m,t</a:t>
              </a:r>
              <a:r>
                <a:rPr lang="en-US" sz="1500" dirty="0"/>
                <a:t>) = `yes</a:t>
              </a:r>
              <a:r>
                <a:rPr lang="ja-JP" altLang="en-US" sz="1500" dirty="0">
                  <a:latin typeface="Arial"/>
                </a:rPr>
                <a:t>’</a:t>
              </a:r>
              <a:r>
                <a:rPr lang="en-US" sz="1500" dirty="0"/>
                <a:t>   and  (</a:t>
              </a:r>
              <a:r>
                <a:rPr lang="en-US" sz="1500" dirty="0" err="1"/>
                <a:t>m,t</a:t>
              </a:r>
              <a:r>
                <a:rPr lang="en-US" sz="1500" dirty="0"/>
                <a:t>)  </a:t>
              </a:r>
              <a:r>
                <a:rPr lang="en-US" sz="1500" dirty="0">
                  <a:sym typeface="Symbol" charset="0"/>
                </a:rPr>
                <a:t>  { (m</a:t>
              </a:r>
              <a:r>
                <a:rPr lang="en-US" sz="1500" baseline="-25000" dirty="0">
                  <a:sym typeface="Symbol" charset="0"/>
                </a:rPr>
                <a:t>1</a:t>
              </a:r>
              <a:r>
                <a:rPr lang="en-US" sz="1500" dirty="0">
                  <a:sym typeface="Symbol" charset="0"/>
                </a:rPr>
                <a:t>,t</a:t>
              </a:r>
              <a:r>
                <a:rPr lang="en-US" sz="1500" baseline="-25000" dirty="0">
                  <a:sym typeface="Symbol" charset="0"/>
                </a:rPr>
                <a:t>1</a:t>
              </a:r>
              <a:r>
                <a:rPr lang="en-US" sz="1500" dirty="0">
                  <a:sym typeface="Symbol" charset="0"/>
                </a:rPr>
                <a:t>) , … , (</a:t>
              </a:r>
              <a:r>
                <a:rPr lang="en-US" sz="1500" dirty="0" err="1">
                  <a:sym typeface="Symbol" charset="0"/>
                </a:rPr>
                <a:t>m</a:t>
              </a:r>
              <a:r>
                <a:rPr lang="en-US" sz="1500" baseline="-25000" dirty="0" err="1">
                  <a:sym typeface="Symbol" charset="0"/>
                </a:rPr>
                <a:t>q</a:t>
              </a:r>
              <a:r>
                <a:rPr lang="en-US" sz="1500" dirty="0" err="1">
                  <a:sym typeface="Symbol" charset="0"/>
                </a:rPr>
                <a:t>,t</a:t>
              </a:r>
              <a:r>
                <a:rPr lang="en-US" sz="1500" baseline="-25000" dirty="0" err="1">
                  <a:sym typeface="Symbol" charset="0"/>
                </a:rPr>
                <a:t>q</a:t>
              </a:r>
              <a:r>
                <a:rPr lang="en-US" sz="1500" dirty="0">
                  <a:sym typeface="Symbol" charset="0"/>
                </a:rPr>
                <a:t>) }</a:t>
              </a:r>
            </a:p>
            <a:p>
              <a:pPr>
                <a:lnSpc>
                  <a:spcPct val="150000"/>
                </a:lnSpc>
              </a:pPr>
              <a:r>
                <a:rPr lang="en-US" sz="1500" b="1" dirty="0">
                  <a:sym typeface="Symbol" charset="0"/>
                </a:rPr>
                <a:t>b</a:t>
              </a:r>
              <a:r>
                <a:rPr lang="en-US" sz="1500" dirty="0">
                  <a:sym typeface="Symbol" charset="0"/>
                </a:rPr>
                <a:t>=0   otherwise</a:t>
              </a:r>
              <a:endParaRPr lang="en-US" sz="1350" dirty="0"/>
            </a:p>
          </p:txBody>
        </p:sp>
        <p:sp>
          <p:nvSpPr>
            <p:cNvPr id="25642" name="AutoShape 42"/>
            <p:cNvSpPr>
              <a:spLocks/>
            </p:cNvSpPr>
            <p:nvPr/>
          </p:nvSpPr>
          <p:spPr bwMode="auto">
            <a:xfrm>
              <a:off x="595" y="2718"/>
              <a:ext cx="29" cy="594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628903" y="3314700"/>
            <a:ext cx="308098" cy="408980"/>
            <a:chOff x="1981200" y="2419350"/>
            <a:chExt cx="410796" cy="545306"/>
          </a:xfrm>
        </p:grpSpPr>
        <p:sp>
          <p:nvSpPr>
            <p:cNvPr id="25640" name="Line 40"/>
            <p:cNvSpPr>
              <a:spLocks noChangeShapeType="1"/>
            </p:cNvSpPr>
            <p:nvPr/>
          </p:nvSpPr>
          <p:spPr bwMode="auto">
            <a:xfrm>
              <a:off x="2057400" y="2590800"/>
              <a:ext cx="0" cy="373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645" name="Text Box 45"/>
            <p:cNvSpPr txBox="1">
              <a:spLocks noChangeArrowheads="1"/>
            </p:cNvSpPr>
            <p:nvPr/>
          </p:nvSpPr>
          <p:spPr bwMode="auto">
            <a:xfrm>
              <a:off x="1981200" y="2419350"/>
              <a:ext cx="410796" cy="492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b="1" dirty="0"/>
                <a:t>b</a:t>
              </a:r>
            </a:p>
          </p:txBody>
        </p:sp>
      </p:grp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4786341" y="2457451"/>
            <a:ext cx="40427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ym typeface="Symbol" charset="0"/>
              </a:rPr>
              <a:t>m</a:t>
            </a:r>
            <a:r>
              <a:rPr lang="en-US" sz="1500" baseline="-25000" dirty="0">
                <a:sym typeface="Symbol" charset="0"/>
              </a:rPr>
              <a:t>2</a:t>
            </a:r>
          </a:p>
        </p:txBody>
      </p:sp>
      <p:sp>
        <p:nvSpPr>
          <p:cNvPr id="25" name="Text Box 34"/>
          <p:cNvSpPr txBox="1">
            <a:spLocks noChangeArrowheads="1"/>
          </p:cNvSpPr>
          <p:nvPr/>
        </p:nvSpPr>
        <p:spPr bwMode="auto">
          <a:xfrm>
            <a:off x="5143501" y="2457451"/>
            <a:ext cx="72167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ym typeface="Symbol" charset="0"/>
              </a:rPr>
              <a:t>, …, </a:t>
            </a:r>
            <a:r>
              <a:rPr lang="en-US" sz="1500" dirty="0" err="1">
                <a:sym typeface="Symbol" charset="0"/>
              </a:rPr>
              <a:t>m</a:t>
            </a:r>
            <a:r>
              <a:rPr lang="en-US" sz="1500" baseline="-25000" dirty="0" err="1">
                <a:sym typeface="Symbol" charset="0"/>
              </a:rPr>
              <a:t>q</a:t>
            </a:r>
            <a:endParaRPr lang="en-US" sz="1500" baseline="-25000" dirty="0">
              <a:sym typeface="Symbol" charset="0"/>
            </a:endParaRPr>
          </a:p>
        </p:txBody>
      </p:sp>
      <p:sp>
        <p:nvSpPr>
          <p:cNvPr id="26" name="Text Box 34"/>
          <p:cNvSpPr txBox="1">
            <a:spLocks noChangeArrowheads="1"/>
          </p:cNvSpPr>
          <p:nvPr/>
        </p:nvSpPr>
        <p:spPr bwMode="auto">
          <a:xfrm>
            <a:off x="4800601" y="2743201"/>
            <a:ext cx="31451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ym typeface="Symbol" charset="0"/>
              </a:rPr>
              <a:t>t</a:t>
            </a:r>
            <a:r>
              <a:rPr lang="en-US" sz="1500" baseline="-25000" dirty="0">
                <a:sym typeface="Symbol" charset="0"/>
              </a:rPr>
              <a:t>2</a:t>
            </a:r>
          </a:p>
        </p:txBody>
      </p:sp>
      <p:sp>
        <p:nvSpPr>
          <p:cNvPr id="27" name="Text Box 34"/>
          <p:cNvSpPr txBox="1">
            <a:spLocks noChangeArrowheads="1"/>
          </p:cNvSpPr>
          <p:nvPr/>
        </p:nvSpPr>
        <p:spPr bwMode="auto">
          <a:xfrm>
            <a:off x="5200650" y="2743201"/>
            <a:ext cx="62972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ym typeface="Symbol" charset="0"/>
              </a:rPr>
              <a:t>, …, </a:t>
            </a:r>
            <a:r>
              <a:rPr lang="en-US" sz="1500" dirty="0" err="1">
                <a:sym typeface="Symbol" charset="0"/>
              </a:rPr>
              <a:t>t</a:t>
            </a:r>
            <a:r>
              <a:rPr lang="en-US" sz="1500" baseline="-25000" dirty="0" err="1">
                <a:sym typeface="Symbol" charset="0"/>
              </a:rPr>
              <a:t>q</a:t>
            </a:r>
            <a:endParaRPr lang="en-US" sz="1500" baseline="-25000" dirty="0"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64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5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5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5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  <p:bldP spid="24" grpId="0"/>
      <p:bldP spid="25" grpId="0"/>
      <p:bldP spid="26" grpId="0"/>
      <p:bldP spid="2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 protecting system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Later a virus infects system and modifies system files</a:t>
            </a:r>
          </a:p>
          <a:p>
            <a:pPr marL="0" indent="0">
              <a:spcBef>
                <a:spcPts val="1332"/>
              </a:spcBef>
              <a:buNone/>
            </a:pPr>
            <a:r>
              <a:rPr lang="en-US" dirty="0"/>
              <a:t>User reboots into clean OS and supplies his password</a:t>
            </a:r>
          </a:p>
          <a:p>
            <a:pPr lvl="1"/>
            <a:r>
              <a:rPr lang="en-US" dirty="0"/>
              <a:t>Then:   secure MAC   ⇒   all modified files will be detected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28752" y="2171701"/>
            <a:ext cx="4418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Suppose at install time the system computes: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2628900"/>
            <a:ext cx="1085850" cy="7429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US" baseline="-25000" dirty="0"/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3486150"/>
            <a:ext cx="1085850" cy="285750"/>
          </a:xfrm>
          <a:prstGeom prst="rect">
            <a:avLst/>
          </a:prstGeom>
          <a:solidFill>
            <a:srgbClr val="00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F0000"/>
                </a:solidFill>
              </a:rPr>
              <a:t>t</a:t>
            </a:r>
            <a:r>
              <a:rPr lang="en-US" sz="1500" baseline="-25000" dirty="0">
                <a:solidFill>
                  <a:srgbClr val="FF0000"/>
                </a:solidFill>
              </a:rPr>
              <a:t>1</a:t>
            </a:r>
            <a:r>
              <a:rPr lang="en-US" sz="1500" dirty="0">
                <a:solidFill>
                  <a:srgbClr val="FF0000"/>
                </a:solidFill>
              </a:rPr>
              <a:t> = S(k,F</a:t>
            </a:r>
            <a:r>
              <a:rPr lang="en-US" sz="1500" baseline="-25000" dirty="0">
                <a:solidFill>
                  <a:srgbClr val="FF0000"/>
                </a:solidFill>
              </a:rPr>
              <a:t>1</a:t>
            </a:r>
            <a:r>
              <a:rPr lang="en-US" sz="15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3143250" y="2628900"/>
            <a:ext cx="1085850" cy="7429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US" baseline="-25000" dirty="0"/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3143250" y="3486150"/>
            <a:ext cx="1085850" cy="285750"/>
          </a:xfrm>
          <a:prstGeom prst="rect">
            <a:avLst/>
          </a:prstGeom>
          <a:solidFill>
            <a:srgbClr val="00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FF0000"/>
                </a:solidFill>
              </a:rPr>
              <a:t>t</a:t>
            </a:r>
            <a:r>
              <a:rPr lang="en-US" sz="1500" baseline="-25000" dirty="0">
                <a:solidFill>
                  <a:srgbClr val="FF0000"/>
                </a:solidFill>
              </a:rPr>
              <a:t>2</a:t>
            </a:r>
            <a:r>
              <a:rPr lang="en-US" sz="1500" dirty="0">
                <a:solidFill>
                  <a:srgbClr val="FF0000"/>
                </a:solidFill>
              </a:rPr>
              <a:t> = S(k,F</a:t>
            </a:r>
            <a:r>
              <a:rPr lang="en-US" sz="1500" baseline="-25000" dirty="0">
                <a:solidFill>
                  <a:srgbClr val="FF0000"/>
                </a:solidFill>
              </a:rPr>
              <a:t>2</a:t>
            </a:r>
            <a:r>
              <a:rPr lang="en-US" sz="15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43500" y="2628900"/>
            <a:ext cx="1085850" cy="7429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</a:t>
            </a:r>
            <a:r>
              <a:rPr lang="en-US" baseline="-25000" dirty="0" err="1"/>
              <a:t>n</a:t>
            </a:r>
            <a:endParaRPr lang="en-US" baseline="-25000" dirty="0"/>
          </a:p>
        </p:txBody>
      </p:sp>
      <p:sp>
        <p:nvSpPr>
          <p:cNvPr id="10" name="Rectangle 9"/>
          <p:cNvSpPr/>
          <p:nvPr/>
        </p:nvSpPr>
        <p:spPr>
          <a:xfrm>
            <a:off x="5143500" y="3486150"/>
            <a:ext cx="1085850" cy="285750"/>
          </a:xfrm>
          <a:prstGeom prst="rect">
            <a:avLst/>
          </a:prstGeom>
          <a:solidFill>
            <a:srgbClr val="00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rgbClr val="FF0000"/>
                </a:solidFill>
              </a:rPr>
              <a:t>t</a:t>
            </a:r>
            <a:r>
              <a:rPr lang="en-US" sz="1500" baseline="-25000" dirty="0" err="1">
                <a:solidFill>
                  <a:srgbClr val="FF0000"/>
                </a:solidFill>
              </a:rPr>
              <a:t>n</a:t>
            </a:r>
            <a:r>
              <a:rPr lang="en-US" sz="1500" dirty="0">
                <a:solidFill>
                  <a:srgbClr val="FF0000"/>
                </a:solidFill>
              </a:rPr>
              <a:t> = S(</a:t>
            </a:r>
            <a:r>
              <a:rPr lang="en-US" sz="1500" dirty="0" err="1">
                <a:solidFill>
                  <a:srgbClr val="FF0000"/>
                </a:solidFill>
              </a:rPr>
              <a:t>k,F</a:t>
            </a:r>
            <a:r>
              <a:rPr lang="en-US" sz="1500" baseline="-25000" dirty="0" err="1">
                <a:solidFill>
                  <a:srgbClr val="FF0000"/>
                </a:solidFill>
              </a:rPr>
              <a:t>n</a:t>
            </a:r>
            <a:r>
              <a:rPr lang="en-US" sz="15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4852" y="2743200"/>
            <a:ext cx="5148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/>
              <a:t>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2783785"/>
            <a:ext cx="143282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k derived from</a:t>
            </a:r>
            <a:br>
              <a:rPr lang="en-US" sz="1500" dirty="0"/>
            </a:br>
            <a:r>
              <a:rPr lang="en-US" sz="1500" dirty="0"/>
              <a:t>user’s password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2" y="2571750"/>
            <a:ext cx="80342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filename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1877" y="2571750"/>
            <a:ext cx="80342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filename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2" y="2571750"/>
            <a:ext cx="80342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filename</a:t>
            </a:r>
          </a:p>
        </p:txBody>
      </p:sp>
    </p:spTree>
    <p:extLst>
      <p:ext uri="{BB962C8B-B14F-4D97-AF65-F5344CB8AC3E}">
        <p14:creationId xmlns:p14="http://schemas.microsoft.com/office/powerpoint/2010/main" val="121389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PRF   ⇒   Secure MAC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For a PRF   </a:t>
            </a:r>
            <a:r>
              <a:rPr lang="en-US" b="1" dirty="0">
                <a:solidFill>
                  <a:srgbClr val="FF0000"/>
                </a:solidFill>
              </a:rPr>
              <a:t>F: K × X  ⟶ Y   </a:t>
            </a:r>
            <a:r>
              <a:rPr lang="en-US" dirty="0"/>
              <a:t>define a MAC    I</a:t>
            </a:r>
            <a:r>
              <a:rPr lang="en-US" baseline="-25000" dirty="0"/>
              <a:t>F</a:t>
            </a:r>
            <a:r>
              <a:rPr lang="en-US" dirty="0"/>
              <a:t> = (S,V)    as: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	S(</a:t>
            </a:r>
            <a:r>
              <a:rPr lang="en-US" dirty="0" err="1"/>
              <a:t>k,m</a:t>
            </a:r>
            <a:r>
              <a:rPr lang="en-US" dirty="0"/>
              <a:t>)  :=  F(</a:t>
            </a:r>
            <a:r>
              <a:rPr lang="en-US" dirty="0" err="1"/>
              <a:t>k,m</a:t>
            </a:r>
            <a:r>
              <a:rPr lang="en-US" dirty="0"/>
              <a:t>)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	V(</a:t>
            </a:r>
            <a:r>
              <a:rPr lang="en-US" dirty="0" err="1"/>
              <a:t>k,m,t</a:t>
            </a:r>
            <a:r>
              <a:rPr lang="en-US" dirty="0"/>
              <a:t>):   output `yes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/>
              <a:t> if  t = F(</a:t>
            </a:r>
            <a:r>
              <a:rPr lang="en-US" dirty="0" err="1"/>
              <a:t>k,m</a:t>
            </a:r>
            <a:r>
              <a:rPr lang="en-US" dirty="0"/>
              <a:t>) and `no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/>
              <a:t> otherwise.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771650" y="3973756"/>
            <a:ext cx="628650" cy="3857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350">
                <a:solidFill>
                  <a:schemeClr val="bg1">
                    <a:lumMod val="95000"/>
                  </a:schemeClr>
                </a:solidFill>
              </a:rPr>
              <a:t>Alice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943600" y="3973756"/>
            <a:ext cx="628650" cy="3857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350">
                <a:solidFill>
                  <a:srgbClr val="F2F2F2"/>
                </a:solidFill>
              </a:rPr>
              <a:t>Bob</a:t>
            </a:r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2400300" y="4145205"/>
            <a:ext cx="3486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2857500" y="3845168"/>
            <a:ext cx="1943100" cy="214313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 dirty="0"/>
              <a:t>message  m 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873229" y="3845168"/>
            <a:ext cx="400050" cy="21431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tag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543050" y="4405953"/>
            <a:ext cx="16573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90"/>
                </a:solidFill>
              </a:rPr>
              <a:t>tag </a:t>
            </a:r>
            <a:r>
              <a:rPr lang="en-US" b="1" dirty="0">
                <a:solidFill>
                  <a:srgbClr val="000090"/>
                </a:solidFill>
                <a:sym typeface="Symbol" charset="0"/>
              </a:rPr>
              <a:t> F(</a:t>
            </a:r>
            <a:r>
              <a:rPr lang="en-US" b="1" dirty="0" err="1">
                <a:solidFill>
                  <a:srgbClr val="000090"/>
                </a:solidFill>
                <a:sym typeface="Symbol" charset="0"/>
              </a:rPr>
              <a:t>k,m</a:t>
            </a:r>
            <a:r>
              <a:rPr lang="en-US" b="1" dirty="0">
                <a:solidFill>
                  <a:srgbClr val="000090"/>
                </a:solidFill>
                <a:sym typeface="Symbol" charset="0"/>
              </a:rPr>
              <a:t>)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5664272" y="4476319"/>
            <a:ext cx="1722908" cy="702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90"/>
                </a:solidFill>
              </a:rPr>
              <a:t>accept </a:t>
            </a:r>
            <a:r>
              <a:rPr lang="en-US" dirty="0" err="1">
                <a:solidFill>
                  <a:srgbClr val="000090"/>
                </a:solidFill>
              </a:rPr>
              <a:t>msg</a:t>
            </a:r>
            <a:r>
              <a:rPr lang="en-US" dirty="0">
                <a:solidFill>
                  <a:srgbClr val="000090"/>
                </a:solidFill>
              </a:rPr>
              <a:t> if</a:t>
            </a:r>
          </a:p>
          <a:p>
            <a:pPr>
              <a:lnSpc>
                <a:spcPts val="2625"/>
              </a:lnSpc>
            </a:pPr>
            <a:r>
              <a:rPr lang="en-US" b="1" dirty="0">
                <a:solidFill>
                  <a:srgbClr val="000090"/>
                </a:solidFill>
              </a:rPr>
              <a:t>       tag </a:t>
            </a:r>
            <a:r>
              <a:rPr lang="en-US" sz="2400" b="1" dirty="0">
                <a:solidFill>
                  <a:srgbClr val="000090"/>
                </a:solidFill>
              </a:rPr>
              <a:t>=</a:t>
            </a:r>
            <a:r>
              <a:rPr lang="en-US" b="1" dirty="0">
                <a:solidFill>
                  <a:srgbClr val="000090"/>
                </a:solidFill>
              </a:rPr>
              <a:t> F(</a:t>
            </a:r>
            <a:r>
              <a:rPr lang="en-US" b="1" dirty="0" err="1">
                <a:solidFill>
                  <a:srgbClr val="000090"/>
                </a:solidFill>
              </a:rPr>
              <a:t>k,m</a:t>
            </a:r>
            <a:r>
              <a:rPr lang="en-US" b="1" dirty="0">
                <a:solidFill>
                  <a:srgbClr val="000090"/>
                </a:solidFill>
              </a:rPr>
              <a:t>)</a:t>
            </a:r>
            <a:endParaRPr lang="en-US" b="1" dirty="0">
              <a:solidFill>
                <a:srgbClr val="000090"/>
              </a:solidFill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973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Proof Sketch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Suppose   </a:t>
            </a:r>
            <a:r>
              <a:rPr lang="en-US" dirty="0">
                <a:solidFill>
                  <a:srgbClr val="FF0000"/>
                </a:solidFill>
              </a:rPr>
              <a:t>f: </a:t>
            </a:r>
            <a:r>
              <a:rPr lang="en-US" b="1" dirty="0">
                <a:solidFill>
                  <a:srgbClr val="FF0000"/>
                </a:solidFill>
              </a:rPr>
              <a:t>X  ⟶ Y    </a:t>
            </a:r>
            <a:r>
              <a:rPr lang="en-US" dirty="0"/>
              <a:t>is a truly random function</a:t>
            </a:r>
          </a:p>
          <a:p>
            <a:pPr marL="0" indent="0">
              <a:spcBef>
                <a:spcPts val="1332"/>
              </a:spcBef>
              <a:buNone/>
            </a:pPr>
            <a:r>
              <a:rPr lang="en-US" dirty="0"/>
              <a:t>Then MAC adversary A must win the following game:</a:t>
            </a:r>
          </a:p>
          <a:p>
            <a:pPr marL="0" indent="0">
              <a:spcBef>
                <a:spcPts val="1332"/>
              </a:spcBef>
              <a:buNone/>
            </a:pPr>
            <a:endParaRPr lang="en-US" dirty="0"/>
          </a:p>
          <a:p>
            <a:pPr marL="0" indent="0">
              <a:spcBef>
                <a:spcPts val="1332"/>
              </a:spcBef>
              <a:buNone/>
            </a:pPr>
            <a:endParaRPr lang="en-US" dirty="0"/>
          </a:p>
          <a:p>
            <a:pPr marL="0" indent="0">
              <a:spcBef>
                <a:spcPts val="1332"/>
              </a:spcBef>
              <a:buNone/>
            </a:pPr>
            <a:endParaRPr lang="en-US" dirty="0"/>
          </a:p>
          <a:p>
            <a:pPr marL="0" indent="0">
              <a:spcBef>
                <a:spcPts val="1332"/>
              </a:spcBef>
              <a:buNone/>
            </a:pPr>
            <a:endParaRPr lang="en-US" dirty="0"/>
          </a:p>
          <a:p>
            <a:pPr marL="0" indent="0">
              <a:spcBef>
                <a:spcPts val="1332"/>
              </a:spcBef>
              <a:buNone/>
            </a:pPr>
            <a:endParaRPr lang="en-US" dirty="0"/>
          </a:p>
          <a:p>
            <a:pPr marL="0" lvl="1" indent="0">
              <a:spcBef>
                <a:spcPts val="1332"/>
              </a:spcBef>
              <a:buNone/>
            </a:pPr>
            <a:r>
              <a:rPr lang="en-US" dirty="0"/>
              <a:t>A wins if    </a:t>
            </a:r>
            <a:r>
              <a:rPr lang="en-US" b="1" dirty="0">
                <a:solidFill>
                  <a:srgbClr val="FF0000"/>
                </a:solidFill>
              </a:rPr>
              <a:t>t = f(m)    </a:t>
            </a:r>
            <a:r>
              <a:rPr lang="en-US" dirty="0"/>
              <a:t>and      </a:t>
            </a:r>
            <a:r>
              <a:rPr lang="en-US" b="1" dirty="0">
                <a:solidFill>
                  <a:srgbClr val="FF0000"/>
                </a:solidFill>
              </a:rPr>
              <a:t>m  </a:t>
            </a:r>
            <a:r>
              <a:rPr lang="en-US" b="1" dirty="0">
                <a:solidFill>
                  <a:srgbClr val="FF0000"/>
                </a:solidFill>
                <a:sym typeface="Symbol" charset="0"/>
              </a:rPr>
              <a:t>  </a:t>
            </a:r>
            <a:r>
              <a:rPr lang="en-US" sz="2100" b="1" dirty="0">
                <a:solidFill>
                  <a:srgbClr val="FF0000"/>
                </a:solidFill>
                <a:sym typeface="Symbol" charset="0"/>
              </a:rPr>
              <a:t>{</a:t>
            </a:r>
            <a:r>
              <a:rPr lang="en-US" b="1" dirty="0">
                <a:solidFill>
                  <a:srgbClr val="FF0000"/>
                </a:solidFill>
                <a:sym typeface="Symbol" charset="0"/>
              </a:rPr>
              <a:t> m</a:t>
            </a:r>
            <a:r>
              <a:rPr lang="en-US" b="1" baseline="-25000" dirty="0">
                <a:solidFill>
                  <a:srgbClr val="FF0000"/>
                </a:solidFill>
                <a:sym typeface="Symbol" charset="0"/>
              </a:rPr>
              <a:t>1</a:t>
            </a:r>
            <a:r>
              <a:rPr lang="en-US" b="1" dirty="0">
                <a:solidFill>
                  <a:srgbClr val="FF0000"/>
                </a:solidFill>
                <a:sym typeface="Symbol" charset="0"/>
              </a:rPr>
              <a:t> , … , </a:t>
            </a:r>
            <a:r>
              <a:rPr lang="en-US" b="1" dirty="0" err="1">
                <a:solidFill>
                  <a:srgbClr val="FF0000"/>
                </a:solidFill>
                <a:sym typeface="Symbol" charset="0"/>
              </a:rPr>
              <a:t>m</a:t>
            </a:r>
            <a:r>
              <a:rPr lang="en-US" b="1" baseline="-25000" dirty="0" err="1">
                <a:solidFill>
                  <a:srgbClr val="FF0000"/>
                </a:solidFill>
                <a:sym typeface="Symbol" charset="0"/>
              </a:rPr>
              <a:t>q</a:t>
            </a:r>
            <a:r>
              <a:rPr lang="en-US" b="1" dirty="0">
                <a:solidFill>
                  <a:srgbClr val="FF0000"/>
                </a:solidFill>
                <a:sym typeface="Symbol" charset="0"/>
              </a:rPr>
              <a:t> </a:t>
            </a:r>
            <a:r>
              <a:rPr lang="en-US" sz="2100" b="1" dirty="0">
                <a:solidFill>
                  <a:srgbClr val="FF0000"/>
                </a:solidFill>
                <a:sym typeface="Symbol" charset="0"/>
              </a:rPr>
              <a:t>}</a:t>
            </a:r>
          </a:p>
          <a:p>
            <a:pPr marL="0" lvl="1" indent="0">
              <a:spcBef>
                <a:spcPts val="1332"/>
              </a:spcBef>
              <a:buNone/>
            </a:pPr>
            <a:r>
              <a:rPr lang="en-US" dirty="0">
                <a:sym typeface="Symbol" charset="0"/>
              </a:rPr>
              <a:t>⇒      </a:t>
            </a:r>
            <a:r>
              <a:rPr lang="en-US" dirty="0" err="1">
                <a:sym typeface="Symbol" charset="0"/>
              </a:rPr>
              <a:t>Pr</a:t>
            </a:r>
            <a:r>
              <a:rPr lang="en-US" dirty="0">
                <a:sym typeface="Symbol" charset="0"/>
              </a:rPr>
              <a:t>[A wins] = 1/|Y|</a:t>
            </a:r>
          </a:p>
          <a:p>
            <a:pPr marL="0" indent="0">
              <a:spcBef>
                <a:spcPts val="1332"/>
              </a:spcBef>
              <a:buNone/>
            </a:pPr>
            <a:endParaRPr lang="en-US" dirty="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2228850" y="3314700"/>
            <a:ext cx="971550" cy="8143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sz="1350"/>
              <a:t>Chal.</a:t>
            </a: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6115050" y="3314700"/>
            <a:ext cx="971550" cy="8143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 sz="1350"/>
              <a:t>Adv.</a:t>
            </a:r>
          </a:p>
        </p:txBody>
      </p:sp>
      <p:sp>
        <p:nvSpPr>
          <p:cNvPr id="7" name="Text Box 23"/>
          <p:cNvSpPr txBox="1">
            <a:spLocks noChangeArrowheads="1"/>
          </p:cNvSpPr>
          <p:nvPr/>
        </p:nvSpPr>
        <p:spPr bwMode="auto">
          <a:xfrm>
            <a:off x="2220251" y="3557634"/>
            <a:ext cx="9387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100" dirty="0">
                <a:solidFill>
                  <a:srgbClr val="CCFFFF"/>
                </a:solidFill>
              </a:rPr>
              <a:t>f  </a:t>
            </a:r>
            <a:r>
              <a:rPr lang="en-US" sz="1500" dirty="0">
                <a:solidFill>
                  <a:srgbClr val="CCFFFF"/>
                </a:solidFill>
              </a:rPr>
              <a:t>in </a:t>
            </a:r>
          </a:p>
          <a:p>
            <a:pPr algn="ctr"/>
            <a:r>
              <a:rPr lang="en-US" sz="1500" dirty="0">
                <a:solidFill>
                  <a:srgbClr val="CCFFFF"/>
                </a:solidFill>
              </a:rPr>
              <a:t> Funs[X,Y]</a:t>
            </a:r>
            <a:endParaRPr lang="en-US" sz="1500" b="1" dirty="0">
              <a:solidFill>
                <a:srgbClr val="CCFFFF"/>
              </a:solidFill>
              <a:cs typeface="Arial" charset="0"/>
              <a:sym typeface="Symbol" charset="0"/>
            </a:endParaRPr>
          </a:p>
        </p:txBody>
      </p: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4343400" y="3814766"/>
            <a:ext cx="1771650" cy="323256"/>
            <a:chOff x="1776" y="1968"/>
            <a:chExt cx="2400" cy="362"/>
          </a:xfrm>
        </p:grpSpPr>
        <p:sp>
          <p:nvSpPr>
            <p:cNvPr id="9" name="Line 24"/>
            <p:cNvSpPr>
              <a:spLocks noChangeShapeType="1"/>
            </p:cNvSpPr>
            <p:nvPr/>
          </p:nvSpPr>
          <p:spPr bwMode="auto">
            <a:xfrm flipH="1">
              <a:off x="1776" y="2246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0" name="Text Box 25"/>
            <p:cNvSpPr txBox="1">
              <a:spLocks noChangeArrowheads="1"/>
            </p:cNvSpPr>
            <p:nvPr/>
          </p:nvSpPr>
          <p:spPr bwMode="auto">
            <a:xfrm>
              <a:off x="2725" y="1968"/>
              <a:ext cx="762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500" dirty="0"/>
                <a:t>(</a:t>
              </a:r>
              <a:r>
                <a:rPr lang="en-US" sz="1500" dirty="0" err="1"/>
                <a:t>m,t</a:t>
              </a:r>
              <a:r>
                <a:rPr lang="en-US" sz="1500" dirty="0"/>
                <a:t>)</a:t>
              </a:r>
              <a:endParaRPr lang="en-US" sz="1500" dirty="0">
                <a:sym typeface="Symbol" charset="0"/>
              </a:endParaRPr>
            </a:p>
          </p:txBody>
        </p:sp>
      </p:grpSp>
      <p:sp>
        <p:nvSpPr>
          <p:cNvPr id="11" name="Rectangle 31"/>
          <p:cNvSpPr>
            <a:spLocks noChangeArrowheads="1"/>
          </p:cNvSpPr>
          <p:nvPr/>
        </p:nvSpPr>
        <p:spPr bwMode="auto">
          <a:xfrm>
            <a:off x="1714500" y="3143250"/>
            <a:ext cx="5943600" cy="1157288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350"/>
          </a:p>
        </p:txBody>
      </p: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3200400" y="3143253"/>
            <a:ext cx="2857500" cy="323255"/>
            <a:chOff x="1776" y="1968"/>
            <a:chExt cx="2400" cy="362"/>
          </a:xfrm>
        </p:grpSpPr>
        <p:sp>
          <p:nvSpPr>
            <p:cNvPr id="13" name="Line 33"/>
            <p:cNvSpPr>
              <a:spLocks noChangeShapeType="1"/>
            </p:cNvSpPr>
            <p:nvPr/>
          </p:nvSpPr>
          <p:spPr bwMode="auto">
            <a:xfrm flipH="1">
              <a:off x="1776" y="2288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4" name="Text Box 34"/>
            <p:cNvSpPr txBox="1">
              <a:spLocks noChangeArrowheads="1"/>
            </p:cNvSpPr>
            <p:nvPr/>
          </p:nvSpPr>
          <p:spPr bwMode="auto">
            <a:xfrm>
              <a:off x="2160" y="1968"/>
              <a:ext cx="612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500" dirty="0"/>
                <a:t>m</a:t>
              </a:r>
              <a:r>
                <a:rPr lang="en-US" sz="1500" baseline="-25000" dirty="0"/>
                <a:t>1</a:t>
              </a:r>
              <a:r>
                <a:rPr lang="en-US" sz="1500" dirty="0"/>
                <a:t> </a:t>
              </a:r>
              <a:r>
                <a:rPr lang="en-US" sz="1500" dirty="0">
                  <a:sym typeface="Symbol" charset="0"/>
                </a:rPr>
                <a:t> X</a:t>
              </a:r>
            </a:p>
          </p:txBody>
        </p:sp>
      </p:grpSp>
      <p:grpSp>
        <p:nvGrpSpPr>
          <p:cNvPr id="15" name="Group 39"/>
          <p:cNvGrpSpPr>
            <a:grpSpLocks/>
          </p:cNvGrpSpPr>
          <p:nvPr/>
        </p:nvGrpSpPr>
        <p:grpSpPr bwMode="auto">
          <a:xfrm>
            <a:off x="3200400" y="3443292"/>
            <a:ext cx="2800350" cy="323256"/>
            <a:chOff x="1728" y="1854"/>
            <a:chExt cx="2352" cy="362"/>
          </a:xfrm>
        </p:grpSpPr>
        <p:sp>
          <p:nvSpPr>
            <p:cNvPr id="16" name="Line 36"/>
            <p:cNvSpPr>
              <a:spLocks noChangeShapeType="1"/>
            </p:cNvSpPr>
            <p:nvPr/>
          </p:nvSpPr>
          <p:spPr bwMode="auto">
            <a:xfrm>
              <a:off x="1728" y="2170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7" name="Text Box 37"/>
            <p:cNvSpPr txBox="1">
              <a:spLocks noChangeArrowheads="1"/>
            </p:cNvSpPr>
            <p:nvPr/>
          </p:nvSpPr>
          <p:spPr bwMode="auto">
            <a:xfrm>
              <a:off x="2064" y="1854"/>
              <a:ext cx="827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1500" dirty="0"/>
                <a:t>t</a:t>
              </a:r>
              <a:r>
                <a:rPr lang="en-US" sz="1500" baseline="-25000" dirty="0"/>
                <a:t>1</a:t>
              </a:r>
              <a:r>
                <a:rPr lang="en-US" sz="1500" dirty="0"/>
                <a:t> </a:t>
              </a:r>
              <a:r>
                <a:rPr lang="en-US" sz="1500" dirty="0">
                  <a:sym typeface="Symbol" charset="0"/>
                </a:rPr>
                <a:t></a:t>
              </a:r>
              <a:r>
                <a:rPr lang="en-US" sz="1500" dirty="0"/>
                <a:t> f(m</a:t>
              </a:r>
              <a:r>
                <a:rPr lang="en-US" sz="1500" baseline="-25000" dirty="0"/>
                <a:t>1</a:t>
              </a:r>
              <a:r>
                <a:rPr lang="en-US" sz="1500" dirty="0"/>
                <a:t>)</a:t>
              </a:r>
            </a:p>
          </p:txBody>
        </p:sp>
      </p:grpSp>
      <p:sp>
        <p:nvSpPr>
          <p:cNvPr id="21" name="Text Box 34"/>
          <p:cNvSpPr txBox="1">
            <a:spLocks noChangeArrowheads="1"/>
          </p:cNvSpPr>
          <p:nvPr/>
        </p:nvSpPr>
        <p:spPr bwMode="auto">
          <a:xfrm>
            <a:off x="4786341" y="3143251"/>
            <a:ext cx="404278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ym typeface="Symbol" charset="0"/>
              </a:rPr>
              <a:t>m</a:t>
            </a:r>
            <a:r>
              <a:rPr lang="en-US" sz="1500" baseline="-25000" dirty="0">
                <a:sym typeface="Symbol" charset="0"/>
              </a:rPr>
              <a:t>2</a:t>
            </a:r>
          </a:p>
        </p:txBody>
      </p:sp>
      <p:sp>
        <p:nvSpPr>
          <p:cNvPr id="22" name="Text Box 34"/>
          <p:cNvSpPr txBox="1">
            <a:spLocks noChangeArrowheads="1"/>
          </p:cNvSpPr>
          <p:nvPr/>
        </p:nvSpPr>
        <p:spPr bwMode="auto">
          <a:xfrm>
            <a:off x="5143502" y="3143251"/>
            <a:ext cx="808235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ym typeface="Symbol" charset="0"/>
              </a:rPr>
              <a:t>, …,   </a:t>
            </a:r>
            <a:r>
              <a:rPr lang="en-US" sz="1500" dirty="0" err="1">
                <a:sym typeface="Symbol" charset="0"/>
              </a:rPr>
              <a:t>m</a:t>
            </a:r>
            <a:r>
              <a:rPr lang="en-US" sz="1500" baseline="-25000" dirty="0" err="1">
                <a:sym typeface="Symbol" charset="0"/>
              </a:rPr>
              <a:t>q</a:t>
            </a:r>
            <a:endParaRPr lang="en-US" sz="1500" baseline="-25000" dirty="0">
              <a:sym typeface="Symbol" charset="0"/>
            </a:endParaRPr>
          </a:p>
        </p:txBody>
      </p:sp>
      <p:sp>
        <p:nvSpPr>
          <p:cNvPr id="23" name="Text Box 34"/>
          <p:cNvSpPr txBox="1">
            <a:spLocks noChangeArrowheads="1"/>
          </p:cNvSpPr>
          <p:nvPr/>
        </p:nvSpPr>
        <p:spPr bwMode="auto">
          <a:xfrm>
            <a:off x="4687576" y="3429001"/>
            <a:ext cx="55976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ym typeface="Symbol" charset="0"/>
              </a:rPr>
              <a:t>f(m</a:t>
            </a:r>
            <a:r>
              <a:rPr lang="en-US" sz="1500" baseline="-25000" dirty="0">
                <a:sym typeface="Symbol" charset="0"/>
              </a:rPr>
              <a:t>2)</a:t>
            </a:r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5143502" y="3429001"/>
            <a:ext cx="89639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500" dirty="0">
                <a:sym typeface="Symbol" charset="0"/>
              </a:rPr>
              <a:t>, …, f(</a:t>
            </a:r>
            <a:r>
              <a:rPr lang="en-US" sz="1500" dirty="0" err="1">
                <a:sym typeface="Symbol" charset="0"/>
              </a:rPr>
              <a:t>m</a:t>
            </a:r>
            <a:r>
              <a:rPr lang="en-US" sz="1500" baseline="-25000" dirty="0" err="1">
                <a:sym typeface="Symbol" charset="0"/>
              </a:rPr>
              <a:t>q</a:t>
            </a:r>
            <a:r>
              <a:rPr lang="en-US" sz="1500" dirty="0">
                <a:sym typeface="Symbol" charset="0"/>
              </a:rPr>
              <a:t>)</a:t>
            </a:r>
            <a:endParaRPr lang="en-US" sz="1500" baseline="-25000" dirty="0">
              <a:sym typeface="Symbol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01258" y="4300538"/>
            <a:ext cx="2613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must hold for  F(</a:t>
            </a:r>
            <a:r>
              <a:rPr lang="en-US" dirty="0" err="1"/>
              <a:t>k,x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441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AES:  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MAC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16-byte.</a:t>
            </a:r>
          </a:p>
          <a:p>
            <a:pPr>
              <a:lnSpc>
                <a:spcPct val="120000"/>
              </a:lnSpc>
            </a:pPr>
            <a:r>
              <a:rPr lang="en-US" dirty="0"/>
              <a:t>Main question: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Small-MAC </a:t>
            </a:r>
            <a:r>
              <a:rPr lang="en-US" dirty="0" err="1"/>
              <a:t>thành</a:t>
            </a:r>
            <a:r>
              <a:rPr lang="en-US" dirty="0"/>
              <a:t> Big-MAC?</a:t>
            </a:r>
          </a:p>
          <a:p>
            <a:r>
              <a:rPr lang="en-US" dirty="0"/>
              <a:t>Two main constructions used in practice:</a:t>
            </a:r>
          </a:p>
          <a:p>
            <a:pPr lvl="1"/>
            <a:r>
              <a:rPr lang="en-US" b="1" dirty="0"/>
              <a:t>CBC-MAC</a:t>
            </a:r>
            <a:r>
              <a:rPr lang="en-US" dirty="0"/>
              <a:t>   (banking – ANSI X9.9, X9.19,   FIPS 186-3)</a:t>
            </a:r>
          </a:p>
          <a:p>
            <a:pPr lvl="1"/>
            <a:r>
              <a:rPr lang="en-US" b="1" dirty="0"/>
              <a:t>HMAC</a:t>
            </a:r>
            <a:r>
              <a:rPr lang="en-US" dirty="0"/>
              <a:t>  (Internet protocols:  SSL, IPsec, SSH, …)</a:t>
            </a:r>
          </a:p>
          <a:p>
            <a:r>
              <a:rPr lang="en-US" dirty="0"/>
              <a:t>Both convert a small-PRF into a big-PRF.</a:t>
            </a:r>
          </a:p>
        </p:txBody>
      </p:sp>
    </p:spTree>
    <p:extLst>
      <p:ext uri="{BB962C8B-B14F-4D97-AF65-F5344CB8AC3E}">
        <p14:creationId xmlns:p14="http://schemas.microsoft.com/office/powerpoint/2010/main" val="1380352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MACs and PRFs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Recall:  secure PRF  </a:t>
            </a:r>
            <a:r>
              <a:rPr lang="en-US" b="1" dirty="0">
                <a:solidFill>
                  <a:srgbClr val="000000"/>
                </a:solidFill>
              </a:rPr>
              <a:t>F   ⇒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dirty="0"/>
              <a:t> secure MAC,      as long as |Y| is large</a:t>
            </a:r>
          </a:p>
          <a:p>
            <a:pPr marL="0" indent="0">
              <a:buNone/>
            </a:pPr>
            <a:r>
              <a:rPr lang="en-US" dirty="0"/>
              <a:t>		S(k, m) =  F(k, 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Our goal:  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0090"/>
                </a:solidFill>
              </a:rPr>
              <a:t>given a PRF for short messages  (AES)</a:t>
            </a:r>
          </a:p>
          <a:p>
            <a:pPr marL="0" indent="0">
              <a:buNone/>
            </a:pPr>
            <a:r>
              <a:rPr lang="en-US" dirty="0">
                <a:solidFill>
                  <a:srgbClr val="000090"/>
                </a:solidFill>
              </a:rPr>
              <a:t>	construct a PRF for long messages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From here on let   X = {0,1}</a:t>
            </a:r>
            <a:r>
              <a:rPr lang="en-US" baseline="30000" dirty="0"/>
              <a:t>n</a:t>
            </a:r>
            <a:r>
              <a:rPr lang="en-US" dirty="0"/>
              <a:t>    (e.g.  n=128)</a:t>
            </a:r>
            <a:endParaRPr lang="en-US" baseline="30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214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44" name="Group 60"/>
          <p:cNvGrpSpPr>
            <a:grpSpLocks/>
          </p:cNvGrpSpPr>
          <p:nvPr/>
        </p:nvGrpSpPr>
        <p:grpSpPr bwMode="auto">
          <a:xfrm>
            <a:off x="1371600" y="2053830"/>
            <a:ext cx="5543550" cy="2060972"/>
            <a:chOff x="192" y="620"/>
            <a:chExt cx="4656" cy="2308"/>
          </a:xfrm>
        </p:grpSpPr>
        <p:sp>
          <p:nvSpPr>
            <p:cNvPr id="16439" name="AutoShape 55"/>
            <p:cNvSpPr>
              <a:spLocks noChangeArrowheads="1"/>
            </p:cNvSpPr>
            <p:nvPr/>
          </p:nvSpPr>
          <p:spPr bwMode="auto">
            <a:xfrm>
              <a:off x="288" y="960"/>
              <a:ext cx="4560" cy="1968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6440" name="Text Box 56"/>
            <p:cNvSpPr txBox="1">
              <a:spLocks noChangeArrowheads="1"/>
            </p:cNvSpPr>
            <p:nvPr/>
          </p:nvSpPr>
          <p:spPr bwMode="auto">
            <a:xfrm>
              <a:off x="192" y="620"/>
              <a:ext cx="805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raw CBC</a:t>
              </a:r>
            </a:p>
          </p:txBody>
        </p:sp>
      </p:grp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1:   </a:t>
            </a:r>
            <a:r>
              <a:rPr lang="en-US" sz="2025" dirty="0"/>
              <a:t>encrypted</a:t>
            </a:r>
            <a:r>
              <a:rPr lang="en-US" sz="3975" dirty="0"/>
              <a:t> </a:t>
            </a:r>
            <a:r>
              <a:rPr lang="en-US" dirty="0"/>
              <a:t>CBC-MAC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D1F92-0EC9-13F2-06FF-B516344FF5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9431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32004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56007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1714500" y="2528888"/>
            <a:ext cx="114300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m[0]</a:t>
            </a:r>
          </a:p>
        </p:txBody>
      </p:sp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2857500" y="2528888"/>
            <a:ext cx="125730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m[1]</a:t>
            </a:r>
          </a:p>
        </p:txBody>
      </p:sp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4114800" y="2528888"/>
            <a:ext cx="120015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m[3]</a:t>
            </a:r>
          </a:p>
        </p:txBody>
      </p: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5314950" y="2528888"/>
            <a:ext cx="114300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m[4]</a:t>
            </a:r>
          </a:p>
        </p:txBody>
      </p:sp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5772150" y="2818969"/>
            <a:ext cx="420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Symbol" charset="0"/>
              </a:rPr>
              <a:t></a:t>
            </a: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3371850" y="2818969"/>
            <a:ext cx="420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Symbol" charset="0"/>
              </a:rPr>
              <a:t></a:t>
            </a:r>
          </a:p>
        </p:txBody>
      </p:sp>
      <p:sp>
        <p:nvSpPr>
          <p:cNvPr id="16404" name="Line 20"/>
          <p:cNvSpPr>
            <a:spLocks noChangeShapeType="1"/>
          </p:cNvSpPr>
          <p:nvPr/>
        </p:nvSpPr>
        <p:spPr bwMode="auto">
          <a:xfrm>
            <a:off x="3543300" y="2761061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05" name="Line 21"/>
          <p:cNvSpPr>
            <a:spLocks noChangeShapeType="1"/>
          </p:cNvSpPr>
          <p:nvPr/>
        </p:nvSpPr>
        <p:spPr bwMode="auto">
          <a:xfrm>
            <a:off x="5943600" y="2743201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06" name="Line 22"/>
          <p:cNvSpPr>
            <a:spLocks noChangeShapeType="1"/>
          </p:cNvSpPr>
          <p:nvPr/>
        </p:nvSpPr>
        <p:spPr bwMode="auto">
          <a:xfrm>
            <a:off x="3543300" y="3128963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07" name="Line 23"/>
          <p:cNvSpPr>
            <a:spLocks noChangeShapeType="1"/>
          </p:cNvSpPr>
          <p:nvPr/>
        </p:nvSpPr>
        <p:spPr bwMode="auto">
          <a:xfrm>
            <a:off x="5943600" y="3128963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08" name="Line 24"/>
          <p:cNvSpPr>
            <a:spLocks noChangeShapeType="1"/>
          </p:cNvSpPr>
          <p:nvPr/>
        </p:nvSpPr>
        <p:spPr bwMode="auto">
          <a:xfrm>
            <a:off x="2228850" y="2800351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11" name="Line 27"/>
          <p:cNvSpPr>
            <a:spLocks noChangeShapeType="1"/>
          </p:cNvSpPr>
          <p:nvPr/>
        </p:nvSpPr>
        <p:spPr bwMode="auto">
          <a:xfrm>
            <a:off x="2228850" y="3814763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12" name="Freeform 28"/>
          <p:cNvSpPr>
            <a:spLocks/>
          </p:cNvSpPr>
          <p:nvPr/>
        </p:nvSpPr>
        <p:spPr bwMode="auto">
          <a:xfrm>
            <a:off x="2228850" y="3043239"/>
            <a:ext cx="1200150" cy="942975"/>
          </a:xfrm>
          <a:custGeom>
            <a:avLst/>
            <a:gdLst>
              <a:gd name="T0" fmla="*/ 0 w 1008"/>
              <a:gd name="T1" fmla="*/ 1056 h 1056"/>
              <a:gd name="T2" fmla="*/ 576 w 1008"/>
              <a:gd name="T3" fmla="*/ 1056 h 1056"/>
              <a:gd name="T4" fmla="*/ 576 w 1008"/>
              <a:gd name="T5" fmla="*/ 0 h 1056"/>
              <a:gd name="T6" fmla="*/ 1008 w 1008"/>
              <a:gd name="T7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13" name="Line 29"/>
          <p:cNvSpPr>
            <a:spLocks noChangeShapeType="1"/>
          </p:cNvSpPr>
          <p:nvPr/>
        </p:nvSpPr>
        <p:spPr bwMode="auto">
          <a:xfrm>
            <a:off x="3543300" y="3814763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20" name="Rectangle 36"/>
          <p:cNvSpPr>
            <a:spLocks noChangeArrowheads="1"/>
          </p:cNvSpPr>
          <p:nvPr/>
        </p:nvSpPr>
        <p:spPr bwMode="auto">
          <a:xfrm>
            <a:off x="44577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16421" name="Freeform 37"/>
          <p:cNvSpPr>
            <a:spLocks/>
          </p:cNvSpPr>
          <p:nvPr/>
        </p:nvSpPr>
        <p:spPr bwMode="auto">
          <a:xfrm>
            <a:off x="3543300" y="3043239"/>
            <a:ext cx="1200150" cy="942975"/>
          </a:xfrm>
          <a:custGeom>
            <a:avLst/>
            <a:gdLst>
              <a:gd name="T0" fmla="*/ 0 w 1008"/>
              <a:gd name="T1" fmla="*/ 1056 h 1056"/>
              <a:gd name="T2" fmla="*/ 576 w 1008"/>
              <a:gd name="T3" fmla="*/ 1056 h 1056"/>
              <a:gd name="T4" fmla="*/ 576 w 1008"/>
              <a:gd name="T5" fmla="*/ 0 h 1056"/>
              <a:gd name="T6" fmla="*/ 1008 w 1008"/>
              <a:gd name="T7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22" name="Freeform 38"/>
          <p:cNvSpPr>
            <a:spLocks/>
          </p:cNvSpPr>
          <p:nvPr/>
        </p:nvSpPr>
        <p:spPr bwMode="auto">
          <a:xfrm>
            <a:off x="4800600" y="3043239"/>
            <a:ext cx="1028700" cy="942975"/>
          </a:xfrm>
          <a:custGeom>
            <a:avLst/>
            <a:gdLst>
              <a:gd name="T0" fmla="*/ 0 w 1008"/>
              <a:gd name="T1" fmla="*/ 1056 h 1056"/>
              <a:gd name="T2" fmla="*/ 576 w 1008"/>
              <a:gd name="T3" fmla="*/ 1056 h 1056"/>
              <a:gd name="T4" fmla="*/ 576 w 1008"/>
              <a:gd name="T5" fmla="*/ 0 h 1056"/>
              <a:gd name="T6" fmla="*/ 1008 w 1008"/>
              <a:gd name="T7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23" name="Text Box 39"/>
          <p:cNvSpPr txBox="1">
            <a:spLocks noChangeArrowheads="1"/>
          </p:cNvSpPr>
          <p:nvPr/>
        </p:nvSpPr>
        <p:spPr bwMode="auto">
          <a:xfrm>
            <a:off x="4656536" y="2818969"/>
            <a:ext cx="420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Symbol" charset="0"/>
              </a:rPr>
              <a:t></a:t>
            </a:r>
          </a:p>
        </p:txBody>
      </p:sp>
      <p:sp>
        <p:nvSpPr>
          <p:cNvPr id="16424" name="Line 40"/>
          <p:cNvSpPr>
            <a:spLocks noChangeShapeType="1"/>
          </p:cNvSpPr>
          <p:nvPr/>
        </p:nvSpPr>
        <p:spPr bwMode="auto">
          <a:xfrm>
            <a:off x="4827985" y="2761061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25" name="Line 41"/>
          <p:cNvSpPr>
            <a:spLocks noChangeShapeType="1"/>
          </p:cNvSpPr>
          <p:nvPr/>
        </p:nvSpPr>
        <p:spPr bwMode="auto">
          <a:xfrm>
            <a:off x="4827985" y="3128963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26" name="Line 42"/>
          <p:cNvSpPr>
            <a:spLocks noChangeShapeType="1"/>
          </p:cNvSpPr>
          <p:nvPr/>
        </p:nvSpPr>
        <p:spPr bwMode="auto">
          <a:xfrm>
            <a:off x="4800600" y="3814763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27" name="Line 43"/>
          <p:cNvSpPr>
            <a:spLocks noChangeShapeType="1"/>
          </p:cNvSpPr>
          <p:nvPr/>
        </p:nvSpPr>
        <p:spPr bwMode="auto">
          <a:xfrm>
            <a:off x="5942412" y="3814763"/>
            <a:ext cx="119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35" name="Rectangle 51"/>
          <p:cNvSpPr>
            <a:spLocks noChangeArrowheads="1"/>
          </p:cNvSpPr>
          <p:nvPr/>
        </p:nvSpPr>
        <p:spPr bwMode="auto">
          <a:xfrm>
            <a:off x="5657850" y="4500562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</a:t>
            </a:r>
            <a:r>
              <a:rPr lang="en-US" b="1"/>
              <a:t>k</a:t>
            </a:r>
            <a:r>
              <a:rPr lang="en-US" b="1" baseline="-25000"/>
              <a:t>1</a:t>
            </a:r>
            <a:r>
              <a:rPr lang="en-US"/>
              <a:t>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16436" name="Line 52"/>
          <p:cNvSpPr>
            <a:spLocks noChangeShapeType="1"/>
          </p:cNvSpPr>
          <p:nvPr/>
        </p:nvSpPr>
        <p:spPr bwMode="auto">
          <a:xfrm>
            <a:off x="6343650" y="47577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37" name="Text Box 53"/>
          <p:cNvSpPr txBox="1">
            <a:spLocks noChangeArrowheads="1"/>
          </p:cNvSpPr>
          <p:nvPr/>
        </p:nvSpPr>
        <p:spPr bwMode="auto">
          <a:xfrm>
            <a:off x="6686552" y="4514850"/>
            <a:ext cx="40536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350" dirty="0"/>
              <a:t>tag</a:t>
            </a:r>
          </a:p>
        </p:txBody>
      </p:sp>
      <p:sp>
        <p:nvSpPr>
          <p:cNvPr id="16443" name="Text Box 59"/>
          <p:cNvSpPr txBox="1">
            <a:spLocks noChangeArrowheads="1"/>
          </p:cNvSpPr>
          <p:nvPr/>
        </p:nvSpPr>
        <p:spPr bwMode="auto">
          <a:xfrm>
            <a:off x="1314451" y="4400551"/>
            <a:ext cx="3856505" cy="757130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dirty="0"/>
              <a:t>Let   </a:t>
            </a:r>
            <a:r>
              <a:rPr lang="en-US" b="1" dirty="0">
                <a:solidFill>
                  <a:srgbClr val="FF0000"/>
                </a:solidFill>
              </a:rPr>
              <a:t>F: K × X ⟶ X   </a:t>
            </a:r>
            <a:r>
              <a:rPr lang="en-US" dirty="0"/>
              <a:t>be a PRP </a:t>
            </a:r>
          </a:p>
          <a:p>
            <a:pPr>
              <a:spcBef>
                <a:spcPct val="20000"/>
              </a:spcBef>
            </a:pPr>
            <a:r>
              <a:rPr lang="en-US" dirty="0"/>
              <a:t>Define new PRF  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b="1" baseline="-25000" dirty="0">
                <a:solidFill>
                  <a:srgbClr val="FF0000"/>
                </a:solidFill>
              </a:rPr>
              <a:t>ECBC </a:t>
            </a:r>
            <a:r>
              <a:rPr lang="en-US" b="1" dirty="0">
                <a:solidFill>
                  <a:srgbClr val="FF0000"/>
                </a:solidFill>
              </a:rPr>
              <a:t>:</a:t>
            </a:r>
            <a:r>
              <a:rPr lang="en-US" dirty="0"/>
              <a:t> </a:t>
            </a:r>
            <a:r>
              <a:rPr lang="en-US" sz="2100" b="1" dirty="0">
                <a:solidFill>
                  <a:srgbClr val="FF0000"/>
                </a:solidFill>
              </a:rPr>
              <a:t>K</a:t>
            </a:r>
            <a:r>
              <a:rPr lang="en-US" sz="2100" b="1" baseline="30000" dirty="0">
                <a:solidFill>
                  <a:srgbClr val="FF0000"/>
                </a:solidFill>
              </a:rPr>
              <a:t>2</a:t>
            </a:r>
            <a:r>
              <a:rPr lang="en-US" sz="2100" b="1" dirty="0">
                <a:solidFill>
                  <a:srgbClr val="FF0000"/>
                </a:solidFill>
              </a:rPr>
              <a:t> × X</a:t>
            </a:r>
            <a:r>
              <a:rPr lang="en-US" sz="2100" b="1" baseline="30000" dirty="0">
                <a:solidFill>
                  <a:srgbClr val="FF0000"/>
                </a:solidFill>
              </a:rPr>
              <a:t>≤L</a:t>
            </a:r>
            <a:r>
              <a:rPr lang="en-US" sz="2100" b="1" dirty="0">
                <a:solidFill>
                  <a:srgbClr val="FF0000"/>
                </a:solidFill>
              </a:rPr>
              <a:t> ⟶ X </a:t>
            </a:r>
          </a:p>
        </p:txBody>
      </p:sp>
    </p:spTree>
    <p:extLst>
      <p:ext uri="{BB962C8B-B14F-4D97-AF65-F5344CB8AC3E}">
        <p14:creationId xmlns:p14="http://schemas.microsoft.com/office/powerpoint/2010/main" val="367011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44" name="Group 60"/>
          <p:cNvGrpSpPr>
            <a:grpSpLocks/>
          </p:cNvGrpSpPr>
          <p:nvPr/>
        </p:nvGrpSpPr>
        <p:grpSpPr bwMode="auto">
          <a:xfrm>
            <a:off x="1428750" y="2053830"/>
            <a:ext cx="5143500" cy="2060972"/>
            <a:chOff x="192" y="620"/>
            <a:chExt cx="4416" cy="2308"/>
          </a:xfrm>
        </p:grpSpPr>
        <p:sp>
          <p:nvSpPr>
            <p:cNvPr id="16439" name="AutoShape 55"/>
            <p:cNvSpPr>
              <a:spLocks noChangeArrowheads="1"/>
            </p:cNvSpPr>
            <p:nvPr/>
          </p:nvSpPr>
          <p:spPr bwMode="auto">
            <a:xfrm>
              <a:off x="288" y="960"/>
              <a:ext cx="4320" cy="1968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6440" name="Text Box 56"/>
            <p:cNvSpPr txBox="1">
              <a:spLocks noChangeArrowheads="1"/>
            </p:cNvSpPr>
            <p:nvPr/>
          </p:nvSpPr>
          <p:spPr bwMode="auto">
            <a:xfrm>
              <a:off x="192" y="620"/>
              <a:ext cx="794" cy="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dirty="0"/>
                <a:t>cascade</a:t>
              </a:r>
            </a:p>
          </p:txBody>
        </p:sp>
      </p:grp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2:   NMAC   </a:t>
            </a:r>
            <a:r>
              <a:rPr lang="en-US" sz="1650" dirty="0"/>
              <a:t>(nested MAC)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E4A7C-671E-5971-BAEB-4F04C67460A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19431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F</a:t>
            </a:r>
            <a:endParaRPr lang="en-US" dirty="0">
              <a:sym typeface="Symbol" charset="0"/>
            </a:endParaRP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32004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F</a:t>
            </a:r>
            <a:endParaRPr lang="en-US" dirty="0">
              <a:sym typeface="Symbol" charset="0"/>
            </a:endParaRPr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56007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F</a:t>
            </a:r>
            <a:endParaRPr lang="en-US" dirty="0">
              <a:sym typeface="Symbol" charset="0"/>
            </a:endParaRPr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1714500" y="2528888"/>
            <a:ext cx="114300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m[0]</a:t>
            </a:r>
          </a:p>
        </p:txBody>
      </p:sp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2857500" y="2528888"/>
            <a:ext cx="125730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m[1]</a:t>
            </a:r>
          </a:p>
        </p:txBody>
      </p:sp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4114800" y="2528888"/>
            <a:ext cx="120015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m[3]</a:t>
            </a:r>
          </a:p>
        </p:txBody>
      </p: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5314950" y="2528888"/>
            <a:ext cx="114300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m[4]</a:t>
            </a:r>
          </a:p>
        </p:txBody>
      </p:sp>
      <p:sp>
        <p:nvSpPr>
          <p:cNvPr id="16408" name="Line 24"/>
          <p:cNvSpPr>
            <a:spLocks noChangeShapeType="1"/>
          </p:cNvSpPr>
          <p:nvPr/>
        </p:nvSpPr>
        <p:spPr bwMode="auto">
          <a:xfrm>
            <a:off x="2286000" y="2762251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20" name="Rectangle 36"/>
          <p:cNvSpPr>
            <a:spLocks noChangeArrowheads="1"/>
          </p:cNvSpPr>
          <p:nvPr/>
        </p:nvSpPr>
        <p:spPr bwMode="auto">
          <a:xfrm>
            <a:off x="44577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F</a:t>
            </a:r>
            <a:endParaRPr lang="en-US" dirty="0">
              <a:sym typeface="Symbol" charset="0"/>
            </a:endParaRPr>
          </a:p>
        </p:txBody>
      </p:sp>
      <p:sp>
        <p:nvSpPr>
          <p:cNvPr id="16427" name="Line 43"/>
          <p:cNvSpPr>
            <a:spLocks noChangeShapeType="1"/>
          </p:cNvSpPr>
          <p:nvPr/>
        </p:nvSpPr>
        <p:spPr bwMode="auto">
          <a:xfrm flipH="1">
            <a:off x="7200902" y="3771900"/>
            <a:ext cx="1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35" name="Rectangle 51"/>
          <p:cNvSpPr>
            <a:spLocks noChangeArrowheads="1"/>
          </p:cNvSpPr>
          <p:nvPr/>
        </p:nvSpPr>
        <p:spPr bwMode="auto">
          <a:xfrm>
            <a:off x="6858000" y="4252912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dirty="0"/>
              <a:t>F</a:t>
            </a:r>
            <a:endParaRPr lang="en-US" dirty="0">
              <a:sym typeface="Symbol" charset="0"/>
            </a:endParaRPr>
          </a:p>
        </p:txBody>
      </p:sp>
      <p:sp>
        <p:nvSpPr>
          <p:cNvPr id="16436" name="Line 52"/>
          <p:cNvSpPr>
            <a:spLocks noChangeShapeType="1"/>
          </p:cNvSpPr>
          <p:nvPr/>
        </p:nvSpPr>
        <p:spPr bwMode="auto">
          <a:xfrm flipH="1">
            <a:off x="7200900" y="4724400"/>
            <a:ext cx="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437" name="Text Box 53"/>
          <p:cNvSpPr txBox="1">
            <a:spLocks noChangeArrowheads="1"/>
          </p:cNvSpPr>
          <p:nvPr/>
        </p:nvSpPr>
        <p:spPr bwMode="auto">
          <a:xfrm>
            <a:off x="6858002" y="4781550"/>
            <a:ext cx="40536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350" dirty="0"/>
              <a:t>tag</a:t>
            </a:r>
          </a:p>
        </p:txBody>
      </p:sp>
      <p:sp>
        <p:nvSpPr>
          <p:cNvPr id="36" name="Text Box 59"/>
          <p:cNvSpPr txBox="1">
            <a:spLocks noChangeArrowheads="1"/>
          </p:cNvSpPr>
          <p:nvPr/>
        </p:nvSpPr>
        <p:spPr bwMode="auto">
          <a:xfrm>
            <a:off x="1340152" y="4466604"/>
            <a:ext cx="3879395" cy="757130"/>
          </a:xfrm>
          <a:prstGeom prst="rect">
            <a:avLst/>
          </a:prstGeom>
          <a:noFill/>
          <a:ln w="28575">
            <a:solidFill>
              <a:srgbClr val="33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dirty="0"/>
              <a:t>Let   </a:t>
            </a:r>
            <a:r>
              <a:rPr lang="en-US" b="1" dirty="0">
                <a:solidFill>
                  <a:srgbClr val="FF0000"/>
                </a:solidFill>
              </a:rPr>
              <a:t>F: K × X ⟶ K   </a:t>
            </a:r>
            <a:r>
              <a:rPr lang="en-US" dirty="0"/>
              <a:t>be a PRF </a:t>
            </a:r>
          </a:p>
          <a:p>
            <a:pPr>
              <a:spcBef>
                <a:spcPct val="20000"/>
              </a:spcBef>
            </a:pPr>
            <a:r>
              <a:rPr lang="en-US" dirty="0"/>
              <a:t>Define new PRF   </a:t>
            </a:r>
            <a:r>
              <a:rPr lang="en-US" b="1" dirty="0">
                <a:solidFill>
                  <a:srgbClr val="FF0000"/>
                </a:solidFill>
              </a:rPr>
              <a:t>F</a:t>
            </a:r>
            <a:r>
              <a:rPr lang="en-US" b="1" baseline="-25000" dirty="0">
                <a:solidFill>
                  <a:srgbClr val="FF0000"/>
                </a:solidFill>
              </a:rPr>
              <a:t>NMAC 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sz="2100" b="1" dirty="0">
                <a:solidFill>
                  <a:srgbClr val="FF0000"/>
                </a:solidFill>
              </a:rPr>
              <a:t>K</a:t>
            </a:r>
            <a:r>
              <a:rPr lang="en-US" sz="2100" b="1" baseline="30000" dirty="0">
                <a:solidFill>
                  <a:srgbClr val="FF0000"/>
                </a:solidFill>
              </a:rPr>
              <a:t>2</a:t>
            </a:r>
            <a:r>
              <a:rPr lang="en-US" sz="2100" b="1" dirty="0">
                <a:solidFill>
                  <a:srgbClr val="FF0000"/>
                </a:solidFill>
              </a:rPr>
              <a:t> × X</a:t>
            </a:r>
            <a:r>
              <a:rPr lang="en-US" sz="2100" b="1" baseline="30000" dirty="0">
                <a:solidFill>
                  <a:srgbClr val="FF0000"/>
                </a:solidFill>
              </a:rPr>
              <a:t>≤L</a:t>
            </a:r>
            <a:r>
              <a:rPr lang="en-US" sz="2100" b="1" dirty="0">
                <a:solidFill>
                  <a:srgbClr val="FF0000"/>
                </a:solidFill>
              </a:rPr>
              <a:t> ⟶ K</a:t>
            </a:r>
          </a:p>
        </p:txBody>
      </p:sp>
      <p:sp>
        <p:nvSpPr>
          <p:cNvPr id="37" name="Line 24"/>
          <p:cNvSpPr>
            <a:spLocks noChangeShapeType="1"/>
          </p:cNvSpPr>
          <p:nvPr/>
        </p:nvSpPr>
        <p:spPr bwMode="auto">
          <a:xfrm>
            <a:off x="3486150" y="2762251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8" name="Line 24"/>
          <p:cNvSpPr>
            <a:spLocks noChangeShapeType="1"/>
          </p:cNvSpPr>
          <p:nvPr/>
        </p:nvSpPr>
        <p:spPr bwMode="auto">
          <a:xfrm>
            <a:off x="4800600" y="2743201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9" name="Line 24"/>
          <p:cNvSpPr>
            <a:spLocks noChangeShapeType="1"/>
          </p:cNvSpPr>
          <p:nvPr/>
        </p:nvSpPr>
        <p:spPr bwMode="auto">
          <a:xfrm>
            <a:off x="5943600" y="2743201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cxnSp>
        <p:nvCxnSpPr>
          <p:cNvPr id="3" name="Straight Arrow Connector 2"/>
          <p:cNvCxnSpPr>
            <a:stCxn id="16389" idx="3"/>
            <a:endCxn id="16390" idx="1"/>
          </p:cNvCxnSpPr>
          <p:nvPr/>
        </p:nvCxnSpPr>
        <p:spPr>
          <a:xfrm>
            <a:off x="2628900" y="3579019"/>
            <a:ext cx="5715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3886200" y="3571875"/>
            <a:ext cx="5715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5143500" y="3559969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1314450" y="3581400"/>
            <a:ext cx="5715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66900" y="3419475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/>
              <a:t>&gt;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7739" y="3419475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/>
              <a:t>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5039" y="3409950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/>
              <a:t>&gt;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24500" y="3400425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/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6" y="328277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6286500" y="35433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743700" y="3400426"/>
            <a:ext cx="971550" cy="3714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bIns="102870" rtlCol="0" anchor="ctr"/>
          <a:lstStyle/>
          <a:p>
            <a:pPr algn="ctr"/>
            <a:r>
              <a:rPr lang="en-US" dirty="0"/>
              <a:t>t </a:t>
            </a:r>
            <a:r>
              <a:rPr lang="en-US" sz="2400" dirty="0" err="1"/>
              <a:t>ll</a:t>
            </a:r>
            <a:r>
              <a:rPr lang="en-US" dirty="0"/>
              <a:t> </a:t>
            </a:r>
            <a:r>
              <a:rPr lang="en-US" dirty="0" err="1"/>
              <a:t>fpad</a:t>
            </a:r>
            <a:endParaRPr lang="en-US" dirty="0"/>
          </a:p>
        </p:txBody>
      </p:sp>
      <p:cxnSp>
        <p:nvCxnSpPr>
          <p:cNvPr id="65" name="Straight Arrow Connector 64"/>
          <p:cNvCxnSpPr/>
          <p:nvPr/>
        </p:nvCxnSpPr>
        <p:spPr>
          <a:xfrm>
            <a:off x="6248400" y="4495800"/>
            <a:ext cx="5715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791325" y="4333875"/>
            <a:ext cx="27122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dirty="0"/>
              <a:t>&gt;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72201" y="443530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</a:t>
            </a:r>
            <a:r>
              <a:rPr lang="en-US" b="1" baseline="-25000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3650" y="3238501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24183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What if msg. </a:t>
            </a:r>
            <a:r>
              <a:rPr lang="en-US" sz="2700" dirty="0" err="1"/>
              <a:t>len</a:t>
            </a:r>
            <a:r>
              <a:rPr lang="en-US" sz="2700" dirty="0"/>
              <a:t>. is not multiple of block-size?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E52BF-62C5-0E97-760A-332CF98512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431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2004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56007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714500" y="2528888"/>
            <a:ext cx="114300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m[0]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857500" y="2528888"/>
            <a:ext cx="125730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m[1]</a:t>
            </a: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4114800" y="2528888"/>
            <a:ext cx="120015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m[3]</a:t>
            </a: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5314950" y="2528888"/>
            <a:ext cx="1143000" cy="214313"/>
          </a:xfrm>
          <a:prstGeom prst="rect">
            <a:avLst/>
          </a:prstGeom>
          <a:solidFill>
            <a:srgbClr val="E46C0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sz="1350" dirty="0"/>
              <a:t>???</a:t>
            </a: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5772150" y="2818969"/>
            <a:ext cx="420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Symbol" charset="0"/>
              </a:rPr>
              <a:t></a:t>
            </a: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3371850" y="2818969"/>
            <a:ext cx="420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Symbol" charset="0"/>
              </a:rPr>
              <a:t></a:t>
            </a:r>
          </a:p>
        </p:txBody>
      </p:sp>
      <p:sp>
        <p:nvSpPr>
          <p:cNvPr id="14" name="Line 20"/>
          <p:cNvSpPr>
            <a:spLocks noChangeShapeType="1"/>
          </p:cNvSpPr>
          <p:nvPr/>
        </p:nvSpPr>
        <p:spPr bwMode="auto">
          <a:xfrm>
            <a:off x="3543300" y="2761061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5" name="Line 21"/>
          <p:cNvSpPr>
            <a:spLocks noChangeShapeType="1"/>
          </p:cNvSpPr>
          <p:nvPr/>
        </p:nvSpPr>
        <p:spPr bwMode="auto">
          <a:xfrm>
            <a:off x="5943600" y="2743201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543300" y="3128963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7" name="Line 23"/>
          <p:cNvSpPr>
            <a:spLocks noChangeShapeType="1"/>
          </p:cNvSpPr>
          <p:nvPr/>
        </p:nvSpPr>
        <p:spPr bwMode="auto">
          <a:xfrm>
            <a:off x="5943600" y="3128963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8" name="Line 24"/>
          <p:cNvSpPr>
            <a:spLocks noChangeShapeType="1"/>
          </p:cNvSpPr>
          <p:nvPr/>
        </p:nvSpPr>
        <p:spPr bwMode="auto">
          <a:xfrm>
            <a:off x="2228850" y="2800351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9" name="Line 27"/>
          <p:cNvSpPr>
            <a:spLocks noChangeShapeType="1"/>
          </p:cNvSpPr>
          <p:nvPr/>
        </p:nvSpPr>
        <p:spPr bwMode="auto">
          <a:xfrm>
            <a:off x="2228850" y="3814763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0" name="Freeform 28"/>
          <p:cNvSpPr>
            <a:spLocks/>
          </p:cNvSpPr>
          <p:nvPr/>
        </p:nvSpPr>
        <p:spPr bwMode="auto">
          <a:xfrm>
            <a:off x="2228850" y="3043239"/>
            <a:ext cx="1200150" cy="942975"/>
          </a:xfrm>
          <a:custGeom>
            <a:avLst/>
            <a:gdLst>
              <a:gd name="T0" fmla="*/ 0 w 1008"/>
              <a:gd name="T1" fmla="*/ 1056 h 1056"/>
              <a:gd name="T2" fmla="*/ 576 w 1008"/>
              <a:gd name="T3" fmla="*/ 1056 h 1056"/>
              <a:gd name="T4" fmla="*/ 576 w 1008"/>
              <a:gd name="T5" fmla="*/ 0 h 1056"/>
              <a:gd name="T6" fmla="*/ 1008 w 1008"/>
              <a:gd name="T7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1" name="Line 29"/>
          <p:cNvSpPr>
            <a:spLocks noChangeShapeType="1"/>
          </p:cNvSpPr>
          <p:nvPr/>
        </p:nvSpPr>
        <p:spPr bwMode="auto">
          <a:xfrm>
            <a:off x="3543300" y="3814763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2" name="Rectangle 36"/>
          <p:cNvSpPr>
            <a:spLocks noChangeArrowheads="1"/>
          </p:cNvSpPr>
          <p:nvPr/>
        </p:nvSpPr>
        <p:spPr bwMode="auto">
          <a:xfrm>
            <a:off x="4457700" y="3343275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23" name="Freeform 37"/>
          <p:cNvSpPr>
            <a:spLocks/>
          </p:cNvSpPr>
          <p:nvPr/>
        </p:nvSpPr>
        <p:spPr bwMode="auto">
          <a:xfrm>
            <a:off x="3543300" y="3043239"/>
            <a:ext cx="1200150" cy="942975"/>
          </a:xfrm>
          <a:custGeom>
            <a:avLst/>
            <a:gdLst>
              <a:gd name="T0" fmla="*/ 0 w 1008"/>
              <a:gd name="T1" fmla="*/ 1056 h 1056"/>
              <a:gd name="T2" fmla="*/ 576 w 1008"/>
              <a:gd name="T3" fmla="*/ 1056 h 1056"/>
              <a:gd name="T4" fmla="*/ 576 w 1008"/>
              <a:gd name="T5" fmla="*/ 0 h 1056"/>
              <a:gd name="T6" fmla="*/ 1008 w 1008"/>
              <a:gd name="T7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4" name="Freeform 38"/>
          <p:cNvSpPr>
            <a:spLocks/>
          </p:cNvSpPr>
          <p:nvPr/>
        </p:nvSpPr>
        <p:spPr bwMode="auto">
          <a:xfrm>
            <a:off x="4800600" y="3043239"/>
            <a:ext cx="1028700" cy="942975"/>
          </a:xfrm>
          <a:custGeom>
            <a:avLst/>
            <a:gdLst>
              <a:gd name="T0" fmla="*/ 0 w 1008"/>
              <a:gd name="T1" fmla="*/ 1056 h 1056"/>
              <a:gd name="T2" fmla="*/ 576 w 1008"/>
              <a:gd name="T3" fmla="*/ 1056 h 1056"/>
              <a:gd name="T4" fmla="*/ 576 w 1008"/>
              <a:gd name="T5" fmla="*/ 0 h 1056"/>
              <a:gd name="T6" fmla="*/ 1008 w 1008"/>
              <a:gd name="T7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5" name="Text Box 39"/>
          <p:cNvSpPr txBox="1">
            <a:spLocks noChangeArrowheads="1"/>
          </p:cNvSpPr>
          <p:nvPr/>
        </p:nvSpPr>
        <p:spPr bwMode="auto">
          <a:xfrm>
            <a:off x="4656536" y="2818969"/>
            <a:ext cx="420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Symbol" charset="0"/>
              </a:rPr>
              <a:t></a:t>
            </a:r>
          </a:p>
        </p:txBody>
      </p:sp>
      <p:sp>
        <p:nvSpPr>
          <p:cNvPr id="26" name="Line 40"/>
          <p:cNvSpPr>
            <a:spLocks noChangeShapeType="1"/>
          </p:cNvSpPr>
          <p:nvPr/>
        </p:nvSpPr>
        <p:spPr bwMode="auto">
          <a:xfrm>
            <a:off x="4827985" y="2761061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7" name="Line 41"/>
          <p:cNvSpPr>
            <a:spLocks noChangeShapeType="1"/>
          </p:cNvSpPr>
          <p:nvPr/>
        </p:nvSpPr>
        <p:spPr bwMode="auto">
          <a:xfrm>
            <a:off x="4827985" y="3128963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8" name="Line 42"/>
          <p:cNvSpPr>
            <a:spLocks noChangeShapeType="1"/>
          </p:cNvSpPr>
          <p:nvPr/>
        </p:nvSpPr>
        <p:spPr bwMode="auto">
          <a:xfrm>
            <a:off x="4800600" y="3814763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9" name="Line 43"/>
          <p:cNvSpPr>
            <a:spLocks noChangeShapeType="1"/>
          </p:cNvSpPr>
          <p:nvPr/>
        </p:nvSpPr>
        <p:spPr bwMode="auto">
          <a:xfrm>
            <a:off x="5942412" y="3814763"/>
            <a:ext cx="119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0" name="Rectangle 51"/>
          <p:cNvSpPr>
            <a:spLocks noChangeArrowheads="1"/>
          </p:cNvSpPr>
          <p:nvPr/>
        </p:nvSpPr>
        <p:spPr bwMode="auto">
          <a:xfrm>
            <a:off x="5657850" y="4500562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</a:t>
            </a:r>
            <a:r>
              <a:rPr lang="en-US" b="1"/>
              <a:t>k</a:t>
            </a:r>
            <a:r>
              <a:rPr lang="en-US" b="1" baseline="-25000"/>
              <a:t>1</a:t>
            </a:r>
            <a:r>
              <a:rPr lang="en-US"/>
              <a:t>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31" name="Line 52"/>
          <p:cNvSpPr>
            <a:spLocks noChangeShapeType="1"/>
          </p:cNvSpPr>
          <p:nvPr/>
        </p:nvSpPr>
        <p:spPr bwMode="auto">
          <a:xfrm>
            <a:off x="6343650" y="4757738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2" name="Text Box 53"/>
          <p:cNvSpPr txBox="1">
            <a:spLocks noChangeArrowheads="1"/>
          </p:cNvSpPr>
          <p:nvPr/>
        </p:nvSpPr>
        <p:spPr bwMode="auto">
          <a:xfrm>
            <a:off x="6686552" y="4514850"/>
            <a:ext cx="40536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350" dirty="0"/>
              <a:t>tag</a:t>
            </a:r>
          </a:p>
        </p:txBody>
      </p:sp>
      <p:sp>
        <p:nvSpPr>
          <p:cNvPr id="34" name="Rectangle 13"/>
          <p:cNvSpPr>
            <a:spLocks noChangeArrowheads="1"/>
          </p:cNvSpPr>
          <p:nvPr/>
        </p:nvSpPr>
        <p:spPr bwMode="auto">
          <a:xfrm>
            <a:off x="5314950" y="2533650"/>
            <a:ext cx="628650" cy="212598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 dirty="0"/>
              <a:t>m[4]</a:t>
            </a:r>
          </a:p>
        </p:txBody>
      </p:sp>
    </p:spTree>
    <p:extLst>
      <p:ext uri="{BB962C8B-B14F-4D97-AF65-F5344CB8AC3E}">
        <p14:creationId xmlns:p14="http://schemas.microsoft.com/office/powerpoint/2010/main" val="2343715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CBC MAC padding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349F275-2949-C1CA-2158-F4FA20A435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28851" y="3543301"/>
            <a:ext cx="2281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Yes, the MAC is secure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8850" y="4187651"/>
            <a:ext cx="531959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No, given tag on </a:t>
            </a:r>
            <a:r>
              <a:rPr lang="en-US" dirty="0" err="1"/>
              <a:t>msg</a:t>
            </a:r>
            <a:r>
              <a:rPr lang="en-US" dirty="0"/>
              <a:t>  </a:t>
            </a:r>
            <a:r>
              <a:rPr lang="en-US" sz="2100" b="1" dirty="0"/>
              <a:t>m</a:t>
            </a:r>
            <a:r>
              <a:rPr lang="en-US" dirty="0"/>
              <a:t>  attacker obtains tag on </a:t>
            </a:r>
            <a:r>
              <a:rPr lang="en-US" sz="2100" b="1" dirty="0"/>
              <a:t>mll0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0688" y="3882852"/>
            <a:ext cx="340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 depends on the underlying MAC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2114550" y="2686051"/>
            <a:ext cx="120015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 dirty="0"/>
              <a:t>m[0]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3314700" y="2690813"/>
            <a:ext cx="628650" cy="212598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 dirty="0"/>
              <a:t>m[1]</a:t>
            </a: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4914900" y="2690813"/>
            <a:ext cx="1200150" cy="214313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 dirty="0"/>
              <a:t>m[0]</a:t>
            </a: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6115050" y="2690813"/>
            <a:ext cx="1143000" cy="214313"/>
          </a:xfrm>
          <a:prstGeom prst="rect">
            <a:avLst/>
          </a:prstGeom>
          <a:solidFill>
            <a:srgbClr val="E46C0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sz="1350" dirty="0"/>
              <a:t>0000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6115050" y="2695575"/>
            <a:ext cx="628650" cy="212598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 dirty="0"/>
              <a:t>m[1]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52900" y="2747963"/>
            <a:ext cx="514350" cy="1143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2"/>
          <p:cNvSpPr txBox="1"/>
          <p:nvPr/>
        </p:nvSpPr>
        <p:spPr>
          <a:xfrm>
            <a:off x="1485901" y="2171701"/>
            <a:ext cx="282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Bad idea</a:t>
            </a:r>
            <a:r>
              <a:rPr lang="en-US" dirty="0"/>
              <a:t>:   pad  m  with  0</a:t>
            </a:r>
            <a:r>
              <a:rPr lang="ja-JP" altLang="en-US" dirty="0">
                <a:latin typeface="Arial"/>
              </a:rPr>
              <a:t>’</a:t>
            </a:r>
            <a:r>
              <a:rPr lang="en-US" dirty="0"/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1" y="3082752"/>
            <a:ext cx="2852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the resulting MAC secure?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3350" y="4857751"/>
            <a:ext cx="3053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Problem:    pad(m) = pad(mll0)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C04F56E-2820-2A48-AE79-018B5EEECD1D}"/>
              </a:ext>
            </a:extLst>
          </p:cNvPr>
          <p:cNvSpPr/>
          <p:nvPr/>
        </p:nvSpPr>
        <p:spPr>
          <a:xfrm>
            <a:off x="1485900" y="4286250"/>
            <a:ext cx="62865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  <p:extLst>
      <p:ext uri="{BB962C8B-B14F-4D97-AF65-F5344CB8AC3E}">
        <p14:creationId xmlns:p14="http://schemas.microsoft.com/office/powerpoint/2010/main" val="243409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000" dirty="0"/>
              <a:t>CBC MAC padding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ct val="100000"/>
              </a:spcBef>
              <a:buNone/>
            </a:pP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, padding (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đệm</a:t>
            </a:r>
            <a:r>
              <a:rPr lang="en-US" dirty="0"/>
              <a:t>)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!</a:t>
            </a:r>
          </a:p>
          <a:p>
            <a:pPr marL="0" indent="0">
              <a:spcBef>
                <a:spcPts val="1275"/>
              </a:spcBef>
              <a:buNone/>
            </a:pPr>
            <a:r>
              <a:rPr lang="en-US" dirty="0"/>
              <a:t>		m</a:t>
            </a:r>
            <a:r>
              <a:rPr lang="en-US" baseline="-25000" dirty="0"/>
              <a:t>0</a:t>
            </a:r>
            <a:r>
              <a:rPr lang="en-US" dirty="0"/>
              <a:t> ≠ m</a:t>
            </a:r>
            <a:r>
              <a:rPr lang="en-US" baseline="-25000" dirty="0"/>
              <a:t>1</a:t>
            </a:r>
            <a:r>
              <a:rPr lang="en-US" dirty="0"/>
              <a:t>     ⇒     pad(m</a:t>
            </a:r>
            <a:r>
              <a:rPr lang="en-US" baseline="-25000" dirty="0"/>
              <a:t>0</a:t>
            </a:r>
            <a:r>
              <a:rPr lang="en-US" dirty="0"/>
              <a:t>) ≠ pad(m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marL="0" indent="0">
              <a:spcBef>
                <a:spcPct val="100000"/>
              </a:spcBef>
              <a:buNone/>
            </a:pPr>
            <a:r>
              <a:rPr lang="en-US" u="sng" dirty="0"/>
              <a:t>ISO (</a:t>
            </a:r>
            <a:r>
              <a:rPr lang="en-US" u="sng" dirty="0" err="1"/>
              <a:t>tiêu</a:t>
            </a:r>
            <a:r>
              <a:rPr lang="en-US" u="sng" dirty="0"/>
              <a:t> </a:t>
            </a:r>
            <a:r>
              <a:rPr lang="en-US" u="sng" dirty="0" err="1"/>
              <a:t>chuẩn</a:t>
            </a:r>
            <a:r>
              <a:rPr lang="en-US" u="sng" dirty="0"/>
              <a:t>)</a:t>
            </a:r>
            <a:r>
              <a:rPr lang="en-US" dirty="0"/>
              <a:t>:   </a:t>
            </a:r>
            <a:r>
              <a:rPr lang="en-US" dirty="0" err="1"/>
              <a:t>đệm</a:t>
            </a:r>
            <a:r>
              <a:rPr lang="en-US" dirty="0"/>
              <a:t> them </a:t>
            </a:r>
            <a:r>
              <a:rPr lang="ja-JP" altLang="en-US">
                <a:latin typeface="Arial"/>
              </a:rPr>
              <a:t>“</a:t>
            </a:r>
            <a:r>
              <a:rPr lang="en-US" dirty="0"/>
              <a:t>1000</a:t>
            </a:r>
            <a:r>
              <a:rPr lang="en-US" dirty="0">
                <a:sym typeface="Symbol" charset="0"/>
              </a:rPr>
              <a:t>00</a:t>
            </a:r>
            <a:r>
              <a:rPr lang="ja-JP" altLang="en-US" dirty="0">
                <a:latin typeface="Arial"/>
                <a:sym typeface="Symbol" charset="0"/>
              </a:rPr>
              <a:t>”</a:t>
            </a:r>
            <a:r>
              <a:rPr lang="en-US" dirty="0">
                <a:sym typeface="Symbol" charset="0"/>
              </a:rPr>
              <a:t>.    </a:t>
            </a:r>
            <a:r>
              <a:rPr lang="en-US" dirty="0" err="1">
                <a:sym typeface="Symbol" charset="0"/>
              </a:rPr>
              <a:t>Thêm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một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khối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đệm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mới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nếu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cần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thiết</a:t>
            </a:r>
            <a:r>
              <a:rPr lang="en-US" dirty="0">
                <a:sym typeface="Symbol" charset="0"/>
              </a:rPr>
              <a:t> </a:t>
            </a:r>
          </a:p>
          <a:p>
            <a:pPr marL="0" indent="0">
              <a:spcBef>
                <a:spcPct val="100000"/>
              </a:spcBef>
              <a:buNone/>
            </a:pPr>
            <a:r>
              <a:rPr lang="en-US" dirty="0" err="1">
                <a:sym typeface="Symbol" charset="0"/>
              </a:rPr>
              <a:t>Phần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đệm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luôn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bắt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đầu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bằng</a:t>
            </a:r>
            <a:r>
              <a:rPr lang="en-US" dirty="0">
                <a:sym typeface="Symbol" charset="0"/>
              </a:rPr>
              <a:t> bit </a:t>
            </a:r>
            <a:r>
              <a:rPr lang="ja-JP" altLang="en-US" dirty="0">
                <a:latin typeface="Arial"/>
                <a:sym typeface="Symbol" charset="0"/>
              </a:rPr>
              <a:t>“</a:t>
            </a:r>
            <a:r>
              <a:rPr lang="en-US" dirty="0">
                <a:sym typeface="Symbol" charset="0"/>
              </a:rPr>
              <a:t>1</a:t>
            </a:r>
            <a:r>
              <a:rPr lang="ja-JP" altLang="en-US">
                <a:latin typeface="Arial"/>
                <a:sym typeface="Symbol" charset="0"/>
              </a:rPr>
              <a:t>”</a:t>
            </a:r>
            <a:r>
              <a:rPr lang="vi-VN" altLang="ja-JP" dirty="0">
                <a:latin typeface="Arial"/>
                <a:sym typeface="Symbol" charset="0"/>
              </a:rPr>
              <a:t>. </a:t>
            </a:r>
            <a:endParaRPr lang="en-US" dirty="0">
              <a:sym typeface="Symbol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828800" y="4114800"/>
            <a:ext cx="5486400" cy="911352"/>
            <a:chOff x="914400" y="3486150"/>
            <a:chExt cx="7315200" cy="1215136"/>
          </a:xfrm>
        </p:grpSpPr>
        <p:grpSp>
          <p:nvGrpSpPr>
            <p:cNvPr id="2" name="Group 1"/>
            <p:cNvGrpSpPr/>
            <p:nvPr/>
          </p:nvGrpSpPr>
          <p:grpSpPr>
            <a:xfrm>
              <a:off x="914400" y="3486150"/>
              <a:ext cx="1676400" cy="349250"/>
              <a:chOff x="609600" y="2552700"/>
              <a:chExt cx="2438400" cy="292100"/>
            </a:xfrm>
          </p:grpSpPr>
          <p:sp>
            <p:nvSpPr>
              <p:cNvPr id="4" name="Rectangle 12"/>
              <p:cNvSpPr>
                <a:spLocks noChangeArrowheads="1"/>
              </p:cNvSpPr>
              <p:nvPr/>
            </p:nvSpPr>
            <p:spPr bwMode="auto">
              <a:xfrm>
                <a:off x="609600" y="2559050"/>
                <a:ext cx="1600200" cy="285750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350" dirty="0"/>
                  <a:t>m[0]</a:t>
                </a:r>
              </a:p>
            </p:txBody>
          </p:sp>
          <p:sp>
            <p:nvSpPr>
              <p:cNvPr id="5" name="Rectangle 13"/>
              <p:cNvSpPr>
                <a:spLocks noChangeArrowheads="1"/>
              </p:cNvSpPr>
              <p:nvPr/>
            </p:nvSpPr>
            <p:spPr bwMode="auto">
              <a:xfrm>
                <a:off x="2209800" y="2552700"/>
                <a:ext cx="838200" cy="283464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350" dirty="0"/>
                  <a:t>m[1]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4953000" y="3486150"/>
              <a:ext cx="2057400" cy="359664"/>
              <a:chOff x="4648200" y="2565400"/>
              <a:chExt cx="3124200" cy="289814"/>
            </a:xfrm>
          </p:grpSpPr>
          <p:sp>
            <p:nvSpPr>
              <p:cNvPr id="6" name="Rectangle 12"/>
              <p:cNvSpPr>
                <a:spLocks noChangeArrowheads="1"/>
              </p:cNvSpPr>
              <p:nvPr/>
            </p:nvSpPr>
            <p:spPr bwMode="auto">
              <a:xfrm>
                <a:off x="4648200" y="2565400"/>
                <a:ext cx="1600200" cy="285750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350" dirty="0"/>
                  <a:t>m[0]</a:t>
                </a:r>
              </a:p>
            </p:txBody>
          </p:sp>
          <p:sp>
            <p:nvSpPr>
              <p:cNvPr id="7" name="Rectangle 13"/>
              <p:cNvSpPr>
                <a:spLocks noChangeArrowheads="1"/>
              </p:cNvSpPr>
              <p:nvPr/>
            </p:nvSpPr>
            <p:spPr bwMode="auto">
              <a:xfrm>
                <a:off x="6248400" y="2565401"/>
                <a:ext cx="1524000" cy="285750"/>
              </a:xfrm>
              <a:prstGeom prst="rect">
                <a:avLst/>
              </a:prstGeom>
              <a:solidFill>
                <a:srgbClr val="E46C0A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r"/>
                <a:r>
                  <a:rPr lang="en-US" sz="1350" dirty="0"/>
                  <a:t>100</a:t>
                </a:r>
              </a:p>
            </p:txBody>
          </p:sp>
          <p:sp>
            <p:nvSpPr>
              <p:cNvPr id="8" name="Rectangle 13"/>
              <p:cNvSpPr>
                <a:spLocks noChangeArrowheads="1"/>
              </p:cNvSpPr>
              <p:nvPr/>
            </p:nvSpPr>
            <p:spPr bwMode="auto">
              <a:xfrm>
                <a:off x="6248400" y="2571750"/>
                <a:ext cx="838200" cy="283464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350" dirty="0"/>
                  <a:t>m[1]</a:t>
                </a:r>
              </a:p>
            </p:txBody>
          </p:sp>
        </p:grpSp>
        <p:sp>
          <p:nvSpPr>
            <p:cNvPr id="9" name="Right Arrow 8"/>
            <p:cNvSpPr/>
            <p:nvPr/>
          </p:nvSpPr>
          <p:spPr>
            <a:xfrm>
              <a:off x="3505200" y="3632200"/>
              <a:ext cx="68580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ight Arrow 14"/>
            <p:cNvSpPr/>
            <p:nvPr/>
          </p:nvSpPr>
          <p:spPr>
            <a:xfrm>
              <a:off x="3505200" y="4491736"/>
              <a:ext cx="685800" cy="152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914400" y="4324350"/>
              <a:ext cx="2209800" cy="374650"/>
              <a:chOff x="609600" y="3418586"/>
              <a:chExt cx="3200400" cy="289814"/>
            </a:xfrm>
          </p:grpSpPr>
          <p:sp>
            <p:nvSpPr>
              <p:cNvPr id="10" name="Rectangle 12"/>
              <p:cNvSpPr>
                <a:spLocks noChangeArrowheads="1"/>
              </p:cNvSpPr>
              <p:nvPr/>
            </p:nvSpPr>
            <p:spPr bwMode="auto">
              <a:xfrm>
                <a:off x="609600" y="3418586"/>
                <a:ext cx="1600200" cy="285750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350" dirty="0"/>
                  <a:t>m’[0]</a:t>
                </a:r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2209800" y="3422650"/>
                <a:ext cx="1600200" cy="285750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350" dirty="0"/>
                  <a:t>m’[1]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4953000" y="4324350"/>
              <a:ext cx="3276600" cy="376936"/>
              <a:chOff x="5181600" y="3422650"/>
              <a:chExt cx="4762500" cy="288036"/>
            </a:xfrm>
          </p:grpSpPr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5181600" y="3424936"/>
                <a:ext cx="1600200" cy="285750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350" dirty="0"/>
                  <a:t>m’[0]</a:t>
                </a: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6781800" y="3422650"/>
                <a:ext cx="1600200" cy="285750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350" dirty="0"/>
                  <a:t>m’[1]</a:t>
                </a:r>
              </a:p>
            </p:txBody>
          </p:sp>
          <p:sp>
            <p:nvSpPr>
              <p:cNvPr id="18" name="Rectangle 12"/>
              <p:cNvSpPr>
                <a:spLocks noChangeArrowheads="1"/>
              </p:cNvSpPr>
              <p:nvPr/>
            </p:nvSpPr>
            <p:spPr bwMode="auto">
              <a:xfrm>
                <a:off x="8343900" y="3422650"/>
                <a:ext cx="1600200" cy="285750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1350" dirty="0"/>
                  <a:t>1000…000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602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000" dirty="0"/>
              <a:t>CMAC   </a:t>
            </a:r>
            <a:r>
              <a:rPr lang="en-US" sz="1800" dirty="0"/>
              <a:t>(NIST standard)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ct val="100000"/>
              </a:spcBef>
              <a:buNone/>
            </a:pPr>
            <a:r>
              <a:rPr lang="en-US" dirty="0" err="1">
                <a:sym typeface="Symbol" charset="0"/>
              </a:rPr>
              <a:t>Các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biến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thể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của</a:t>
            </a:r>
            <a:r>
              <a:rPr lang="en-US" dirty="0">
                <a:sym typeface="Symbol" charset="0"/>
              </a:rPr>
              <a:t> CBC-MAC </a:t>
            </a:r>
            <a:r>
              <a:rPr lang="en-US" dirty="0" err="1">
                <a:sym typeface="Symbol" charset="0"/>
              </a:rPr>
              <a:t>khi</a:t>
            </a:r>
            <a:r>
              <a:rPr lang="en-US" dirty="0">
                <a:sym typeface="Symbol" charset="0"/>
              </a:rPr>
              <a:t> key = (k, k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, k</a:t>
            </a:r>
            <a:r>
              <a:rPr lang="en-US" baseline="-25000" dirty="0">
                <a:sym typeface="Symbol" charset="0"/>
              </a:rPr>
              <a:t>2</a:t>
            </a:r>
            <a:r>
              <a:rPr lang="en-US" dirty="0">
                <a:sym typeface="Symbol" charset="0"/>
              </a:rPr>
              <a:t>), k</a:t>
            </a:r>
            <a:r>
              <a:rPr lang="en-US" baseline="-25000" dirty="0">
                <a:sym typeface="Symbol" charset="0"/>
              </a:rPr>
              <a:t>1</a:t>
            </a:r>
            <a:r>
              <a:rPr lang="en-US" dirty="0">
                <a:sym typeface="Symbol" charset="0"/>
              </a:rPr>
              <a:t>, k</a:t>
            </a:r>
            <a:r>
              <a:rPr lang="en-US" baseline="-25000" dirty="0">
                <a:sym typeface="Symbol" charset="0"/>
              </a:rPr>
              <a:t>2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được</a:t>
            </a:r>
            <a:r>
              <a:rPr lang="en-US" dirty="0">
                <a:sym typeface="Symbol" charset="0"/>
              </a:rPr>
              <a:t> </a:t>
            </a:r>
            <a:r>
              <a:rPr lang="en-US" dirty="0" err="1">
                <a:sym typeface="Symbol" charset="0"/>
              </a:rPr>
              <a:t>tạo</a:t>
            </a:r>
            <a:r>
              <a:rPr lang="en-US" dirty="0">
                <a:sym typeface="Symbol" charset="0"/>
              </a:rPr>
              <a:t> ra </a:t>
            </a:r>
            <a:r>
              <a:rPr lang="en-US" dirty="0" err="1">
                <a:sym typeface="Symbol" charset="0"/>
              </a:rPr>
              <a:t>từ</a:t>
            </a:r>
            <a:r>
              <a:rPr lang="en-US" dirty="0">
                <a:sym typeface="Symbol" charset="0"/>
              </a:rPr>
              <a:t> K</a:t>
            </a:r>
          </a:p>
          <a:p>
            <a:pPr marL="0" indent="0">
              <a:spcBef>
                <a:spcPct val="100000"/>
              </a:spcBef>
              <a:buNone/>
            </a:pPr>
            <a:r>
              <a:rPr lang="en-US" dirty="0">
                <a:sym typeface="Symbol" charset="0"/>
              </a:rPr>
              <a:t>No final encryption step   </a:t>
            </a:r>
            <a:r>
              <a:rPr lang="en-US" sz="1500" dirty="0">
                <a:sym typeface="Symbol" charset="0"/>
              </a:rPr>
              <a:t>(extension attack thwarted by last keyed </a:t>
            </a:r>
            <a:r>
              <a:rPr lang="en-US" sz="1500" dirty="0" err="1">
                <a:sym typeface="Symbol" charset="0"/>
              </a:rPr>
              <a:t>xor</a:t>
            </a:r>
            <a:r>
              <a:rPr lang="en-US" sz="1500" dirty="0">
                <a:sym typeface="Symbol" charset="0"/>
              </a:rPr>
              <a:t>)</a:t>
            </a:r>
          </a:p>
          <a:p>
            <a:pPr>
              <a:spcBef>
                <a:spcPts val="450"/>
              </a:spcBef>
            </a:pPr>
            <a:r>
              <a:rPr lang="en-US" dirty="0">
                <a:sym typeface="Symbol" charset="0"/>
              </a:rPr>
              <a:t>No dummy block   </a:t>
            </a:r>
            <a:r>
              <a:rPr lang="en-US" sz="1500" dirty="0">
                <a:sym typeface="Symbol" charset="0"/>
              </a:rPr>
              <a:t>(ambiguity resolved by use of k</a:t>
            </a:r>
            <a:r>
              <a:rPr lang="en-US" sz="1500" baseline="-25000" dirty="0">
                <a:sym typeface="Symbol" charset="0"/>
              </a:rPr>
              <a:t>1</a:t>
            </a:r>
            <a:r>
              <a:rPr lang="en-US" sz="1500" dirty="0">
                <a:sym typeface="Symbol" charset="0"/>
              </a:rPr>
              <a:t> or k</a:t>
            </a:r>
            <a:r>
              <a:rPr lang="en-US" sz="1500" baseline="-25000" dirty="0">
                <a:sym typeface="Symbol" charset="0"/>
              </a:rPr>
              <a:t>2</a:t>
            </a:r>
            <a:r>
              <a:rPr lang="en-US" sz="1500" dirty="0">
                <a:sym typeface="Symbol" charset="0"/>
              </a:rPr>
              <a:t>)</a:t>
            </a:r>
          </a:p>
          <a:p>
            <a:pPr>
              <a:spcBef>
                <a:spcPts val="450"/>
              </a:spcBef>
            </a:pPr>
            <a:endParaRPr lang="en-US" dirty="0">
              <a:sym typeface="Symbol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485900" y="4214812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2343150" y="4214812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428750" y="3371850"/>
            <a:ext cx="742950" cy="185738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m[0]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2514600" y="3633357"/>
            <a:ext cx="420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Symbol" charset="0"/>
              </a:rPr>
              <a:t></a:t>
            </a:r>
          </a:p>
        </p:txBody>
      </p:sp>
      <p:sp>
        <p:nvSpPr>
          <p:cNvPr id="13" name="Line 20"/>
          <p:cNvSpPr>
            <a:spLocks noChangeShapeType="1"/>
          </p:cNvSpPr>
          <p:nvPr/>
        </p:nvSpPr>
        <p:spPr bwMode="auto">
          <a:xfrm>
            <a:off x="2686050" y="3575448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5" name="Line 22"/>
          <p:cNvSpPr>
            <a:spLocks noChangeShapeType="1"/>
          </p:cNvSpPr>
          <p:nvPr/>
        </p:nvSpPr>
        <p:spPr bwMode="auto">
          <a:xfrm>
            <a:off x="2686050" y="3957638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7" name="Line 24"/>
          <p:cNvSpPr>
            <a:spLocks noChangeShapeType="1"/>
          </p:cNvSpPr>
          <p:nvPr/>
        </p:nvSpPr>
        <p:spPr bwMode="auto">
          <a:xfrm>
            <a:off x="1828800" y="3614739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8" name="Line 27"/>
          <p:cNvSpPr>
            <a:spLocks noChangeShapeType="1"/>
          </p:cNvSpPr>
          <p:nvPr/>
        </p:nvSpPr>
        <p:spPr bwMode="auto">
          <a:xfrm>
            <a:off x="1828800" y="4686300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9" name="Freeform 28"/>
          <p:cNvSpPr>
            <a:spLocks/>
          </p:cNvSpPr>
          <p:nvPr/>
        </p:nvSpPr>
        <p:spPr bwMode="auto">
          <a:xfrm>
            <a:off x="1828800" y="3914776"/>
            <a:ext cx="742950" cy="942975"/>
          </a:xfrm>
          <a:custGeom>
            <a:avLst/>
            <a:gdLst>
              <a:gd name="T0" fmla="*/ 0 w 1008"/>
              <a:gd name="T1" fmla="*/ 1056 h 1056"/>
              <a:gd name="T2" fmla="*/ 576 w 1008"/>
              <a:gd name="T3" fmla="*/ 1056 h 1056"/>
              <a:gd name="T4" fmla="*/ 576 w 1008"/>
              <a:gd name="T5" fmla="*/ 0 h 1056"/>
              <a:gd name="T6" fmla="*/ 1008 w 1008"/>
              <a:gd name="T7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0" name="Line 29"/>
          <p:cNvSpPr>
            <a:spLocks noChangeShapeType="1"/>
          </p:cNvSpPr>
          <p:nvPr/>
        </p:nvSpPr>
        <p:spPr bwMode="auto">
          <a:xfrm>
            <a:off x="2686050" y="4686300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9" name="Rectangle 10"/>
          <p:cNvSpPr>
            <a:spLocks noChangeArrowheads="1"/>
          </p:cNvSpPr>
          <p:nvPr/>
        </p:nvSpPr>
        <p:spPr bwMode="auto">
          <a:xfrm>
            <a:off x="2171700" y="3371850"/>
            <a:ext cx="742950" cy="185738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 dirty="0"/>
              <a:t>m[1]</a:t>
            </a:r>
          </a:p>
        </p:txBody>
      </p:sp>
      <p:sp>
        <p:nvSpPr>
          <p:cNvPr id="30" name="Rectangle 10"/>
          <p:cNvSpPr>
            <a:spLocks noChangeArrowheads="1"/>
          </p:cNvSpPr>
          <p:nvPr/>
        </p:nvSpPr>
        <p:spPr bwMode="auto">
          <a:xfrm>
            <a:off x="3143250" y="3371850"/>
            <a:ext cx="742950" cy="185738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anchor="ctr"/>
          <a:lstStyle/>
          <a:p>
            <a:r>
              <a:rPr lang="en-US" sz="1350" dirty="0"/>
              <a:t>m[w]</a:t>
            </a:r>
          </a:p>
        </p:txBody>
      </p:sp>
      <p:sp>
        <p:nvSpPr>
          <p:cNvPr id="31" name="Freeform 28"/>
          <p:cNvSpPr>
            <a:spLocks/>
          </p:cNvSpPr>
          <p:nvPr/>
        </p:nvSpPr>
        <p:spPr bwMode="auto">
          <a:xfrm>
            <a:off x="2686050" y="3914776"/>
            <a:ext cx="742950" cy="942975"/>
          </a:xfrm>
          <a:custGeom>
            <a:avLst/>
            <a:gdLst>
              <a:gd name="T0" fmla="*/ 0 w 1008"/>
              <a:gd name="T1" fmla="*/ 1056 h 1056"/>
              <a:gd name="T2" fmla="*/ 576 w 1008"/>
              <a:gd name="T3" fmla="*/ 1056 h 1056"/>
              <a:gd name="T4" fmla="*/ 576 w 1008"/>
              <a:gd name="T5" fmla="*/ 0 h 1056"/>
              <a:gd name="T6" fmla="*/ 1008 w 1008"/>
              <a:gd name="T7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2" name="Rectangle 6"/>
          <p:cNvSpPr>
            <a:spLocks noChangeArrowheads="1"/>
          </p:cNvSpPr>
          <p:nvPr/>
        </p:nvSpPr>
        <p:spPr bwMode="auto">
          <a:xfrm>
            <a:off x="3200400" y="4214812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33" name="Text Box 17"/>
          <p:cNvSpPr txBox="1">
            <a:spLocks noChangeArrowheads="1"/>
          </p:cNvSpPr>
          <p:nvPr/>
        </p:nvSpPr>
        <p:spPr bwMode="auto">
          <a:xfrm>
            <a:off x="3371850" y="3633357"/>
            <a:ext cx="420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Symbol" charset="0"/>
              </a:rPr>
              <a:t></a:t>
            </a:r>
          </a:p>
        </p:txBody>
      </p:sp>
      <p:sp>
        <p:nvSpPr>
          <p:cNvPr id="34" name="Line 20"/>
          <p:cNvSpPr>
            <a:spLocks noChangeShapeType="1"/>
          </p:cNvSpPr>
          <p:nvPr/>
        </p:nvSpPr>
        <p:spPr bwMode="auto">
          <a:xfrm>
            <a:off x="3543300" y="3575448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" name="Line 22"/>
          <p:cNvSpPr>
            <a:spLocks noChangeShapeType="1"/>
          </p:cNvSpPr>
          <p:nvPr/>
        </p:nvSpPr>
        <p:spPr bwMode="auto">
          <a:xfrm>
            <a:off x="3543300" y="3957638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" name="Line 29"/>
          <p:cNvSpPr>
            <a:spLocks noChangeShapeType="1"/>
          </p:cNvSpPr>
          <p:nvPr/>
        </p:nvSpPr>
        <p:spPr bwMode="auto">
          <a:xfrm>
            <a:off x="3543300" y="4686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arrow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" name="TextBox 2"/>
          <p:cNvSpPr txBox="1"/>
          <p:nvPr/>
        </p:nvSpPr>
        <p:spPr>
          <a:xfrm>
            <a:off x="2862263" y="328277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⋯</a:t>
            </a:r>
          </a:p>
        </p:txBody>
      </p:sp>
      <p:sp>
        <p:nvSpPr>
          <p:cNvPr id="38" name="Text Box 53"/>
          <p:cNvSpPr txBox="1">
            <a:spLocks noChangeArrowheads="1"/>
          </p:cNvSpPr>
          <p:nvPr/>
        </p:nvSpPr>
        <p:spPr bwMode="auto">
          <a:xfrm>
            <a:off x="3505202" y="4743450"/>
            <a:ext cx="40536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350" dirty="0"/>
              <a:t>tag</a:t>
            </a:r>
          </a:p>
        </p:txBody>
      </p:sp>
      <p:sp>
        <p:nvSpPr>
          <p:cNvPr id="39" name="Rectangle 10"/>
          <p:cNvSpPr>
            <a:spLocks noChangeArrowheads="1"/>
          </p:cNvSpPr>
          <p:nvPr/>
        </p:nvSpPr>
        <p:spPr bwMode="auto">
          <a:xfrm>
            <a:off x="3543300" y="3381375"/>
            <a:ext cx="342900" cy="171450"/>
          </a:xfrm>
          <a:prstGeom prst="rect">
            <a:avLst/>
          </a:prstGeom>
          <a:solidFill>
            <a:srgbClr val="E46C0A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/>
            <a:r>
              <a:rPr lang="en-US" sz="1350" dirty="0"/>
              <a:t>100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3657600" y="38862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907671" y="3787602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  <a:r>
              <a:rPr lang="en-US" baseline="-25000" dirty="0"/>
              <a:t>1</a:t>
            </a:r>
          </a:p>
        </p:txBody>
      </p:sp>
      <p:sp>
        <p:nvSpPr>
          <p:cNvPr id="43" name="Rectangle 5"/>
          <p:cNvSpPr>
            <a:spLocks noChangeArrowheads="1"/>
          </p:cNvSpPr>
          <p:nvPr/>
        </p:nvSpPr>
        <p:spPr bwMode="auto">
          <a:xfrm>
            <a:off x="4972050" y="4214812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44" name="Rectangle 6"/>
          <p:cNvSpPr>
            <a:spLocks noChangeArrowheads="1"/>
          </p:cNvSpPr>
          <p:nvPr/>
        </p:nvSpPr>
        <p:spPr bwMode="auto">
          <a:xfrm>
            <a:off x="5829300" y="4214812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45" name="Rectangle 10"/>
          <p:cNvSpPr>
            <a:spLocks noChangeArrowheads="1"/>
          </p:cNvSpPr>
          <p:nvPr/>
        </p:nvSpPr>
        <p:spPr bwMode="auto">
          <a:xfrm>
            <a:off x="4914900" y="3371850"/>
            <a:ext cx="742950" cy="185738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/>
              <a:t>m[0]</a:t>
            </a:r>
          </a:p>
        </p:txBody>
      </p:sp>
      <p:sp>
        <p:nvSpPr>
          <p:cNvPr id="46" name="Text Box 17"/>
          <p:cNvSpPr txBox="1">
            <a:spLocks noChangeArrowheads="1"/>
          </p:cNvSpPr>
          <p:nvPr/>
        </p:nvSpPr>
        <p:spPr bwMode="auto">
          <a:xfrm>
            <a:off x="6000750" y="3633357"/>
            <a:ext cx="420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Symbol" charset="0"/>
              </a:rPr>
              <a:t></a:t>
            </a:r>
          </a:p>
        </p:txBody>
      </p:sp>
      <p:sp>
        <p:nvSpPr>
          <p:cNvPr id="47" name="Line 20"/>
          <p:cNvSpPr>
            <a:spLocks noChangeShapeType="1"/>
          </p:cNvSpPr>
          <p:nvPr/>
        </p:nvSpPr>
        <p:spPr bwMode="auto">
          <a:xfrm>
            <a:off x="6172200" y="3575448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48" name="Line 22"/>
          <p:cNvSpPr>
            <a:spLocks noChangeShapeType="1"/>
          </p:cNvSpPr>
          <p:nvPr/>
        </p:nvSpPr>
        <p:spPr bwMode="auto">
          <a:xfrm>
            <a:off x="6172200" y="3957638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49" name="Line 24"/>
          <p:cNvSpPr>
            <a:spLocks noChangeShapeType="1"/>
          </p:cNvSpPr>
          <p:nvPr/>
        </p:nvSpPr>
        <p:spPr bwMode="auto">
          <a:xfrm>
            <a:off x="5314950" y="3614739"/>
            <a:ext cx="0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50" name="Line 27"/>
          <p:cNvSpPr>
            <a:spLocks noChangeShapeType="1"/>
          </p:cNvSpPr>
          <p:nvPr/>
        </p:nvSpPr>
        <p:spPr bwMode="auto">
          <a:xfrm>
            <a:off x="5314950" y="4686300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51" name="Freeform 28"/>
          <p:cNvSpPr>
            <a:spLocks/>
          </p:cNvSpPr>
          <p:nvPr/>
        </p:nvSpPr>
        <p:spPr bwMode="auto">
          <a:xfrm>
            <a:off x="5314950" y="3914776"/>
            <a:ext cx="742950" cy="942975"/>
          </a:xfrm>
          <a:custGeom>
            <a:avLst/>
            <a:gdLst>
              <a:gd name="T0" fmla="*/ 0 w 1008"/>
              <a:gd name="T1" fmla="*/ 1056 h 1056"/>
              <a:gd name="T2" fmla="*/ 576 w 1008"/>
              <a:gd name="T3" fmla="*/ 1056 h 1056"/>
              <a:gd name="T4" fmla="*/ 576 w 1008"/>
              <a:gd name="T5" fmla="*/ 0 h 1056"/>
              <a:gd name="T6" fmla="*/ 1008 w 1008"/>
              <a:gd name="T7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52" name="Line 29"/>
          <p:cNvSpPr>
            <a:spLocks noChangeShapeType="1"/>
          </p:cNvSpPr>
          <p:nvPr/>
        </p:nvSpPr>
        <p:spPr bwMode="auto">
          <a:xfrm>
            <a:off x="6172200" y="4686300"/>
            <a:ext cx="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53" name="Rectangle 10"/>
          <p:cNvSpPr>
            <a:spLocks noChangeArrowheads="1"/>
          </p:cNvSpPr>
          <p:nvPr/>
        </p:nvSpPr>
        <p:spPr bwMode="auto">
          <a:xfrm>
            <a:off x="5657850" y="3371850"/>
            <a:ext cx="742950" cy="185738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350" dirty="0"/>
              <a:t>m[1]</a:t>
            </a:r>
          </a:p>
        </p:txBody>
      </p:sp>
      <p:sp>
        <p:nvSpPr>
          <p:cNvPr id="54" name="Rectangle 10"/>
          <p:cNvSpPr>
            <a:spLocks noChangeArrowheads="1"/>
          </p:cNvSpPr>
          <p:nvPr/>
        </p:nvSpPr>
        <p:spPr bwMode="auto">
          <a:xfrm>
            <a:off x="6629400" y="3371850"/>
            <a:ext cx="742950" cy="185738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0" anchor="ctr"/>
          <a:lstStyle/>
          <a:p>
            <a:pPr algn="ctr"/>
            <a:r>
              <a:rPr lang="en-US" sz="1350" dirty="0"/>
              <a:t>m[w]</a:t>
            </a:r>
          </a:p>
        </p:txBody>
      </p:sp>
      <p:sp>
        <p:nvSpPr>
          <p:cNvPr id="55" name="Freeform 28"/>
          <p:cNvSpPr>
            <a:spLocks/>
          </p:cNvSpPr>
          <p:nvPr/>
        </p:nvSpPr>
        <p:spPr bwMode="auto">
          <a:xfrm>
            <a:off x="6172200" y="3914776"/>
            <a:ext cx="742950" cy="942975"/>
          </a:xfrm>
          <a:custGeom>
            <a:avLst/>
            <a:gdLst>
              <a:gd name="T0" fmla="*/ 0 w 1008"/>
              <a:gd name="T1" fmla="*/ 1056 h 1056"/>
              <a:gd name="T2" fmla="*/ 576 w 1008"/>
              <a:gd name="T3" fmla="*/ 1056 h 1056"/>
              <a:gd name="T4" fmla="*/ 576 w 1008"/>
              <a:gd name="T5" fmla="*/ 0 h 1056"/>
              <a:gd name="T6" fmla="*/ 1008 w 1008"/>
              <a:gd name="T7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08" h="1056">
                <a:moveTo>
                  <a:pt x="0" y="1056"/>
                </a:moveTo>
                <a:lnTo>
                  <a:pt x="576" y="1056"/>
                </a:lnTo>
                <a:lnTo>
                  <a:pt x="576" y="0"/>
                </a:lnTo>
                <a:lnTo>
                  <a:pt x="100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6686550" y="4214812"/>
            <a:ext cx="685800" cy="4714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F(k,</a:t>
            </a:r>
            <a:r>
              <a:rPr lang="en-US">
                <a:sym typeface="Symbol" charset="0"/>
              </a:rPr>
              <a:t>)</a:t>
            </a:r>
          </a:p>
        </p:txBody>
      </p:sp>
      <p:sp>
        <p:nvSpPr>
          <p:cNvPr id="57" name="Text Box 17"/>
          <p:cNvSpPr txBox="1">
            <a:spLocks noChangeArrowheads="1"/>
          </p:cNvSpPr>
          <p:nvPr/>
        </p:nvSpPr>
        <p:spPr bwMode="auto">
          <a:xfrm>
            <a:off x="6858000" y="3633357"/>
            <a:ext cx="4203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ym typeface="Symbol" charset="0"/>
              </a:rPr>
              <a:t></a:t>
            </a:r>
          </a:p>
        </p:txBody>
      </p:sp>
      <p:sp>
        <p:nvSpPr>
          <p:cNvPr id="58" name="Line 20"/>
          <p:cNvSpPr>
            <a:spLocks noChangeShapeType="1"/>
          </p:cNvSpPr>
          <p:nvPr/>
        </p:nvSpPr>
        <p:spPr bwMode="auto">
          <a:xfrm>
            <a:off x="7029450" y="3575448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59" name="Line 22"/>
          <p:cNvSpPr>
            <a:spLocks noChangeShapeType="1"/>
          </p:cNvSpPr>
          <p:nvPr/>
        </p:nvSpPr>
        <p:spPr bwMode="auto">
          <a:xfrm>
            <a:off x="7029450" y="3957638"/>
            <a:ext cx="0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0" name="Line 29"/>
          <p:cNvSpPr>
            <a:spLocks noChangeShapeType="1"/>
          </p:cNvSpPr>
          <p:nvPr/>
        </p:nvSpPr>
        <p:spPr bwMode="auto">
          <a:xfrm>
            <a:off x="7029450" y="4686300"/>
            <a:ext cx="0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none"/>
            <a:tailEnd type="arrow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61" name="TextBox 60"/>
          <p:cNvSpPr txBox="1"/>
          <p:nvPr/>
        </p:nvSpPr>
        <p:spPr>
          <a:xfrm>
            <a:off x="6348413" y="329088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⋯</a:t>
            </a:r>
          </a:p>
        </p:txBody>
      </p:sp>
      <p:sp>
        <p:nvSpPr>
          <p:cNvPr id="62" name="Text Box 53"/>
          <p:cNvSpPr txBox="1">
            <a:spLocks noChangeArrowheads="1"/>
          </p:cNvSpPr>
          <p:nvPr/>
        </p:nvSpPr>
        <p:spPr bwMode="auto">
          <a:xfrm>
            <a:off x="6991352" y="4743450"/>
            <a:ext cx="405367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350" dirty="0"/>
              <a:t>tag</a:t>
            </a:r>
          </a:p>
        </p:txBody>
      </p:sp>
      <p:cxnSp>
        <p:nvCxnSpPr>
          <p:cNvPr id="64" name="Straight Arrow Connector 63"/>
          <p:cNvCxnSpPr/>
          <p:nvPr/>
        </p:nvCxnSpPr>
        <p:spPr>
          <a:xfrm flipH="1">
            <a:off x="7143750" y="3886200"/>
            <a:ext cx="4572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393821" y="3787602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</a:t>
            </a:r>
            <a:r>
              <a:rPr lang="en-US" baseline="-25000" dirty="0"/>
              <a:t>2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4514850" y="3371850"/>
            <a:ext cx="0" cy="1657350"/>
          </a:xfrm>
          <a:prstGeom prst="line">
            <a:avLst/>
          </a:prstGeom>
          <a:ln w="57150" cmpd="sng">
            <a:solidFill>
              <a:srgbClr val="000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20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1AC79-30C3-FE49-BAD1-625B312D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MACs based on Hash function - HMAC (RFC 2104) </a:t>
            </a: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DC79F-6241-9945-BD9C-DBCB57BD0B1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 = embedded hash function (e.g., MD5, SHA-1, RIPEMD-160) </a:t>
            </a:r>
          </a:p>
          <a:p>
            <a:r>
              <a:rPr lang="en-US" i="1" dirty="0"/>
              <a:t>IV </a:t>
            </a:r>
            <a:r>
              <a:rPr lang="en-US" dirty="0"/>
              <a:t>= initial value input to hash function </a:t>
            </a:r>
          </a:p>
          <a:p>
            <a:r>
              <a:rPr lang="en-US" i="1" dirty="0"/>
              <a:t>M </a:t>
            </a:r>
            <a:r>
              <a:rPr lang="en-US" dirty="0"/>
              <a:t>= message input to HMAC (including the padding specified in the embedded hash function) </a:t>
            </a:r>
          </a:p>
          <a:p>
            <a:r>
              <a:rPr lang="en-US" i="1" dirty="0"/>
              <a:t>Y</a:t>
            </a:r>
            <a:r>
              <a:rPr lang="en-US" i="1" baseline="-25000" dirty="0"/>
              <a:t>i </a:t>
            </a:r>
            <a:r>
              <a:rPr lang="en-US" i="1" dirty="0"/>
              <a:t>= </a:t>
            </a:r>
            <a:r>
              <a:rPr lang="en-VN" dirty="0"/>
              <a:t>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baseline="30000" dirty="0" err="1"/>
              <a:t>th</a:t>
            </a:r>
            <a:r>
              <a:rPr lang="en-US" dirty="0"/>
              <a:t> block of </a:t>
            </a:r>
            <a:r>
              <a:rPr lang="en-US" i="1" dirty="0"/>
              <a:t>M</a:t>
            </a:r>
            <a:r>
              <a:rPr lang="en-US" dirty="0"/>
              <a:t>, 0 &lt;=</a:t>
            </a:r>
            <a:r>
              <a:rPr lang="en-VN" dirty="0"/>
              <a:t> </a:t>
            </a:r>
            <a:r>
              <a:rPr lang="en-US" i="1" dirty="0" err="1"/>
              <a:t>i</a:t>
            </a:r>
            <a:r>
              <a:rPr lang="en-US" i="1" dirty="0"/>
              <a:t> &lt;=</a:t>
            </a:r>
            <a:r>
              <a:rPr lang="en-VN" dirty="0"/>
              <a:t> (</a:t>
            </a:r>
            <a:r>
              <a:rPr lang="en-US" i="1" dirty="0"/>
              <a:t>L – </a:t>
            </a:r>
            <a:r>
              <a:rPr lang="en-US" dirty="0"/>
              <a:t>1) </a:t>
            </a:r>
            <a:endParaRPr lang="en-VN" dirty="0"/>
          </a:p>
          <a:p>
            <a:r>
              <a:rPr lang="en-US" i="1" dirty="0"/>
              <a:t>L = </a:t>
            </a:r>
            <a:r>
              <a:rPr lang="en-VN" dirty="0"/>
              <a:t> </a:t>
            </a:r>
            <a:r>
              <a:rPr lang="en-US" dirty="0"/>
              <a:t>number of blocks in </a:t>
            </a:r>
            <a:r>
              <a:rPr lang="en-US" i="1" dirty="0"/>
              <a:t>M </a:t>
            </a:r>
            <a:endParaRPr lang="en-VN" dirty="0"/>
          </a:p>
          <a:p>
            <a:r>
              <a:rPr lang="en-US" i="1" dirty="0"/>
              <a:t>b = </a:t>
            </a:r>
            <a:r>
              <a:rPr lang="en-US" dirty="0"/>
              <a:t>number of bits in a block </a:t>
            </a:r>
            <a:endParaRPr lang="en-VN" dirty="0"/>
          </a:p>
          <a:p>
            <a:r>
              <a:rPr lang="en-US" i="1" dirty="0"/>
              <a:t>n = </a:t>
            </a:r>
            <a:r>
              <a:rPr lang="en-US" dirty="0"/>
              <a:t>length of hash code produced by embedded hash function </a:t>
            </a:r>
            <a:endParaRPr lang="en-VN" dirty="0"/>
          </a:p>
          <a:p>
            <a:r>
              <a:rPr lang="en-US" i="1" dirty="0"/>
              <a:t>K =</a:t>
            </a:r>
            <a:r>
              <a:rPr lang="en-VN" dirty="0"/>
              <a:t> </a:t>
            </a:r>
            <a:r>
              <a:rPr lang="en-US" dirty="0"/>
              <a:t>secret key; recommended length is &gt;=</a:t>
            </a:r>
            <a:r>
              <a:rPr lang="en-VN" dirty="0"/>
              <a:t> </a:t>
            </a:r>
            <a:r>
              <a:rPr lang="en-US" i="1" dirty="0"/>
              <a:t>n</a:t>
            </a:r>
            <a:r>
              <a:rPr lang="en-US" dirty="0"/>
              <a:t>; if key length is greater than </a:t>
            </a:r>
            <a:r>
              <a:rPr lang="en-US" i="1" dirty="0"/>
              <a:t>b</a:t>
            </a:r>
            <a:r>
              <a:rPr lang="en-US" dirty="0"/>
              <a:t>, the key is input to the hash function to produce an </a:t>
            </a:r>
            <a:r>
              <a:rPr lang="en-US" i="1" dirty="0"/>
              <a:t>n-</a:t>
            </a:r>
            <a:r>
              <a:rPr lang="en-US" dirty="0"/>
              <a:t>bit key </a:t>
            </a:r>
            <a:endParaRPr lang="en-VN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76877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275AC-D000-364B-8942-F241296C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HMAC (RFC 2104)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A46A2-51DD-C74B-9A65-A52A9B1B68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i="1" dirty="0"/>
              <a:t>K</a:t>
            </a:r>
            <a:r>
              <a:rPr lang="en-US" dirty="0"/>
              <a:t>+ =</a:t>
            </a:r>
            <a:r>
              <a:rPr lang="en-VN" dirty="0"/>
              <a:t> </a:t>
            </a:r>
            <a:r>
              <a:rPr lang="en-US" i="1" dirty="0"/>
              <a:t>K </a:t>
            </a:r>
            <a:r>
              <a:rPr lang="en-US" dirty="0"/>
              <a:t>padded with zeros on the left so that the result is </a:t>
            </a:r>
            <a:r>
              <a:rPr lang="en-US" i="1" dirty="0"/>
              <a:t>b </a:t>
            </a:r>
            <a:r>
              <a:rPr lang="en-US" dirty="0"/>
              <a:t>bits in length </a:t>
            </a:r>
          </a:p>
          <a:p>
            <a:r>
              <a:rPr lang="en-US" dirty="0" err="1"/>
              <a:t>ipad</a:t>
            </a:r>
            <a:r>
              <a:rPr lang="en-US" dirty="0"/>
              <a:t> =</a:t>
            </a:r>
            <a:r>
              <a:rPr lang="en-VN" dirty="0"/>
              <a:t> 00110110 (36 </a:t>
            </a:r>
            <a:r>
              <a:rPr lang="en-US" dirty="0"/>
              <a:t>in hexadecimal) repeated </a:t>
            </a:r>
            <a:r>
              <a:rPr lang="en-US" i="1" dirty="0"/>
              <a:t>b</a:t>
            </a:r>
            <a:r>
              <a:rPr lang="en-US" dirty="0"/>
              <a:t>/8 times</a:t>
            </a:r>
          </a:p>
          <a:p>
            <a:r>
              <a:rPr lang="en-US" dirty="0" err="1"/>
              <a:t>opad</a:t>
            </a:r>
            <a:r>
              <a:rPr lang="en-US" dirty="0"/>
              <a:t> =</a:t>
            </a:r>
            <a:r>
              <a:rPr lang="en-VN" dirty="0"/>
              <a:t> 01011100 (5</a:t>
            </a:r>
            <a:r>
              <a:rPr lang="en-US" dirty="0"/>
              <a:t>C in hexadecimal) repeated </a:t>
            </a:r>
            <a:r>
              <a:rPr lang="en-US" i="1" dirty="0"/>
              <a:t>b</a:t>
            </a:r>
            <a:r>
              <a:rPr lang="en-US" dirty="0"/>
              <a:t>/8 times </a:t>
            </a:r>
          </a:p>
          <a:p>
            <a:r>
              <a:rPr lang="en-US" dirty="0"/>
              <a:t>Then HMAC can be expressed as</a:t>
            </a:r>
            <a:br>
              <a:rPr lang="en-US" dirty="0"/>
            </a:br>
            <a:r>
              <a:rPr lang="en-US" dirty="0"/>
              <a:t>HMAC(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i="1" dirty="0"/>
              <a:t>M</a:t>
            </a:r>
            <a:r>
              <a:rPr lang="en-US" dirty="0"/>
              <a:t>) = H[(</a:t>
            </a:r>
            <a:r>
              <a:rPr lang="en-US" i="1" dirty="0"/>
              <a:t>K</a:t>
            </a:r>
            <a:r>
              <a:rPr lang="en-US" dirty="0"/>
              <a:t>+ </a:t>
            </a:r>
            <a:r>
              <a:rPr lang="en-VN" dirty="0"/>
              <a:t> ⊕ </a:t>
            </a:r>
            <a:r>
              <a:rPr lang="en-US" dirty="0" err="1"/>
              <a:t>opad</a:t>
            </a:r>
            <a:r>
              <a:rPr lang="en-US" dirty="0"/>
              <a:t>) || H[(</a:t>
            </a:r>
            <a:r>
              <a:rPr lang="en-US" i="1" dirty="0"/>
              <a:t>K</a:t>
            </a:r>
            <a:r>
              <a:rPr lang="en-US" dirty="0"/>
              <a:t>+ ⊕</a:t>
            </a:r>
            <a:r>
              <a:rPr lang="en-VN" dirty="0"/>
              <a:t> </a:t>
            </a:r>
            <a:r>
              <a:rPr lang="en-US" dirty="0" err="1"/>
              <a:t>ipad</a:t>
            </a:r>
            <a:r>
              <a:rPr lang="en-US" dirty="0"/>
              <a:t>) || </a:t>
            </a:r>
            <a:r>
              <a:rPr lang="en-US" i="1" dirty="0"/>
              <a:t>M</a:t>
            </a:r>
            <a:r>
              <a:rPr lang="en-US" dirty="0"/>
              <a:t>]] </a:t>
            </a:r>
          </a:p>
          <a:p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541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CBA75B-F3CC-A242-9EA1-08928FF05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/>
              <a:t>HMAC (RFC 2104)</a:t>
            </a:r>
            <a:endParaRPr sz="27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0D79B1-7A1A-5343-917F-44BD45EEACC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 marL="385763" indent="-385763">
              <a:buFont typeface="+mj-lt"/>
              <a:buAutoNum type="arabicPeriod"/>
            </a:pPr>
            <a:r>
              <a:rPr lang="en-US" sz="1500" dirty="0"/>
              <a:t>Append zeros to the left end of </a:t>
            </a:r>
            <a:r>
              <a:rPr lang="en-US" sz="1500" i="1" dirty="0"/>
              <a:t>K </a:t>
            </a:r>
            <a:r>
              <a:rPr lang="en-US" sz="1500" dirty="0"/>
              <a:t>to create a </a:t>
            </a:r>
            <a:r>
              <a:rPr lang="en-US" sz="1500" i="1" dirty="0"/>
              <a:t>b</a:t>
            </a:r>
            <a:r>
              <a:rPr lang="en-US" sz="1500" dirty="0"/>
              <a:t>-bit string </a:t>
            </a:r>
            <a:r>
              <a:rPr lang="en-US" sz="1500" i="1" dirty="0"/>
              <a:t>K</a:t>
            </a:r>
            <a:r>
              <a:rPr lang="en-US" sz="1500" dirty="0"/>
              <a:t>+ (e.g., if </a:t>
            </a:r>
            <a:r>
              <a:rPr lang="en-US" sz="1500" i="1" dirty="0"/>
              <a:t>K </a:t>
            </a:r>
            <a:r>
              <a:rPr lang="en-US" sz="1500" dirty="0"/>
              <a:t>is of   length 160 bits and </a:t>
            </a:r>
            <a:r>
              <a:rPr lang="en-US" sz="1500" i="1" dirty="0"/>
              <a:t>b </a:t>
            </a:r>
            <a:r>
              <a:rPr lang="en-US" sz="1500" dirty="0"/>
              <a:t>= 512, then </a:t>
            </a:r>
            <a:r>
              <a:rPr lang="en-US" sz="1500" i="1" dirty="0"/>
              <a:t>K </a:t>
            </a:r>
            <a:r>
              <a:rPr lang="en-US" sz="1500" dirty="0"/>
              <a:t>will be appended with 44 zeroes).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XOR (bitwise exclusive-OR) K+ with </a:t>
            </a:r>
            <a:r>
              <a:rPr lang="en-US" sz="1500" dirty="0" err="1"/>
              <a:t>ipad</a:t>
            </a:r>
            <a:r>
              <a:rPr lang="en-US" sz="1500" dirty="0"/>
              <a:t> to produce the b-bit block S</a:t>
            </a:r>
            <a:r>
              <a:rPr lang="en-US" sz="1500" baseline="-25000" dirty="0"/>
              <a:t>i</a:t>
            </a:r>
            <a:r>
              <a:rPr lang="en-US" sz="1500" dirty="0"/>
              <a:t>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Append M to S</a:t>
            </a:r>
            <a:r>
              <a:rPr lang="en-US" sz="1500" baseline="-25000" dirty="0"/>
              <a:t>i</a:t>
            </a:r>
            <a:r>
              <a:rPr lang="en-US" sz="1500" dirty="0"/>
              <a:t>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Apply H to the stream generated in step 3.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XOR K+ with </a:t>
            </a:r>
            <a:r>
              <a:rPr lang="en-US" sz="1500" dirty="0" err="1"/>
              <a:t>opad</a:t>
            </a:r>
            <a:r>
              <a:rPr lang="en-US" sz="1500" dirty="0"/>
              <a:t> to produce the b-bit block So.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Append the hash result from step 4 to So.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500" dirty="0"/>
              <a:t>Apply H to the stream generated in step 6 and output the result. </a:t>
            </a:r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9B79E0B0-0D20-B24D-9251-6A7F9F1DFDCF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6661150" y="2139950"/>
            <a:ext cx="248285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84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E953A-D12B-EE40-AD72-FC6E2E3D7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Security of HMAC 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E3C8EE-C22F-DC41-B10E-FE5A40ACBC5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202325" y="841375"/>
            <a:ext cx="4739349" cy="5303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5A8D1D-C461-ED40-8117-FBFE64AF3E20}"/>
              </a:ext>
            </a:extLst>
          </p:cNvPr>
          <p:cNvSpPr txBox="1"/>
          <p:nvPr/>
        </p:nvSpPr>
        <p:spPr>
          <a:xfrm>
            <a:off x="1737135" y="2857502"/>
            <a:ext cx="143895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f(IV, (K+</a:t>
            </a:r>
            <a:r>
              <a:rPr lang="en-VN" sz="1350" dirty="0"/>
              <a:t> ⊕ </a:t>
            </a:r>
            <a:r>
              <a:rPr lang="en-US" sz="1350" dirty="0" err="1"/>
              <a:t>ipad</a:t>
            </a:r>
            <a:r>
              <a:rPr lang="en-US" sz="1350" dirty="0"/>
              <a:t>)) </a:t>
            </a:r>
          </a:p>
          <a:p>
            <a:r>
              <a:rPr lang="en-US" sz="1350" dirty="0"/>
              <a:t>f(IV, (K+ </a:t>
            </a:r>
            <a:r>
              <a:rPr lang="en-VN" sz="1350" dirty="0"/>
              <a:t>⊕</a:t>
            </a:r>
            <a:r>
              <a:rPr lang="en-US" sz="1350" dirty="0"/>
              <a:t> </a:t>
            </a:r>
            <a:r>
              <a:rPr lang="en-US" sz="1350" dirty="0" err="1"/>
              <a:t>opad</a:t>
            </a:r>
            <a:r>
              <a:rPr lang="en-US" sz="1350" dirty="0"/>
              <a:t>)) </a:t>
            </a:r>
          </a:p>
        </p:txBody>
      </p:sp>
    </p:spTree>
    <p:extLst>
      <p:ext uri="{BB962C8B-B14F-4D97-AF65-F5344CB8AC3E}">
        <p14:creationId xmlns:p14="http://schemas.microsoft.com/office/powerpoint/2010/main" val="23520037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464D-A2FF-614A-8AB1-49D7DE8F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Hash Algorithm (SHA)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05863-3C1E-2BD7-9263-52CABAA3E87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5AC64C-0082-E848-82DB-83EE8C222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165" y="3086100"/>
            <a:ext cx="3357155" cy="114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F09441-AF4B-3548-9C0F-4C8E69E80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320" y="2400301"/>
            <a:ext cx="3385666" cy="270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1915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2E3E-3B96-FD4E-BE4B-5D146C5D0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Hash Algorithm – SHA 512</a:t>
            </a:r>
            <a:endParaRPr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DEF801-EC28-D54B-8F87-2A850F459B2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508006" y="841375"/>
            <a:ext cx="4127987" cy="53038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823F72-18E6-1748-8C63-1C86E87EC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244" y="2080664"/>
            <a:ext cx="2125750" cy="6429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16628E-CCCD-754C-8CE3-679E998CA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214" y="2759151"/>
            <a:ext cx="3140830" cy="25986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53AF6D-1223-2146-8841-009B3889E1E4}"/>
              </a:ext>
            </a:extLst>
          </p:cNvPr>
          <p:cNvSpPr txBox="1"/>
          <p:nvPr/>
        </p:nvSpPr>
        <p:spPr>
          <a:xfrm>
            <a:off x="3731833" y="4777339"/>
            <a:ext cx="683535" cy="5078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vi-VN" sz="900" dirty="0">
                <a:latin typeface="Calibri" panose="020F0502020204030204" pitchFamily="34" charset="0"/>
                <a:cs typeface="Calibri" panose="020F0502020204030204" pitchFamily="34" charset="0"/>
              </a:rPr>
              <a:t>SHA 512 – Constant K</a:t>
            </a:r>
            <a:r>
              <a:rPr lang="vi-VN" sz="9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endParaRPr sz="9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007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097863" y="1828800"/>
            <a:ext cx="4953000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Authenticated Encryption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3048000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title"/>
          </p:nvPr>
        </p:nvSpPr>
        <p:spPr/>
        <p:txBody>
          <a:bodyPr anchor="t">
            <a:noAutofit/>
          </a:bodyPr>
          <a:lstStyle/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Definitions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512A0-ED13-272A-0B07-35E2B6F5337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1700280" y="1400490"/>
              <a:ext cx="360" cy="3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0920" y="1391130"/>
                <a:ext cx="19080" cy="190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/>
          <p:cNvSpPr/>
          <p:nvPr/>
        </p:nvSpPr>
        <p:spPr>
          <a:xfrm>
            <a:off x="0" y="857250"/>
            <a:ext cx="9144000" cy="66675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sz="2000" dirty="0"/>
              <a:t>Online Cryptography Course                                      Dan Boneh</a:t>
            </a:r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752600"/>
            <a:ext cx="315341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978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authenticated encryption </a:t>
            </a:r>
            <a:r>
              <a:rPr lang="en-US" dirty="0"/>
              <a:t>system (E,D) is a cipher where 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 dirty="0"/>
              <a:t>	As usual:     E:  K × M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× N </a:t>
            </a:r>
            <a:r>
              <a:rPr lang="en-US" dirty="0"/>
              <a:t>⟶ C</a:t>
            </a:r>
          </a:p>
          <a:p>
            <a:pPr marL="0" indent="0">
              <a:buNone/>
              <a:tabLst>
                <a:tab pos="457200" algn="l"/>
              </a:tabLst>
            </a:pPr>
            <a:r>
              <a:rPr lang="en-US" dirty="0"/>
              <a:t>     		but               D:  K × C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× N </a:t>
            </a:r>
            <a:r>
              <a:rPr lang="en-US" dirty="0"/>
              <a:t>⟶  M </a:t>
            </a:r>
            <a:r>
              <a:rPr lang="en-US" sz="3200" b="1" dirty="0">
                <a:solidFill>
                  <a:srgbClr val="FF0000"/>
                </a:solidFill>
              </a:rPr>
              <a:t>∪</a:t>
            </a:r>
            <a:r>
              <a:rPr lang="en-US" b="1" dirty="0">
                <a:solidFill>
                  <a:srgbClr val="FF0000"/>
                </a:solidFill>
              </a:rPr>
              <a:t>{⊥}</a:t>
            </a:r>
          </a:p>
          <a:p>
            <a:pPr marL="0" indent="0">
              <a:buNone/>
              <a:tabLst>
                <a:tab pos="457200" algn="l"/>
              </a:tabLst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  <a:tabLst>
                <a:tab pos="457200" algn="l"/>
              </a:tabLst>
            </a:pPr>
            <a:r>
              <a:rPr lang="en-US" u="sng" dirty="0">
                <a:solidFill>
                  <a:srgbClr val="000000"/>
                </a:solidFill>
              </a:rPr>
              <a:t>Security</a:t>
            </a:r>
            <a:r>
              <a:rPr lang="en-US" dirty="0">
                <a:solidFill>
                  <a:srgbClr val="000000"/>
                </a:solidFill>
              </a:rPr>
              <a:t>:  </a:t>
            </a:r>
            <a:r>
              <a:rPr lang="en-US" dirty="0" err="1">
                <a:solidFill>
                  <a:srgbClr val="000000"/>
                </a:solidFill>
              </a:rPr>
              <a:t>hệ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thống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phải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đảm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bảo</a:t>
            </a:r>
            <a:endParaRPr lang="en-US" dirty="0">
              <a:solidFill>
                <a:srgbClr val="000000"/>
              </a:solidFill>
            </a:endParaRPr>
          </a:p>
          <a:p>
            <a:pPr>
              <a:spcBef>
                <a:spcPts val="1176"/>
              </a:spcBef>
              <a:tabLst>
                <a:tab pos="457200" algn="l"/>
              </a:tabLst>
            </a:pPr>
            <a:r>
              <a:rPr lang="en-US" dirty="0"/>
              <a:t>sem. security under a CPA attack,  and</a:t>
            </a:r>
          </a:p>
          <a:p>
            <a:pPr>
              <a:spcBef>
                <a:spcPts val="1176"/>
              </a:spcBef>
              <a:tabLst>
                <a:tab pos="457200" algn="l"/>
              </a:tabLst>
            </a:pPr>
            <a:r>
              <a:rPr lang="en-US" b="1" dirty="0"/>
              <a:t>ciphertext integrity:  </a:t>
            </a:r>
            <a:br>
              <a:rPr lang="en-US" b="1" dirty="0"/>
            </a:br>
            <a:r>
              <a:rPr lang="en-US" b="1" dirty="0"/>
              <a:t>	   </a:t>
            </a:r>
            <a:r>
              <a:rPr lang="en-US" b="1" dirty="0" err="1"/>
              <a:t>kẻ</a:t>
            </a:r>
            <a:r>
              <a:rPr lang="en-US" b="1" dirty="0"/>
              <a:t> </a:t>
            </a:r>
            <a:r>
              <a:rPr lang="en-US" b="1" dirty="0" err="1"/>
              <a:t>tấn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thể</a:t>
            </a:r>
            <a:r>
              <a:rPr lang="en-US" b="1" dirty="0"/>
              <a:t> </a:t>
            </a:r>
            <a:r>
              <a:rPr lang="en-US" b="1" dirty="0" err="1"/>
              <a:t>tạo</a:t>
            </a:r>
            <a:r>
              <a:rPr lang="en-US" b="1" dirty="0"/>
              <a:t> ra </a:t>
            </a:r>
            <a:r>
              <a:rPr lang="en-US" dirty="0"/>
              <a:t>ciphertexts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endParaRPr lang="en-US" b="1" dirty="0"/>
          </a:p>
        </p:txBody>
      </p:sp>
      <p:grpSp>
        <p:nvGrpSpPr>
          <p:cNvPr id="12" name="Group 11"/>
          <p:cNvGrpSpPr/>
          <p:nvPr/>
        </p:nvGrpSpPr>
        <p:grpSpPr>
          <a:xfrm>
            <a:off x="5762084" y="3352801"/>
            <a:ext cx="2315116" cy="1027331"/>
            <a:chOff x="5943600" y="2647950"/>
            <a:chExt cx="2315116" cy="1027331"/>
          </a:xfrm>
        </p:grpSpPr>
        <p:sp>
          <p:nvSpPr>
            <p:cNvPr id="4" name="TextBox 3"/>
            <p:cNvSpPr txBox="1"/>
            <p:nvPr/>
          </p:nvSpPr>
          <p:spPr>
            <a:xfrm>
              <a:off x="7086600" y="3028950"/>
              <a:ext cx="11721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ciphertext</a:t>
              </a:r>
              <a:endParaRPr lang="en-US" dirty="0"/>
            </a:p>
            <a:p>
              <a:pPr algn="ctr"/>
              <a:r>
                <a:rPr lang="en-US" dirty="0"/>
                <a:t>is rejected</a:t>
              </a:r>
            </a:p>
          </p:txBody>
        </p:sp>
        <p:cxnSp>
          <p:nvCxnSpPr>
            <p:cNvPr id="6" name="Curved Connector 5"/>
            <p:cNvCxnSpPr/>
            <p:nvPr/>
          </p:nvCxnSpPr>
          <p:spPr>
            <a:xfrm rot="10800000">
              <a:off x="5943600" y="2647950"/>
              <a:ext cx="1143000" cy="685800"/>
            </a:xfrm>
            <a:prstGeom prst="curvedConnector3">
              <a:avLst>
                <a:gd name="adj1" fmla="val 101111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242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r>
              <a:rPr lang="en-US"/>
              <a:t> Ciphertext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Let  (E,D)  be a cipher with message space M.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spcBef>
                <a:spcPts val="1824"/>
              </a:spcBef>
              <a:buNone/>
            </a:pPr>
            <a:r>
              <a:rPr lang="en-US" dirty="0" err="1"/>
              <a:t>Def</a:t>
            </a:r>
            <a:r>
              <a:rPr lang="en-US" dirty="0"/>
              <a:t>:  (E,D)  has </a:t>
            </a:r>
            <a:r>
              <a:rPr lang="en-US" b="1" u="sng" dirty="0" err="1"/>
              <a:t>ciphertext</a:t>
            </a:r>
            <a:r>
              <a:rPr lang="en-US" b="1" u="sng" dirty="0"/>
              <a:t> integrity </a:t>
            </a:r>
            <a:r>
              <a:rPr lang="en-US" dirty="0"/>
              <a:t>if for all </a:t>
            </a: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efficient</a:t>
            </a:r>
            <a:r>
              <a:rPr lang="ja-JP" altLang="en-US" dirty="0">
                <a:latin typeface="Arial"/>
              </a:rPr>
              <a:t>”</a:t>
            </a:r>
            <a:r>
              <a:rPr lang="en-US" dirty="0"/>
              <a:t>  A:</a:t>
            </a:r>
            <a:br>
              <a:rPr lang="en-US" dirty="0"/>
            </a:br>
            <a:r>
              <a:rPr lang="en-US" dirty="0"/>
              <a:t>	         </a:t>
            </a:r>
            <a:r>
              <a:rPr lang="en-US" dirty="0" err="1">
                <a:solidFill>
                  <a:srgbClr val="000090"/>
                </a:solidFill>
              </a:rPr>
              <a:t>Adv</a:t>
            </a:r>
            <a:r>
              <a:rPr lang="en-US" baseline="-25000" dirty="0" err="1">
                <a:solidFill>
                  <a:srgbClr val="000090"/>
                </a:solidFill>
              </a:rPr>
              <a:t>CI</a:t>
            </a:r>
            <a:r>
              <a:rPr lang="en-US" dirty="0">
                <a:solidFill>
                  <a:srgbClr val="000090"/>
                </a:solidFill>
              </a:rPr>
              <a:t>[A,E]</a:t>
            </a:r>
            <a:r>
              <a:rPr lang="en-US" dirty="0">
                <a:solidFill>
                  <a:schemeClr val="accent2"/>
                </a:solidFill>
              </a:rPr>
              <a:t>  </a:t>
            </a:r>
            <a:r>
              <a:rPr lang="en-US" dirty="0"/>
              <a:t>=  </a:t>
            </a:r>
            <a:r>
              <a:rPr lang="en-US" dirty="0" err="1"/>
              <a:t>Pr</a:t>
            </a:r>
            <a:r>
              <a:rPr lang="en-US" dirty="0"/>
              <a:t>[</a:t>
            </a:r>
            <a:r>
              <a:rPr lang="en-US" dirty="0" err="1"/>
              <a:t>Chal</a:t>
            </a:r>
            <a:r>
              <a:rPr lang="en-US" dirty="0"/>
              <a:t>. outputs 1]</a:t>
            </a:r>
            <a:r>
              <a:rPr lang="en-US" sz="3600" dirty="0"/>
              <a:t>    </a:t>
            </a:r>
            <a:r>
              <a:rPr lang="en-US" dirty="0"/>
              <a:t>is </a:t>
            </a:r>
            <a:r>
              <a:rPr lang="ja-JP" altLang="en-US" dirty="0">
                <a:latin typeface="Arial"/>
              </a:rPr>
              <a:t>“</a:t>
            </a:r>
            <a:r>
              <a:rPr lang="en-US" dirty="0"/>
              <a:t>negligible.</a:t>
            </a:r>
            <a:r>
              <a:rPr lang="ja-JP" altLang="en-US" dirty="0">
                <a:latin typeface="Arial"/>
              </a:rPr>
              <a:t>”</a:t>
            </a:r>
            <a:endParaRPr lang="en-US" dirty="0"/>
          </a:p>
        </p:txBody>
      </p:sp>
      <p:sp>
        <p:nvSpPr>
          <p:cNvPr id="4" name="Rectangle 20"/>
          <p:cNvSpPr>
            <a:spLocks noChangeArrowheads="1"/>
          </p:cNvSpPr>
          <p:nvPr/>
        </p:nvSpPr>
        <p:spPr bwMode="auto">
          <a:xfrm>
            <a:off x="1447800" y="2438400"/>
            <a:ext cx="1295400" cy="1085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6629400" y="2438400"/>
            <a:ext cx="1295400" cy="1085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/>
            <a:r>
              <a:rPr lang="en-US"/>
              <a:t>Adv.</a:t>
            </a:r>
          </a:p>
        </p:txBody>
      </p:sp>
      <p:sp>
        <p:nvSpPr>
          <p:cNvPr id="6" name="Text Box 23"/>
          <p:cNvSpPr txBox="1">
            <a:spLocks noChangeArrowheads="1"/>
          </p:cNvSpPr>
          <p:nvPr/>
        </p:nvSpPr>
        <p:spPr bwMode="auto">
          <a:xfrm>
            <a:off x="1752601" y="2703910"/>
            <a:ext cx="6976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k</a:t>
            </a:r>
            <a:r>
              <a:rPr lang="en-US" sz="2000">
                <a:sym typeface="Symbol" charset="0"/>
              </a:rPr>
              <a:t>K</a:t>
            </a:r>
            <a:endParaRPr lang="en-US" sz="2000" b="1">
              <a:cs typeface="Arial" charset="0"/>
              <a:sym typeface="Symbol" charset="0"/>
            </a:endParaRPr>
          </a:p>
        </p:txBody>
      </p: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2819400" y="3105150"/>
            <a:ext cx="3810000" cy="400050"/>
            <a:chOff x="1776" y="1968"/>
            <a:chExt cx="2400" cy="336"/>
          </a:xfrm>
        </p:grpSpPr>
        <p:sp>
          <p:nvSpPr>
            <p:cNvPr id="8" name="Line 24"/>
            <p:cNvSpPr>
              <a:spLocks noChangeShapeType="1"/>
            </p:cNvSpPr>
            <p:nvPr/>
          </p:nvSpPr>
          <p:spPr bwMode="auto">
            <a:xfrm flipH="1">
              <a:off x="1776" y="2246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25"/>
            <p:cNvSpPr txBox="1">
              <a:spLocks noChangeArrowheads="1"/>
            </p:cNvSpPr>
            <p:nvPr/>
          </p:nvSpPr>
          <p:spPr bwMode="auto">
            <a:xfrm>
              <a:off x="2725" y="1968"/>
              <a:ext cx="185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>
                  <a:sym typeface="Symbol" charset="0"/>
                </a:rPr>
                <a:t>c</a:t>
              </a:r>
            </a:p>
          </p:txBody>
        </p:sp>
      </p:grpSp>
      <p:sp>
        <p:nvSpPr>
          <p:cNvPr id="10" name="Rectangle 31"/>
          <p:cNvSpPr>
            <a:spLocks noChangeArrowheads="1"/>
          </p:cNvSpPr>
          <p:nvPr/>
        </p:nvSpPr>
        <p:spPr bwMode="auto">
          <a:xfrm>
            <a:off x="762000" y="2209800"/>
            <a:ext cx="7924800" cy="154305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2743200" y="2209800"/>
            <a:ext cx="3810000" cy="400050"/>
            <a:chOff x="1776" y="1968"/>
            <a:chExt cx="2400" cy="336"/>
          </a:xfrm>
        </p:grpSpPr>
        <p:sp>
          <p:nvSpPr>
            <p:cNvPr id="12" name="Line 33"/>
            <p:cNvSpPr>
              <a:spLocks noChangeShapeType="1"/>
            </p:cNvSpPr>
            <p:nvPr/>
          </p:nvSpPr>
          <p:spPr bwMode="auto">
            <a:xfrm flipH="1">
              <a:off x="1776" y="2288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34"/>
            <p:cNvSpPr txBox="1">
              <a:spLocks noChangeArrowheads="1"/>
            </p:cNvSpPr>
            <p:nvPr/>
          </p:nvSpPr>
          <p:spPr bwMode="auto">
            <a:xfrm>
              <a:off x="2160" y="1968"/>
              <a:ext cx="6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m</a:t>
              </a:r>
              <a:r>
                <a:rPr lang="en-US" sz="2000" baseline="-25000" dirty="0"/>
                <a:t>1</a:t>
              </a:r>
              <a:r>
                <a:rPr lang="en-US" sz="2000" dirty="0"/>
                <a:t> </a:t>
              </a:r>
              <a:r>
                <a:rPr lang="en-US" sz="2000" dirty="0">
                  <a:sym typeface="Symbol" charset="0"/>
                </a:rPr>
                <a:t> M</a:t>
              </a:r>
            </a:p>
          </p:txBody>
        </p:sp>
      </p:grpSp>
      <p:grpSp>
        <p:nvGrpSpPr>
          <p:cNvPr id="14" name="Group 39"/>
          <p:cNvGrpSpPr>
            <a:grpSpLocks/>
          </p:cNvGrpSpPr>
          <p:nvPr/>
        </p:nvGrpSpPr>
        <p:grpSpPr bwMode="auto">
          <a:xfrm>
            <a:off x="2743200" y="2609850"/>
            <a:ext cx="3733800" cy="400050"/>
            <a:chOff x="1728" y="1854"/>
            <a:chExt cx="2352" cy="336"/>
          </a:xfrm>
        </p:grpSpPr>
        <p:sp>
          <p:nvSpPr>
            <p:cNvPr id="15" name="Line 36"/>
            <p:cNvSpPr>
              <a:spLocks noChangeShapeType="1"/>
            </p:cNvSpPr>
            <p:nvPr/>
          </p:nvSpPr>
          <p:spPr bwMode="auto">
            <a:xfrm>
              <a:off x="1728" y="2170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37"/>
            <p:cNvSpPr txBox="1">
              <a:spLocks noChangeArrowheads="1"/>
            </p:cNvSpPr>
            <p:nvPr/>
          </p:nvSpPr>
          <p:spPr bwMode="auto">
            <a:xfrm>
              <a:off x="2016" y="1854"/>
              <a:ext cx="94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dirty="0"/>
                <a:t>c</a:t>
              </a:r>
              <a:r>
                <a:rPr lang="en-US" sz="2000" baseline="-25000" dirty="0"/>
                <a:t>1</a:t>
              </a:r>
              <a:r>
                <a:rPr lang="en-US" sz="2000" dirty="0"/>
                <a:t> </a:t>
              </a:r>
              <a:r>
                <a:rPr lang="en-US" sz="2000" dirty="0">
                  <a:sym typeface="Symbol" charset="0"/>
                </a:rPr>
                <a:t></a:t>
              </a:r>
              <a:r>
                <a:rPr lang="en-US" sz="2000" dirty="0"/>
                <a:t> E(k,m</a:t>
              </a:r>
              <a:r>
                <a:rPr lang="en-US" sz="2000" baseline="-25000" dirty="0"/>
                <a:t>1</a:t>
              </a:r>
              <a:r>
                <a:rPr lang="en-US" sz="2000" dirty="0"/>
                <a:t>)</a:t>
              </a:r>
            </a:p>
          </p:txBody>
        </p:sp>
      </p:grpSp>
      <p:grpSp>
        <p:nvGrpSpPr>
          <p:cNvPr id="17" name="Group 44"/>
          <p:cNvGrpSpPr>
            <a:grpSpLocks/>
          </p:cNvGrpSpPr>
          <p:nvPr/>
        </p:nvGrpSpPr>
        <p:grpSpPr bwMode="auto">
          <a:xfrm>
            <a:off x="944563" y="3886200"/>
            <a:ext cx="4706938" cy="835818"/>
            <a:chOff x="595" y="2638"/>
            <a:chExt cx="2965" cy="702"/>
          </a:xfrm>
        </p:grpSpPr>
        <p:sp>
          <p:nvSpPr>
            <p:cNvPr id="18" name="Text Box 41"/>
            <p:cNvSpPr txBox="1">
              <a:spLocks noChangeArrowheads="1"/>
            </p:cNvSpPr>
            <p:nvPr/>
          </p:nvSpPr>
          <p:spPr bwMode="auto">
            <a:xfrm>
              <a:off x="624" y="2638"/>
              <a:ext cx="2936" cy="7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 dirty="0"/>
                <a:t>b</a:t>
              </a:r>
              <a:r>
                <a:rPr lang="en-US" sz="2000" dirty="0"/>
                <a:t>=1    if  D(</a:t>
              </a:r>
              <a:r>
                <a:rPr lang="en-US" sz="2000" dirty="0" err="1"/>
                <a:t>k,c</a:t>
              </a:r>
              <a:r>
                <a:rPr lang="en-US" sz="2000" dirty="0"/>
                <a:t>) ≠⊥    and  c  </a:t>
              </a:r>
              <a:r>
                <a:rPr lang="en-US" sz="2000" dirty="0">
                  <a:sym typeface="Symbol" charset="0"/>
                </a:rPr>
                <a:t>  { c</a:t>
              </a:r>
              <a:r>
                <a:rPr lang="en-US" sz="2000" baseline="-25000" dirty="0">
                  <a:sym typeface="Symbol" charset="0"/>
                </a:rPr>
                <a:t>1</a:t>
              </a:r>
              <a:r>
                <a:rPr lang="en-US" sz="2000" dirty="0">
                  <a:sym typeface="Symbol" charset="0"/>
                </a:rPr>
                <a:t> , … , </a:t>
              </a:r>
              <a:r>
                <a:rPr lang="en-US" sz="2000" dirty="0" err="1">
                  <a:sym typeface="Symbol" charset="0"/>
                </a:rPr>
                <a:t>c</a:t>
              </a:r>
              <a:r>
                <a:rPr lang="en-US" sz="2000" baseline="-25000" dirty="0" err="1">
                  <a:sym typeface="Symbol" charset="0"/>
                </a:rPr>
                <a:t>q</a:t>
              </a:r>
              <a:r>
                <a:rPr lang="en-US" sz="2000" dirty="0">
                  <a:sym typeface="Symbol" charset="0"/>
                </a:rPr>
                <a:t> }</a:t>
              </a:r>
            </a:p>
            <a:p>
              <a:pPr>
                <a:lnSpc>
                  <a:spcPct val="150000"/>
                </a:lnSpc>
              </a:pPr>
              <a:r>
                <a:rPr lang="en-US" sz="2000" b="1" dirty="0">
                  <a:sym typeface="Symbol" charset="0"/>
                </a:rPr>
                <a:t>b</a:t>
              </a:r>
              <a:r>
                <a:rPr lang="en-US" sz="2000" dirty="0">
                  <a:sym typeface="Symbol" charset="0"/>
                </a:rPr>
                <a:t>=0   otherwise</a:t>
              </a:r>
              <a:endParaRPr lang="en-US" dirty="0"/>
            </a:p>
          </p:txBody>
        </p:sp>
        <p:sp>
          <p:nvSpPr>
            <p:cNvPr id="19" name="AutoShape 42"/>
            <p:cNvSpPr>
              <a:spLocks/>
            </p:cNvSpPr>
            <p:nvPr/>
          </p:nvSpPr>
          <p:spPr bwMode="auto">
            <a:xfrm>
              <a:off x="595" y="2718"/>
              <a:ext cx="29" cy="594"/>
            </a:xfrm>
            <a:prstGeom prst="leftBrace">
              <a:avLst>
                <a:gd name="adj1" fmla="val 66667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981201" y="3352800"/>
            <a:ext cx="349825" cy="545306"/>
            <a:chOff x="1981200" y="2419350"/>
            <a:chExt cx="349825" cy="545306"/>
          </a:xfrm>
        </p:grpSpPr>
        <p:sp>
          <p:nvSpPr>
            <p:cNvPr id="21" name="Line 40"/>
            <p:cNvSpPr>
              <a:spLocks noChangeShapeType="1"/>
            </p:cNvSpPr>
            <p:nvPr/>
          </p:nvSpPr>
          <p:spPr bwMode="auto">
            <a:xfrm>
              <a:off x="2057400" y="2590800"/>
              <a:ext cx="0" cy="3738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45"/>
            <p:cNvSpPr txBox="1">
              <a:spLocks noChangeArrowheads="1"/>
            </p:cNvSpPr>
            <p:nvPr/>
          </p:nvSpPr>
          <p:spPr bwMode="auto">
            <a:xfrm>
              <a:off x="1981200" y="2419350"/>
              <a:ext cx="3498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/>
                <a:t>b</a:t>
              </a:r>
            </a:p>
          </p:txBody>
        </p:sp>
      </p:grpSp>
      <p:sp>
        <p:nvSpPr>
          <p:cNvPr id="23" name="Text Box 34"/>
          <p:cNvSpPr txBox="1">
            <a:spLocks noChangeArrowheads="1"/>
          </p:cNvSpPr>
          <p:nvPr/>
        </p:nvSpPr>
        <p:spPr bwMode="auto">
          <a:xfrm>
            <a:off x="4857788" y="2209800"/>
            <a:ext cx="4762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ym typeface="Symbol" charset="0"/>
              </a:rPr>
              <a:t>m</a:t>
            </a:r>
            <a:r>
              <a:rPr lang="en-US" sz="2000" baseline="-25000" dirty="0">
                <a:sym typeface="Symbol" charset="0"/>
              </a:rPr>
              <a:t>2</a:t>
            </a:r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5334001" y="2209800"/>
            <a:ext cx="9004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ym typeface="Symbol" charset="0"/>
              </a:rPr>
              <a:t>, …, </a:t>
            </a:r>
            <a:r>
              <a:rPr lang="en-US" sz="2000" dirty="0" err="1">
                <a:sym typeface="Symbol" charset="0"/>
              </a:rPr>
              <a:t>m</a:t>
            </a:r>
            <a:r>
              <a:rPr lang="en-US" sz="2000" baseline="-25000" dirty="0" err="1">
                <a:sym typeface="Symbol" charset="0"/>
              </a:rPr>
              <a:t>q</a:t>
            </a:r>
            <a:endParaRPr lang="en-US" sz="2000" baseline="-25000" dirty="0">
              <a:sym typeface="Symbol" charset="0"/>
            </a:endParaRPr>
          </a:p>
        </p:txBody>
      </p:sp>
      <p:sp>
        <p:nvSpPr>
          <p:cNvPr id="25" name="Text Box 34"/>
          <p:cNvSpPr txBox="1">
            <a:spLocks noChangeArrowheads="1"/>
          </p:cNvSpPr>
          <p:nvPr/>
        </p:nvSpPr>
        <p:spPr bwMode="auto">
          <a:xfrm>
            <a:off x="4876801" y="2590800"/>
            <a:ext cx="3797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ym typeface="Symbol" charset="0"/>
              </a:rPr>
              <a:t>c</a:t>
            </a:r>
            <a:r>
              <a:rPr lang="en-US" sz="2000" baseline="-25000" dirty="0">
                <a:sym typeface="Symbol" charset="0"/>
              </a:rPr>
              <a:t>2</a:t>
            </a:r>
          </a:p>
        </p:txBody>
      </p:sp>
      <p:sp>
        <p:nvSpPr>
          <p:cNvPr id="26" name="Text Box 34"/>
          <p:cNvSpPr txBox="1">
            <a:spLocks noChangeArrowheads="1"/>
          </p:cNvSpPr>
          <p:nvPr/>
        </p:nvSpPr>
        <p:spPr bwMode="auto">
          <a:xfrm>
            <a:off x="5410201" y="2590800"/>
            <a:ext cx="80399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dirty="0">
                <a:sym typeface="Symbol" charset="0"/>
              </a:rPr>
              <a:t>, …, </a:t>
            </a:r>
            <a:r>
              <a:rPr lang="en-US" sz="2000" dirty="0" err="1">
                <a:sym typeface="Symbol" charset="0"/>
              </a:rPr>
              <a:t>c</a:t>
            </a:r>
            <a:r>
              <a:rPr lang="en-US" sz="2000" baseline="-25000" dirty="0" err="1">
                <a:sym typeface="Symbol" charset="0"/>
              </a:rPr>
              <a:t>q</a:t>
            </a:r>
            <a:endParaRPr lang="en-US" sz="2000" baseline="-25000" dirty="0"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74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(Authenticated encryption)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Def:  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 (E,D) </a:t>
            </a:r>
            <a:r>
              <a:rPr lang="en-US" dirty="0" err="1"/>
              <a:t>tạo</a:t>
            </a:r>
            <a:r>
              <a:rPr lang="en-US" dirty="0"/>
              <a:t> ra </a:t>
            </a:r>
            <a:r>
              <a:rPr lang="en-US" b="1" u="sng" dirty="0"/>
              <a:t>authenticated encryption</a:t>
            </a:r>
            <a:r>
              <a:rPr lang="en-US" b="1" dirty="0"/>
              <a:t> (AE)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là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(1)  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CPA</a:t>
            </a:r>
          </a:p>
          <a:p>
            <a:pPr marL="0" indent="0">
              <a:buNone/>
            </a:pPr>
            <a:r>
              <a:rPr lang="en-US" dirty="0"/>
              <a:t>	(2)  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vẹn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Bad example:    CBC with rand. IV does not provide AE</a:t>
            </a:r>
          </a:p>
          <a:p>
            <a:pPr>
              <a:spcBef>
                <a:spcPts val="1776"/>
              </a:spcBef>
            </a:pPr>
            <a:r>
              <a:rPr lang="en-US" dirty="0"/>
              <a:t>D(k,</a:t>
            </a:r>
            <a:r>
              <a:rPr lang="en-US" b="1" dirty="0"/>
              <a:t>⋅</a:t>
            </a:r>
            <a:r>
              <a:rPr lang="en-US" dirty="0"/>
              <a:t>)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ra </a:t>
            </a:r>
            <a:r>
              <a:rPr lang="en-US" dirty="0" err="1"/>
              <a:t>đầu</a:t>
            </a:r>
            <a:r>
              <a:rPr lang="en-US" dirty="0"/>
              <a:t> ra ⊥,  do </a:t>
            </a:r>
            <a:r>
              <a:rPr lang="en-US" dirty="0" err="1"/>
              <a:t>đó</a:t>
            </a:r>
            <a:r>
              <a:rPr lang="en-US" dirty="0"/>
              <a:t> adv.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chiến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CI game</a:t>
            </a:r>
          </a:p>
        </p:txBody>
      </p:sp>
    </p:spTree>
    <p:extLst>
      <p:ext uri="{BB962C8B-B14F-4D97-AF65-F5344CB8AC3E}">
        <p14:creationId xmlns:p14="http://schemas.microsoft.com/office/powerpoint/2010/main" val="41899314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Authenticated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dirty="0"/>
              <a:t>Kẻ tấn công không thể đánh lừa Bob nghĩ rằng một tin nhắn được gửi từ Alice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971800"/>
            <a:ext cx="685800" cy="7188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4800" y="2895600"/>
            <a:ext cx="1219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2819400"/>
            <a:ext cx="1219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1" y="3810001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1" y="3733801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676400" y="2667001"/>
            <a:ext cx="2286000" cy="461665"/>
            <a:chOff x="1676400" y="2266950"/>
            <a:chExt cx="2286000" cy="461665"/>
          </a:xfrm>
        </p:grpSpPr>
        <p:cxnSp>
          <p:nvCxnSpPr>
            <p:cNvPr id="10" name="Straight Arrow Connector 9"/>
            <p:cNvCxnSpPr/>
            <p:nvPr/>
          </p:nvCxnSpPr>
          <p:spPr>
            <a:xfrm flipH="1">
              <a:off x="1676400" y="2724150"/>
              <a:ext cx="22860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209800" y="2266950"/>
              <a:ext cx="15093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</a:t>
              </a:r>
              <a:r>
                <a:rPr lang="en-US" sz="2400" baseline="-25000" dirty="0"/>
                <a:t>1 </a:t>
              </a:r>
              <a:r>
                <a:rPr lang="en-US" sz="2400" dirty="0"/>
                <a:t>, …,  </a:t>
              </a:r>
              <a:r>
                <a:rPr lang="en-US" sz="2400" dirty="0" err="1"/>
                <a:t>m</a:t>
              </a:r>
              <a:r>
                <a:rPr lang="en-US" sz="2400" baseline="-25000" dirty="0" err="1"/>
                <a:t>q</a:t>
              </a:r>
              <a:endParaRPr lang="en-US" sz="2400" baseline="-250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676400" y="3505201"/>
            <a:ext cx="2209800" cy="461665"/>
            <a:chOff x="1676400" y="3105150"/>
            <a:chExt cx="2209800" cy="461665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1676400" y="3181350"/>
              <a:ext cx="22098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2133600" y="3105150"/>
              <a:ext cx="15473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  <a:r>
                <a:rPr lang="en-US" sz="2400" baseline="-25000" dirty="0"/>
                <a:t>i </a:t>
              </a:r>
              <a:r>
                <a:rPr lang="en-US" sz="2400" dirty="0"/>
                <a:t>= E(k, m</a:t>
              </a:r>
              <a:r>
                <a:rPr lang="en-US" sz="2400" baseline="-25000" dirty="0"/>
                <a:t>i</a:t>
              </a:r>
              <a:r>
                <a:rPr lang="en-US" sz="2400" dirty="0"/>
                <a:t>)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953000" y="2819401"/>
            <a:ext cx="2362200" cy="461665"/>
            <a:chOff x="4953000" y="2419350"/>
            <a:chExt cx="2362200" cy="461665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4953000" y="2876550"/>
              <a:ext cx="2362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867400" y="2419350"/>
              <a:ext cx="3148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724401" y="3204865"/>
            <a:ext cx="2723823" cy="1512332"/>
            <a:chOff x="4724400" y="2804815"/>
            <a:chExt cx="2723823" cy="1512332"/>
          </a:xfrm>
        </p:grpSpPr>
        <p:sp>
          <p:nvSpPr>
            <p:cNvPr id="19" name="TextBox 18"/>
            <p:cNvSpPr txBox="1"/>
            <p:nvPr/>
          </p:nvSpPr>
          <p:spPr>
            <a:xfrm>
              <a:off x="4724400" y="3486150"/>
              <a:ext cx="27238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/>
                <a:t>Cannot create </a:t>
              </a:r>
              <a:br>
                <a:rPr lang="en-US" sz="2400" dirty="0"/>
              </a:br>
              <a:r>
                <a:rPr lang="en-US" sz="2400" dirty="0"/>
                <a:t>valid   c ∉ { c</a:t>
              </a:r>
              <a:r>
                <a:rPr lang="en-US" sz="2400" baseline="-25000" dirty="0"/>
                <a:t>1</a:t>
              </a:r>
              <a:r>
                <a:rPr lang="en-US" sz="2400" dirty="0"/>
                <a:t>, …, </a:t>
              </a:r>
              <a:r>
                <a:rPr lang="en-US" sz="2400" dirty="0" err="1"/>
                <a:t>c</a:t>
              </a:r>
              <a:r>
                <a:rPr lang="en-US" sz="2400" baseline="-25000" dirty="0" err="1"/>
                <a:t>q</a:t>
              </a:r>
              <a:r>
                <a:rPr lang="en-US" sz="2400" dirty="0"/>
                <a:t> }</a:t>
              </a:r>
            </a:p>
          </p:txBody>
        </p:sp>
        <p:cxnSp>
          <p:nvCxnSpPr>
            <p:cNvPr id="21" name="Curved Connector 20"/>
            <p:cNvCxnSpPr>
              <a:stCxn id="19" idx="0"/>
              <a:endCxn id="18" idx="2"/>
            </p:cNvCxnSpPr>
            <p:nvPr/>
          </p:nvCxnSpPr>
          <p:spPr>
            <a:xfrm rot="16200000" flipV="1">
              <a:off x="5714892" y="3114729"/>
              <a:ext cx="681335" cy="61507"/>
            </a:xfrm>
            <a:prstGeom prst="curvedConnector3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/>
          <p:cNvSpPr txBox="1"/>
          <p:nvPr/>
        </p:nvSpPr>
        <p:spPr>
          <a:xfrm>
            <a:off x="530095" y="4648201"/>
            <a:ext cx="797769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⇒  </a:t>
            </a:r>
            <a:r>
              <a:rPr lang="en-US" sz="2200" dirty="0" err="1"/>
              <a:t>nếu</a:t>
            </a:r>
            <a:r>
              <a:rPr lang="en-US" sz="2200" dirty="0"/>
              <a:t>  D(</a:t>
            </a:r>
            <a:r>
              <a:rPr lang="en-US" sz="2200" dirty="0" err="1"/>
              <a:t>k,c</a:t>
            </a:r>
            <a:r>
              <a:rPr lang="en-US" sz="2200" dirty="0"/>
              <a:t>) ≠⊥ Bob </a:t>
            </a:r>
            <a:r>
              <a:rPr lang="en-US" sz="2200" dirty="0" err="1"/>
              <a:t>biết</a:t>
            </a:r>
            <a:r>
              <a:rPr lang="en-US" sz="2200" dirty="0"/>
              <a:t> tin </a:t>
            </a:r>
            <a:r>
              <a:rPr lang="en-US" sz="2200" dirty="0" err="1"/>
              <a:t>nhắn</a:t>
            </a:r>
            <a:r>
              <a:rPr lang="en-US" sz="2200" dirty="0"/>
              <a:t> </a:t>
            </a:r>
            <a:r>
              <a:rPr lang="en-US" sz="2200" dirty="0" err="1"/>
              <a:t>là</a:t>
            </a:r>
            <a:r>
              <a:rPr lang="en-US" sz="2200" dirty="0"/>
              <a:t> </a:t>
            </a:r>
            <a:r>
              <a:rPr lang="en-US" sz="2200" dirty="0" err="1"/>
              <a:t>từ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người</a:t>
            </a:r>
            <a:r>
              <a:rPr lang="en-US" sz="2200" dirty="0"/>
              <a:t> </a:t>
            </a:r>
            <a:r>
              <a:rPr lang="en-US" sz="2200" dirty="0" err="1"/>
              <a:t>biết</a:t>
            </a:r>
            <a:r>
              <a:rPr lang="en-US" sz="2200" dirty="0"/>
              <a:t> </a:t>
            </a:r>
            <a:r>
              <a:rPr lang="en-US" sz="2200" dirty="0" err="1"/>
              <a:t>về</a:t>
            </a:r>
            <a:r>
              <a:rPr lang="en-US" sz="2200" dirty="0"/>
              <a:t> K </a:t>
            </a:r>
            <a:r>
              <a:rPr lang="en-US" sz="2000" dirty="0"/>
              <a:t>(but message could be a replay)</a:t>
            </a:r>
          </a:p>
          <a:p>
            <a:r>
              <a:rPr lang="en-US" sz="2000" dirty="0"/>
              <a:t>Authenticated encryption    ⇒ Security against </a:t>
            </a:r>
            <a:r>
              <a:rPr lang="en-US" sz="2000" b="1" dirty="0"/>
              <a:t>chosen ciphertext attacks </a:t>
            </a:r>
            <a:r>
              <a:rPr lang="en-US" sz="2000" dirty="0"/>
              <a:t>(next segment)</a:t>
            </a:r>
          </a:p>
          <a:p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819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 err="1"/>
              <a:t>Ví</a:t>
            </a:r>
            <a:r>
              <a:rPr lang="en-US" sz="3200" b="1" dirty="0"/>
              <a:t> </a:t>
            </a:r>
            <a:r>
              <a:rPr lang="en-US" sz="3200" b="1" dirty="0" err="1"/>
              <a:t>dụ</a:t>
            </a:r>
            <a:r>
              <a:rPr lang="en-US" sz="3200" b="1" dirty="0"/>
              <a:t> </a:t>
            </a:r>
            <a:r>
              <a:rPr lang="en-US" sz="3200" b="1" dirty="0" err="1"/>
              <a:t>về</a:t>
            </a:r>
            <a:r>
              <a:rPr lang="en-US" sz="3200" b="1" dirty="0"/>
              <a:t> </a:t>
            </a:r>
            <a:r>
              <a:rPr lang="en-US" sz="3200" b="1" dirty="0" err="1"/>
              <a:t>các</a:t>
            </a:r>
            <a:r>
              <a:rPr lang="en-US" sz="3200" b="1" dirty="0"/>
              <a:t> </a:t>
            </a:r>
            <a:r>
              <a:rPr lang="en-US" sz="3200" b="1" dirty="0" err="1"/>
              <a:t>tấn</a:t>
            </a:r>
            <a:r>
              <a:rPr lang="en-US" sz="3200" b="1" dirty="0"/>
              <a:t> </a:t>
            </a:r>
            <a:r>
              <a:rPr lang="en-US" sz="3200" b="1" dirty="0" err="1"/>
              <a:t>công</a:t>
            </a:r>
            <a:r>
              <a:rPr lang="en-US" sz="3200" b="1" dirty="0"/>
              <a:t> CCP (chosen ciphertext attacks)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Adversary </a:t>
            </a:r>
            <a:r>
              <a:rPr lang="en-US" dirty="0" err="1"/>
              <a:t>có</a:t>
            </a:r>
            <a:r>
              <a:rPr lang="en-US" dirty="0"/>
              <a:t> ciphertext  c 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, adv.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lừa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sz="2000" dirty="0"/>
              <a:t>(not 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 err="1"/>
              <a:t>Kẻ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  </a:t>
            </a:r>
          </a:p>
          <a:p>
            <a:pPr marL="0" indent="0">
              <a:spcBef>
                <a:spcPts val="1200"/>
              </a:spcBef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1" y="2895600"/>
            <a:ext cx="816591" cy="10668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1295400" y="2971800"/>
            <a:ext cx="3733800" cy="457200"/>
            <a:chOff x="1371600" y="3486150"/>
            <a:chExt cx="3733800" cy="457200"/>
          </a:xfrm>
        </p:grpSpPr>
        <p:grpSp>
          <p:nvGrpSpPr>
            <p:cNvPr id="6" name="Group 5"/>
            <p:cNvGrpSpPr/>
            <p:nvPr/>
          </p:nvGrpSpPr>
          <p:grpSpPr>
            <a:xfrm>
              <a:off x="2057400" y="3486150"/>
              <a:ext cx="2209800" cy="381000"/>
              <a:chOff x="2057400" y="3257550"/>
              <a:chExt cx="2209800" cy="3810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2057400" y="3257550"/>
                <a:ext cx="2209800" cy="381000"/>
              </a:xfrm>
              <a:prstGeom prst="rect">
                <a:avLst/>
              </a:prstGeom>
              <a:pattFill prst="horzBrick">
                <a:fgClr>
                  <a:schemeClr val="accent1">
                    <a:shade val="51000"/>
                    <a:satMod val="130000"/>
                  </a:schemeClr>
                </a:fgClr>
                <a:bgClr>
                  <a:srgbClr val="FF0000"/>
                </a:bgClr>
              </a:pattFill>
              <a:ln w="38100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/>
                  <a:t> </a:t>
                </a:r>
                <a:r>
                  <a:rPr lang="en-US" dirty="0" err="1"/>
                  <a:t>dest</a:t>
                </a:r>
                <a:r>
                  <a:rPr lang="en-US" dirty="0"/>
                  <a:t> = 25        data</a:t>
                </a:r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3352800" y="3257550"/>
                <a:ext cx="0" cy="381000"/>
              </a:xfrm>
              <a:prstGeom prst="line">
                <a:avLst/>
              </a:prstGeom>
              <a:ln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Arrow Connector 6"/>
            <p:cNvCxnSpPr/>
            <p:nvPr/>
          </p:nvCxnSpPr>
          <p:spPr>
            <a:xfrm>
              <a:off x="1371600" y="3943350"/>
              <a:ext cx="3733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Rectangle 10"/>
          <p:cNvSpPr/>
          <p:nvPr/>
        </p:nvSpPr>
        <p:spPr>
          <a:xfrm>
            <a:off x="6324600" y="2971800"/>
            <a:ext cx="990600" cy="381000"/>
          </a:xfrm>
          <a:prstGeom prst="rect">
            <a:avLst/>
          </a:prstGeom>
          <a:solidFill>
            <a:srgbClr val="008000"/>
          </a:solidFill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096000" y="3429000"/>
            <a:ext cx="17526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048000"/>
            <a:ext cx="685800" cy="7188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048000"/>
            <a:ext cx="685800" cy="71886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1" y="4743450"/>
            <a:ext cx="816591" cy="106680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1219200" y="4819650"/>
            <a:ext cx="3733800" cy="457200"/>
            <a:chOff x="1371600" y="3486150"/>
            <a:chExt cx="3733800" cy="457200"/>
          </a:xfrm>
        </p:grpSpPr>
        <p:sp>
          <p:nvSpPr>
            <p:cNvPr id="20" name="Rectangle 19"/>
            <p:cNvSpPr/>
            <p:nvPr/>
          </p:nvSpPr>
          <p:spPr>
            <a:xfrm>
              <a:off x="2057400" y="3486150"/>
              <a:ext cx="2209800" cy="381000"/>
            </a:xfrm>
            <a:prstGeom prst="rect">
              <a:avLst/>
            </a:prstGeom>
            <a:pattFill prst="horzBrick">
              <a:fgClr>
                <a:schemeClr val="accent1">
                  <a:shade val="51000"/>
                  <a:satMod val="130000"/>
                </a:schemeClr>
              </a:fgClr>
              <a:bgClr>
                <a:srgbClr val="FF0000"/>
              </a:bgClr>
            </a:pattFill>
            <a:ln w="3810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TCP/IP packet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1371600" y="3943350"/>
              <a:ext cx="37338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/>
          <p:nvPr/>
        </p:nvCxnSpPr>
        <p:spPr>
          <a:xfrm>
            <a:off x="6019800" y="5276850"/>
            <a:ext cx="17526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4895850"/>
            <a:ext cx="685800" cy="718868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95850"/>
            <a:ext cx="685800" cy="71886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553200" y="4819650"/>
            <a:ext cx="685800" cy="381000"/>
          </a:xfrm>
          <a:prstGeom prst="rect">
            <a:avLst/>
          </a:prstGeom>
          <a:pattFill prst="horzBrick">
            <a:fgClr>
              <a:schemeClr val="accent1">
                <a:shade val="51000"/>
                <a:satMod val="130000"/>
              </a:schemeClr>
            </a:fgClr>
            <a:bgClr>
              <a:srgbClr val="FF0000"/>
            </a:bgClr>
          </a:pattFill>
          <a:ln w="38100" cmpd="sng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3400" y="5221070"/>
            <a:ext cx="1116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if valid </a:t>
            </a:r>
            <a:br>
              <a:rPr lang="en-US" dirty="0"/>
            </a:br>
            <a:r>
              <a:rPr lang="en-US" dirty="0"/>
              <a:t>checksum</a:t>
            </a:r>
          </a:p>
        </p:txBody>
      </p:sp>
    </p:spTree>
    <p:extLst>
      <p:ext uri="{BB962C8B-B14F-4D97-AF65-F5344CB8AC3E}">
        <p14:creationId xmlns:p14="http://schemas.microsoft.com/office/powerpoint/2010/main" val="609647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Chosen </a:t>
            </a:r>
            <a:r>
              <a:rPr lang="en-US" dirty="0" err="1"/>
              <a:t>ciphertext</a:t>
            </a:r>
            <a:r>
              <a:rPr lang="en-US" dirty="0"/>
              <a:t>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Adversary’s power</a:t>
            </a:r>
            <a:r>
              <a:rPr lang="en-US" dirty="0"/>
              <a:t>:    both CPA and CCA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tuỳ</a:t>
            </a:r>
            <a:r>
              <a:rPr lang="en-US" dirty="0"/>
              <a:t> </a:t>
            </a:r>
            <a:r>
              <a:rPr lang="en-US" dirty="0" err="1"/>
              <a:t>ý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kẻ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do </a:t>
            </a:r>
            <a:r>
              <a:rPr lang="en-US" dirty="0" err="1"/>
              <a:t>kẻ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Adversary’s goal</a:t>
            </a:r>
            <a:r>
              <a:rPr lang="en-US" dirty="0"/>
              <a:t>:    Break sematic 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69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Chosen </a:t>
            </a:r>
            <a:r>
              <a:rPr lang="en-US" sz="3600" dirty="0" err="1"/>
              <a:t>ciphertext</a:t>
            </a:r>
            <a:r>
              <a:rPr lang="en-US" sz="3600" dirty="0"/>
              <a:t> security:  definition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astellar" pitchFamily="18" charset="0"/>
              </a:rPr>
              <a:t>E </a:t>
            </a:r>
            <a:r>
              <a:rPr lang="en-US" dirty="0"/>
              <a:t>= (E,D)  cipher defined over  (K,M,C)</a:t>
            </a:r>
            <a:r>
              <a:rPr lang="en-US" dirty="0">
                <a:latin typeface="Castellar" pitchFamily="18" charset="0"/>
              </a:rPr>
              <a:t>.    </a:t>
            </a:r>
            <a:r>
              <a:rPr lang="en-US" dirty="0"/>
              <a:t>For   b=0,1   define EXP(b):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 marL="0" indent="0">
              <a:spcBef>
                <a:spcPct val="100000"/>
              </a:spcBef>
              <a:buNone/>
            </a:pPr>
            <a:endParaRPr lang="en-US" dirty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295400" y="2362200"/>
            <a:ext cx="1295400" cy="3276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 flipV="1">
            <a:off x="76200" y="2964359"/>
            <a:ext cx="1219200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76201" y="2597945"/>
            <a:ext cx="3463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6477000" y="2362200"/>
            <a:ext cx="1295400" cy="327660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Adv.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1600201" y="2831068"/>
            <a:ext cx="637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k</a:t>
            </a:r>
            <a:r>
              <a:rPr lang="en-US" dirty="0" err="1">
                <a:sym typeface="Symbol" pitchFamily="18" charset="2"/>
              </a:rPr>
              <a:t>K</a:t>
            </a:r>
            <a:endParaRPr lang="en-US" b="1" dirty="0">
              <a:cs typeface="Arial" charset="0"/>
              <a:sym typeface="Symbol" pitchFamily="18" charset="2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772401" y="5024736"/>
            <a:ext cx="1295053" cy="461665"/>
            <a:chOff x="7772400" y="2647950"/>
            <a:chExt cx="1295053" cy="461665"/>
          </a:xfrm>
        </p:grpSpPr>
        <p:sp>
          <p:nvSpPr>
            <p:cNvPr id="15374" name="Line 14"/>
            <p:cNvSpPr>
              <a:spLocks noChangeShapeType="1"/>
            </p:cNvSpPr>
            <p:nvPr/>
          </p:nvSpPr>
          <p:spPr bwMode="auto">
            <a:xfrm flipV="1">
              <a:off x="7772400" y="310515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Text Box 15"/>
            <p:cNvSpPr txBox="1">
              <a:spLocks noChangeArrowheads="1"/>
            </p:cNvSpPr>
            <p:nvPr/>
          </p:nvSpPr>
          <p:spPr bwMode="auto">
            <a:xfrm>
              <a:off x="7848600" y="2647950"/>
              <a:ext cx="1218853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b’ </a:t>
              </a:r>
              <a:r>
                <a:rPr lang="en-US" sz="2000" dirty="0">
                  <a:sym typeface="Symbol" pitchFamily="18" charset="2"/>
                </a:rPr>
                <a:t> {0,1}</a:t>
              </a:r>
              <a:endParaRPr lang="en-US" sz="2000" dirty="0"/>
            </a:p>
          </p:txBody>
        </p:sp>
      </p:grpSp>
      <p:sp>
        <p:nvSpPr>
          <p:cNvPr id="15376" name="Rectangle 16"/>
          <p:cNvSpPr>
            <a:spLocks noChangeArrowheads="1"/>
          </p:cNvSpPr>
          <p:nvPr/>
        </p:nvSpPr>
        <p:spPr bwMode="auto">
          <a:xfrm>
            <a:off x="609600" y="2057400"/>
            <a:ext cx="7924800" cy="38100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2667000" y="3124200"/>
            <a:ext cx="3810000" cy="400110"/>
            <a:chOff x="2667000" y="2376632"/>
            <a:chExt cx="3810000" cy="400110"/>
          </a:xfrm>
        </p:grpSpPr>
        <p:sp>
          <p:nvSpPr>
            <p:cNvPr id="31" name="Line 9"/>
            <p:cNvSpPr>
              <a:spLocks noChangeShapeType="1"/>
            </p:cNvSpPr>
            <p:nvPr/>
          </p:nvSpPr>
          <p:spPr bwMode="auto">
            <a:xfrm flipH="1">
              <a:off x="2667000" y="2771772"/>
              <a:ext cx="381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 Box 10"/>
            <p:cNvSpPr txBox="1">
              <a:spLocks noChangeArrowheads="1"/>
            </p:cNvSpPr>
            <p:nvPr/>
          </p:nvSpPr>
          <p:spPr bwMode="auto">
            <a:xfrm>
              <a:off x="3048000" y="2376632"/>
              <a:ext cx="3287857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m</a:t>
              </a:r>
              <a:r>
                <a:rPr lang="en-US" sz="2000" baseline="-25000" dirty="0"/>
                <a:t>i,0</a:t>
              </a:r>
              <a:r>
                <a:rPr lang="en-US" sz="2000" dirty="0"/>
                <a:t> , m</a:t>
              </a:r>
              <a:r>
                <a:rPr lang="en-US" sz="2000" baseline="-25000" dirty="0"/>
                <a:t>i,1  </a:t>
              </a:r>
              <a:r>
                <a:rPr lang="en-US" dirty="0">
                  <a:sym typeface="Symbol" pitchFamily="18" charset="2"/>
                </a:rPr>
                <a:t> M :    |m</a:t>
              </a:r>
              <a:r>
                <a:rPr lang="en-US" baseline="-25000" dirty="0">
                  <a:sym typeface="Symbol" pitchFamily="18" charset="2"/>
                </a:rPr>
                <a:t>i,0</a:t>
              </a:r>
              <a:r>
                <a:rPr lang="en-US" dirty="0">
                  <a:sym typeface="Symbol" pitchFamily="18" charset="2"/>
                </a:rPr>
                <a:t>| = |m</a:t>
              </a:r>
              <a:r>
                <a:rPr lang="en-US" baseline="-25000" dirty="0">
                  <a:sym typeface="Symbol" pitchFamily="18" charset="2"/>
                </a:rPr>
                <a:t>i,1</a:t>
              </a:r>
              <a:r>
                <a:rPr lang="en-US" dirty="0">
                  <a:sym typeface="Symbol" pitchFamily="18" charset="2"/>
                </a:rPr>
                <a:t>|</a:t>
              </a:r>
            </a:p>
          </p:txBody>
        </p:sp>
      </p:grpSp>
      <p:grpSp>
        <p:nvGrpSpPr>
          <p:cNvPr id="33" name="Group 11"/>
          <p:cNvGrpSpPr>
            <a:grpSpLocks/>
          </p:cNvGrpSpPr>
          <p:nvPr/>
        </p:nvGrpSpPr>
        <p:grpSpPr bwMode="auto">
          <a:xfrm>
            <a:off x="2667000" y="3581400"/>
            <a:ext cx="3733800" cy="400050"/>
            <a:chOff x="1776" y="2194"/>
            <a:chExt cx="2352" cy="336"/>
          </a:xfrm>
        </p:grpSpPr>
        <p:sp>
          <p:nvSpPr>
            <p:cNvPr id="34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Box 13"/>
            <p:cNvSpPr txBox="1">
              <a:spLocks noChangeArrowheads="1"/>
            </p:cNvSpPr>
            <p:nvPr/>
          </p:nvSpPr>
          <p:spPr bwMode="auto">
            <a:xfrm>
              <a:off x="2440" y="2194"/>
              <a:ext cx="964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c</a:t>
              </a:r>
              <a:r>
                <a:rPr lang="en-US" sz="2000" baseline="-25000" dirty="0"/>
                <a:t>i</a:t>
              </a:r>
              <a:r>
                <a:rPr lang="en-US" sz="2000" dirty="0"/>
                <a:t> </a:t>
              </a:r>
              <a:r>
                <a:rPr lang="en-US" dirty="0">
                  <a:sym typeface="Symbol" pitchFamily="18" charset="2"/>
                </a:rPr>
                <a:t> </a:t>
              </a:r>
              <a:r>
                <a:rPr lang="en-US" dirty="0"/>
                <a:t>E(k,</a:t>
              </a:r>
              <a:r>
                <a:rPr lang="en-US" sz="2000" b="1" dirty="0"/>
                <a:t> </a:t>
              </a:r>
              <a:r>
                <a:rPr lang="en-US" sz="2000" b="1" dirty="0" err="1"/>
                <a:t>m</a:t>
              </a:r>
              <a:r>
                <a:rPr lang="en-US" sz="2000" b="1" baseline="-25000" dirty="0" err="1"/>
                <a:t>i,b</a:t>
              </a:r>
              <a:r>
                <a:rPr lang="en-US" dirty="0"/>
                <a:t>)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2667001" y="2286001"/>
            <a:ext cx="193356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for </a:t>
            </a:r>
            <a:r>
              <a:rPr lang="en-US" sz="2000" dirty="0" err="1"/>
              <a:t>i</a:t>
            </a:r>
            <a:r>
              <a:rPr lang="en-US" sz="2000" dirty="0"/>
              <a:t>=1,…,q: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  (1)   </a:t>
            </a:r>
            <a:r>
              <a:rPr lang="en-US" sz="2000" b="1" dirty="0"/>
              <a:t>CPA query:</a:t>
            </a:r>
          </a:p>
          <a:p>
            <a:pPr>
              <a:spcBef>
                <a:spcPts val="1200"/>
              </a:spcBef>
            </a:pPr>
            <a:endParaRPr lang="en-US" sz="2000" dirty="0"/>
          </a:p>
          <a:p>
            <a:pPr>
              <a:spcBef>
                <a:spcPts val="1200"/>
              </a:spcBef>
            </a:pPr>
            <a:endParaRPr lang="en-US" sz="2000" dirty="0"/>
          </a:p>
          <a:p>
            <a:pPr>
              <a:spcBef>
                <a:spcPts val="1200"/>
              </a:spcBef>
            </a:pPr>
            <a:r>
              <a:rPr lang="en-US" sz="2000" dirty="0"/>
              <a:t>  (2)   </a:t>
            </a:r>
            <a:r>
              <a:rPr lang="en-US" sz="2000" b="1" dirty="0"/>
              <a:t>CCA query: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819400" y="4552950"/>
            <a:ext cx="3581400" cy="400110"/>
            <a:chOff x="2667000" y="2376632"/>
            <a:chExt cx="3581400" cy="400110"/>
          </a:xfrm>
        </p:grpSpPr>
        <p:sp>
          <p:nvSpPr>
            <p:cNvPr id="22" name="Line 9"/>
            <p:cNvSpPr>
              <a:spLocks noChangeShapeType="1"/>
            </p:cNvSpPr>
            <p:nvPr/>
          </p:nvSpPr>
          <p:spPr bwMode="auto">
            <a:xfrm flipH="1" flipV="1">
              <a:off x="2667000" y="2771772"/>
              <a:ext cx="3581400" cy="49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10"/>
            <p:cNvSpPr txBox="1">
              <a:spLocks noChangeArrowheads="1"/>
            </p:cNvSpPr>
            <p:nvPr/>
          </p:nvSpPr>
          <p:spPr bwMode="auto">
            <a:xfrm>
              <a:off x="3048000" y="2376632"/>
              <a:ext cx="245612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c</a:t>
              </a:r>
              <a:r>
                <a:rPr lang="en-US" sz="2000" baseline="-25000" dirty="0"/>
                <a:t>i</a:t>
              </a:r>
              <a:r>
                <a:rPr lang="en-US" sz="2000" dirty="0"/>
                <a:t> </a:t>
              </a:r>
              <a:r>
                <a:rPr lang="en-US" dirty="0">
                  <a:sym typeface="Symbol" pitchFamily="18" charset="2"/>
                </a:rPr>
                <a:t> C :     c</a:t>
              </a:r>
              <a:r>
                <a:rPr lang="en-US" baseline="-25000" dirty="0">
                  <a:sym typeface="Symbol" pitchFamily="18" charset="2"/>
                </a:rPr>
                <a:t>i</a:t>
              </a:r>
              <a:r>
                <a:rPr lang="en-US" dirty="0">
                  <a:sym typeface="Symbol" pitchFamily="18" charset="2"/>
                </a:rPr>
                <a:t> ∉ {c</a:t>
              </a:r>
              <a:r>
                <a:rPr lang="en-US" baseline="-25000" dirty="0">
                  <a:sym typeface="Symbol" pitchFamily="18" charset="2"/>
                </a:rPr>
                <a:t>1</a:t>
              </a:r>
              <a:r>
                <a:rPr lang="en-US" dirty="0">
                  <a:sym typeface="Symbol" pitchFamily="18" charset="2"/>
                </a:rPr>
                <a:t>, …, c</a:t>
              </a:r>
              <a:r>
                <a:rPr lang="en-US" baseline="-25000" dirty="0">
                  <a:sym typeface="Symbol" pitchFamily="18" charset="2"/>
                </a:rPr>
                <a:t>i-1</a:t>
              </a:r>
              <a:r>
                <a:rPr lang="en-US" dirty="0">
                  <a:sym typeface="Symbol" pitchFamily="18" charset="2"/>
                </a:rPr>
                <a:t>}</a:t>
              </a:r>
            </a:p>
          </p:txBody>
        </p:sp>
      </p:grpSp>
      <p:grpSp>
        <p:nvGrpSpPr>
          <p:cNvPr id="24" name="Group 11"/>
          <p:cNvGrpSpPr>
            <a:grpSpLocks/>
          </p:cNvGrpSpPr>
          <p:nvPr/>
        </p:nvGrpSpPr>
        <p:grpSpPr bwMode="auto">
          <a:xfrm>
            <a:off x="2819400" y="5010150"/>
            <a:ext cx="3505200" cy="400050"/>
            <a:chOff x="1776" y="2194"/>
            <a:chExt cx="2208" cy="336"/>
          </a:xfrm>
        </p:grpSpPr>
        <p:sp>
          <p:nvSpPr>
            <p:cNvPr id="25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Box 13"/>
            <p:cNvSpPr txBox="1">
              <a:spLocks noChangeArrowheads="1"/>
            </p:cNvSpPr>
            <p:nvPr/>
          </p:nvSpPr>
          <p:spPr bwMode="auto">
            <a:xfrm>
              <a:off x="2440" y="2194"/>
              <a:ext cx="921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m</a:t>
              </a:r>
              <a:r>
                <a:rPr lang="en-US" sz="2000" baseline="-25000" dirty="0"/>
                <a:t>i</a:t>
              </a:r>
              <a:r>
                <a:rPr lang="en-US" sz="2000" dirty="0"/>
                <a:t> </a:t>
              </a:r>
              <a:r>
                <a:rPr lang="en-US" dirty="0">
                  <a:sym typeface="Symbol" pitchFamily="18" charset="2"/>
                </a:rPr>
                <a:t> D</a:t>
              </a:r>
              <a:r>
                <a:rPr lang="en-US" dirty="0"/>
                <a:t>(k,</a:t>
              </a:r>
              <a:r>
                <a:rPr lang="en-US" sz="2000" b="1" dirty="0"/>
                <a:t> c</a:t>
              </a:r>
              <a:r>
                <a:rPr lang="en-US" sz="2000" b="1" baseline="-25000" dirty="0"/>
                <a:t>i</a:t>
              </a:r>
              <a:r>
                <a:rPr lang="en-US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528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Chosen </a:t>
            </a:r>
            <a:r>
              <a:rPr lang="en-US" dirty="0" err="1"/>
              <a:t>ciphertext</a:t>
            </a:r>
            <a:r>
              <a:rPr lang="en-US" dirty="0"/>
              <a:t> security: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astellar" pitchFamily="18" charset="0"/>
              </a:rPr>
              <a:t>E</a:t>
            </a:r>
            <a:r>
              <a:rPr lang="en-US" dirty="0"/>
              <a:t> is CCA secure if for all “efficient”  A:</a:t>
            </a:r>
            <a:br>
              <a:rPr lang="en-US" dirty="0"/>
            </a:br>
            <a:r>
              <a:rPr lang="en-US" dirty="0"/>
              <a:t>     </a:t>
            </a:r>
            <a:r>
              <a:rPr lang="en-US" dirty="0" err="1">
                <a:solidFill>
                  <a:schemeClr val="accent2"/>
                </a:solidFill>
              </a:rPr>
              <a:t>Adv</a:t>
            </a:r>
            <a:r>
              <a:rPr lang="en-US" baseline="-25000" dirty="0" err="1">
                <a:solidFill>
                  <a:schemeClr val="accent2"/>
                </a:solidFill>
              </a:rPr>
              <a:t>CCA</a:t>
            </a:r>
            <a:r>
              <a:rPr lang="en-US" dirty="0">
                <a:solidFill>
                  <a:schemeClr val="accent2"/>
                </a:solidFill>
              </a:rPr>
              <a:t> [A,</a:t>
            </a:r>
            <a:r>
              <a:rPr lang="en-US" dirty="0">
                <a:latin typeface="Castellar" pitchFamily="18" charset="0"/>
              </a:rPr>
              <a:t>E</a:t>
            </a:r>
            <a:r>
              <a:rPr lang="en-US" dirty="0">
                <a:solidFill>
                  <a:schemeClr val="accent2"/>
                </a:solidFill>
              </a:rPr>
              <a:t>]  =  </a:t>
            </a:r>
            <a:r>
              <a:rPr lang="en-US" sz="3600" dirty="0">
                <a:solidFill>
                  <a:schemeClr val="accent2"/>
                </a:solidFill>
              </a:rPr>
              <a:t>|</a:t>
            </a:r>
            <a:r>
              <a:rPr lang="en-US" dirty="0" err="1">
                <a:solidFill>
                  <a:schemeClr val="accent2"/>
                </a:solidFill>
              </a:rPr>
              <a:t>Pr</a:t>
            </a:r>
            <a:r>
              <a:rPr lang="en-US" dirty="0">
                <a:solidFill>
                  <a:schemeClr val="accent2"/>
                </a:solidFill>
              </a:rPr>
              <a:t>[EXP(0)=1] – </a:t>
            </a:r>
            <a:r>
              <a:rPr lang="en-US" dirty="0" err="1">
                <a:solidFill>
                  <a:schemeClr val="accent2"/>
                </a:solidFill>
              </a:rPr>
              <a:t>Pr</a:t>
            </a:r>
            <a:r>
              <a:rPr lang="en-US" dirty="0">
                <a:solidFill>
                  <a:schemeClr val="accent2"/>
                </a:solidFill>
              </a:rPr>
              <a:t>[EXP(1)=1] </a:t>
            </a:r>
            <a:r>
              <a:rPr lang="en-US" sz="3600" dirty="0">
                <a:solidFill>
                  <a:schemeClr val="accent2"/>
                </a:solidFill>
              </a:rPr>
              <a:t>|  </a:t>
            </a:r>
            <a:r>
              <a:rPr lang="en-US" dirty="0"/>
              <a:t>is “negligible.”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b="1" dirty="0"/>
              <a:t>Example</a:t>
            </a:r>
            <a:r>
              <a:rPr lang="en-US" dirty="0"/>
              <a:t>:    CBC with rand. IV is not CCA-secure</a:t>
            </a:r>
          </a:p>
          <a:p>
            <a:endParaRPr lang="en-US" dirty="0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524000" y="4158496"/>
            <a:ext cx="1295400" cy="144780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Chal.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304800" y="4760655"/>
            <a:ext cx="1219200" cy="1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04801" y="4394241"/>
            <a:ext cx="3463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705600" y="4158496"/>
            <a:ext cx="1295400" cy="1371600"/>
          </a:xfrm>
          <a:prstGeom prst="rect">
            <a:avLst/>
          </a:prstGeom>
          <a:solidFill>
            <a:srgbClr val="FAC09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/>
            <a:r>
              <a:rPr lang="en-US"/>
              <a:t>Adv.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828801" y="4627364"/>
            <a:ext cx="6373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/>
              <a:t>k</a:t>
            </a:r>
            <a:r>
              <a:rPr lang="en-US" dirty="0" err="1">
                <a:sym typeface="Symbol" pitchFamily="18" charset="2"/>
              </a:rPr>
              <a:t>K</a:t>
            </a:r>
            <a:endParaRPr lang="en-US" b="1" dirty="0">
              <a:cs typeface="Arial" charset="0"/>
              <a:sym typeface="Symbol" pitchFamily="18" charset="2"/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838200" y="3853696"/>
            <a:ext cx="7924800" cy="19812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895600" y="3886200"/>
            <a:ext cx="3810000" cy="400110"/>
            <a:chOff x="2667000" y="2376632"/>
            <a:chExt cx="3810000" cy="400110"/>
          </a:xfrm>
        </p:grpSpPr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H="1">
              <a:off x="2667000" y="2771772"/>
              <a:ext cx="381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3048000" y="2376632"/>
              <a:ext cx="290550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m</a:t>
              </a:r>
              <a:r>
                <a:rPr lang="en-US" sz="2000" baseline="-25000" dirty="0"/>
                <a:t>0</a:t>
              </a:r>
              <a:r>
                <a:rPr lang="en-US" sz="2000" dirty="0"/>
                <a:t> , m</a:t>
              </a:r>
              <a:r>
                <a:rPr lang="en-US" sz="2000" baseline="-25000" dirty="0"/>
                <a:t>1  </a:t>
              </a:r>
              <a:r>
                <a:rPr lang="en-US" dirty="0">
                  <a:sym typeface="Symbol" pitchFamily="18" charset="2"/>
                </a:rPr>
                <a:t> :       |m</a:t>
              </a:r>
              <a:r>
                <a:rPr lang="en-US" baseline="-25000" dirty="0">
                  <a:sym typeface="Symbol" pitchFamily="18" charset="2"/>
                </a:rPr>
                <a:t>0</a:t>
              </a:r>
              <a:r>
                <a:rPr lang="en-US" dirty="0">
                  <a:sym typeface="Symbol" pitchFamily="18" charset="2"/>
                </a:rPr>
                <a:t>| = |m</a:t>
              </a:r>
              <a:r>
                <a:rPr lang="en-US" baseline="-25000" dirty="0">
                  <a:sym typeface="Symbol" pitchFamily="18" charset="2"/>
                </a:rPr>
                <a:t>1</a:t>
              </a:r>
              <a:r>
                <a:rPr lang="en-US" dirty="0">
                  <a:sym typeface="Symbol" pitchFamily="18" charset="2"/>
                </a:rPr>
                <a:t>|=1</a:t>
              </a:r>
            </a:p>
          </p:txBody>
        </p:sp>
      </p:grpSp>
      <p:grpSp>
        <p:nvGrpSpPr>
          <p:cNvPr id="16" name="Group 11"/>
          <p:cNvGrpSpPr>
            <a:grpSpLocks/>
          </p:cNvGrpSpPr>
          <p:nvPr/>
        </p:nvGrpSpPr>
        <p:grpSpPr bwMode="auto">
          <a:xfrm>
            <a:off x="2895600" y="4324350"/>
            <a:ext cx="3733800" cy="400050"/>
            <a:chOff x="1776" y="2194"/>
            <a:chExt cx="2352" cy="336"/>
          </a:xfrm>
        </p:grpSpPr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2208" y="2194"/>
              <a:ext cx="1524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/>
                <a:t>c </a:t>
              </a:r>
              <a:r>
                <a:rPr lang="en-US" dirty="0">
                  <a:sym typeface="Symbol" pitchFamily="18" charset="2"/>
                </a:rPr>
                <a:t> </a:t>
              </a:r>
              <a:r>
                <a:rPr lang="en-US" dirty="0"/>
                <a:t>E(k,</a:t>
              </a:r>
              <a:r>
                <a:rPr lang="en-US" sz="2000" b="1" dirty="0"/>
                <a:t> </a:t>
              </a:r>
              <a:r>
                <a:rPr lang="en-US" sz="2000" b="1" dirty="0" err="1"/>
                <a:t>m</a:t>
              </a:r>
              <a:r>
                <a:rPr lang="en-US" sz="2000" b="1" baseline="-25000" dirty="0" err="1"/>
                <a:t>b</a:t>
              </a:r>
              <a:r>
                <a:rPr lang="en-US" dirty="0"/>
                <a:t>) = (IV, c[0])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895600" y="4876800"/>
            <a:ext cx="3810000" cy="400110"/>
            <a:chOff x="2667000" y="2376632"/>
            <a:chExt cx="3810000" cy="400110"/>
          </a:xfrm>
        </p:grpSpPr>
        <p:sp>
          <p:nvSpPr>
            <p:cNvPr id="27" name="Line 9"/>
            <p:cNvSpPr>
              <a:spLocks noChangeShapeType="1"/>
            </p:cNvSpPr>
            <p:nvPr/>
          </p:nvSpPr>
          <p:spPr bwMode="auto">
            <a:xfrm flipH="1">
              <a:off x="2667000" y="2771772"/>
              <a:ext cx="381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Box 10"/>
            <p:cNvSpPr txBox="1">
              <a:spLocks noChangeArrowheads="1"/>
            </p:cNvSpPr>
            <p:nvPr/>
          </p:nvSpPr>
          <p:spPr bwMode="auto">
            <a:xfrm>
              <a:off x="3655235" y="2376632"/>
              <a:ext cx="184477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sym typeface="Symbol" pitchFamily="18" charset="2"/>
                </a:rPr>
                <a:t>c’ = (IV⨁1, c[0])</a:t>
              </a:r>
            </a:p>
          </p:txBody>
        </p:sp>
      </p:grpSp>
      <p:grpSp>
        <p:nvGrpSpPr>
          <p:cNvPr id="29" name="Group 11"/>
          <p:cNvGrpSpPr>
            <a:grpSpLocks/>
          </p:cNvGrpSpPr>
          <p:nvPr/>
        </p:nvGrpSpPr>
        <p:grpSpPr bwMode="auto">
          <a:xfrm>
            <a:off x="2895600" y="5314954"/>
            <a:ext cx="3733800" cy="461963"/>
            <a:chOff x="1776" y="2194"/>
            <a:chExt cx="2352" cy="388"/>
          </a:xfrm>
        </p:grpSpPr>
        <p:sp>
          <p:nvSpPr>
            <p:cNvPr id="30" name="Line 12"/>
            <p:cNvSpPr>
              <a:spLocks noChangeShapeType="1"/>
            </p:cNvSpPr>
            <p:nvPr/>
          </p:nvSpPr>
          <p:spPr bwMode="auto">
            <a:xfrm>
              <a:off x="1776" y="2274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Box 13"/>
            <p:cNvSpPr txBox="1">
              <a:spLocks noChangeArrowheads="1"/>
            </p:cNvSpPr>
            <p:nvPr/>
          </p:nvSpPr>
          <p:spPr bwMode="auto">
            <a:xfrm>
              <a:off x="2448" y="2194"/>
              <a:ext cx="1169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000" dirty="0">
                  <a:sym typeface="Symbol" pitchFamily="18" charset="2"/>
                </a:rPr>
                <a:t>D</a:t>
              </a:r>
              <a:r>
                <a:rPr lang="en-US" sz="2000" dirty="0"/>
                <a:t>(k,</a:t>
              </a:r>
              <a:r>
                <a:rPr lang="en-US" sz="2400" b="1" dirty="0"/>
                <a:t> c’</a:t>
              </a:r>
              <a:r>
                <a:rPr lang="en-US" sz="2000" dirty="0"/>
                <a:t>) = m</a:t>
              </a:r>
              <a:r>
                <a:rPr lang="en-US" sz="2000" baseline="-25000" dirty="0"/>
                <a:t>b</a:t>
              </a:r>
              <a:r>
                <a:rPr lang="en-US" sz="2000" dirty="0">
                  <a:sym typeface="Symbol" pitchFamily="18" charset="2"/>
                </a:rPr>
                <a:t>⨁1</a:t>
              </a:r>
              <a:endParaRPr lang="en-US" sz="2000" dirty="0"/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001347" y="5024736"/>
            <a:ext cx="1066800" cy="461665"/>
            <a:chOff x="7772400" y="2647950"/>
            <a:chExt cx="1066800" cy="461665"/>
          </a:xfrm>
        </p:grpSpPr>
        <p:sp>
          <p:nvSpPr>
            <p:cNvPr id="33" name="Line 14"/>
            <p:cNvSpPr>
              <a:spLocks noChangeShapeType="1"/>
            </p:cNvSpPr>
            <p:nvPr/>
          </p:nvSpPr>
          <p:spPr bwMode="auto">
            <a:xfrm flipV="1">
              <a:off x="7772400" y="3105150"/>
              <a:ext cx="1066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Box 15"/>
            <p:cNvSpPr txBox="1">
              <a:spLocks noChangeArrowheads="1"/>
            </p:cNvSpPr>
            <p:nvPr/>
          </p:nvSpPr>
          <p:spPr bwMode="auto">
            <a:xfrm>
              <a:off x="7848600" y="2647950"/>
              <a:ext cx="346369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400" dirty="0"/>
                <a:t>b</a:t>
              </a:r>
              <a:endParaRPr lang="en-US" sz="2000" dirty="0"/>
            </a:p>
          </p:txBody>
        </p:sp>
      </p:grpSp>
      <p:cxnSp>
        <p:nvCxnSpPr>
          <p:cNvPr id="11" name="Straight Connector 10"/>
          <p:cNvCxnSpPr/>
          <p:nvPr/>
        </p:nvCxnSpPr>
        <p:spPr>
          <a:xfrm>
            <a:off x="0" y="3124200"/>
            <a:ext cx="9144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08F0787-D662-1E4D-B5B1-3C04D4F3D90C}"/>
              </a:ext>
            </a:extLst>
          </p:cNvPr>
          <p:cNvSpPr txBox="1"/>
          <p:nvPr/>
        </p:nvSpPr>
        <p:spPr>
          <a:xfrm>
            <a:off x="6994690" y="4812031"/>
            <a:ext cx="914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Learn b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4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Authenticated enc. ⇒ CCA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lnSpc>
                <a:spcPts val="3600"/>
              </a:lnSpc>
              <a:spcBef>
                <a:spcPts val="0"/>
              </a:spcBef>
              <a:buNone/>
            </a:pPr>
            <a:r>
              <a:rPr lang="en-US" b="1" u="sng" dirty="0" err="1"/>
              <a:t>Thm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(E,D)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AE, </a:t>
            </a:r>
            <a:r>
              <a:rPr lang="en-US" dirty="0" err="1"/>
              <a:t>thì</a:t>
            </a:r>
            <a:r>
              <a:rPr lang="en-US" dirty="0"/>
              <a:t> (E,D) </a:t>
            </a:r>
            <a:r>
              <a:rPr lang="en-US" dirty="0" err="1"/>
              <a:t>là</a:t>
            </a:r>
            <a:r>
              <a:rPr lang="en-US" dirty="0"/>
              <a:t> CCA secure!</a:t>
            </a:r>
          </a:p>
          <a:p>
            <a:pPr marL="0" indent="0">
              <a:buNone/>
            </a:pPr>
            <a:r>
              <a:rPr lang="en-US" dirty="0"/>
              <a:t>In particular, for any q-query eff. A there exist eff. B</a:t>
            </a:r>
            <a:r>
              <a:rPr lang="en-US" baseline="-25000" dirty="0"/>
              <a:t>1</a:t>
            </a:r>
            <a:r>
              <a:rPr lang="en-US" dirty="0"/>
              <a:t>, B</a:t>
            </a:r>
            <a:r>
              <a:rPr lang="en-US" baseline="-25000" dirty="0"/>
              <a:t>2</a:t>
            </a:r>
            <a:r>
              <a:rPr lang="en-US" dirty="0"/>
              <a:t>  </a:t>
            </a:r>
            <a:r>
              <a:rPr lang="en-US" dirty="0" err="1"/>
              <a:t>s.t.</a:t>
            </a:r>
            <a:endParaRPr lang="en-US" dirty="0"/>
          </a:p>
          <a:p>
            <a:pPr marL="0" indent="0">
              <a:spcBef>
                <a:spcPts val="1824"/>
              </a:spcBef>
              <a:buNone/>
            </a:pPr>
            <a:r>
              <a:rPr lang="en-US" dirty="0"/>
              <a:t>	</a:t>
            </a:r>
            <a:r>
              <a:rPr lang="en-US" dirty="0" err="1"/>
              <a:t>Adv</a:t>
            </a:r>
            <a:r>
              <a:rPr lang="en-US" baseline="-25000" dirty="0" err="1"/>
              <a:t>CCA</a:t>
            </a:r>
            <a:r>
              <a:rPr lang="en-US" dirty="0"/>
              <a:t>[A,E] ≤ 2q⋅Adv</a:t>
            </a:r>
            <a:r>
              <a:rPr lang="en-US" baseline="-25000" dirty="0"/>
              <a:t>CI</a:t>
            </a:r>
            <a:r>
              <a:rPr lang="en-US" dirty="0"/>
              <a:t>[B</a:t>
            </a:r>
            <a:r>
              <a:rPr lang="en-US" baseline="-25000" dirty="0"/>
              <a:t>1</a:t>
            </a:r>
            <a:r>
              <a:rPr lang="en-US" dirty="0"/>
              <a:t>,E] + </a:t>
            </a:r>
            <a:r>
              <a:rPr lang="en-US" dirty="0" err="1"/>
              <a:t>Adv</a:t>
            </a:r>
            <a:r>
              <a:rPr lang="en-US" baseline="-25000" dirty="0" err="1"/>
              <a:t>CPA</a:t>
            </a:r>
            <a:r>
              <a:rPr lang="en-US" dirty="0"/>
              <a:t>[B</a:t>
            </a:r>
            <a:r>
              <a:rPr lang="en-US" baseline="-25000" dirty="0"/>
              <a:t>2</a:t>
            </a:r>
            <a:r>
              <a:rPr lang="en-US" dirty="0"/>
              <a:t>,E]</a:t>
            </a:r>
          </a:p>
        </p:txBody>
      </p:sp>
    </p:spTree>
    <p:extLst>
      <p:ext uri="{BB962C8B-B14F-4D97-AF65-F5344CB8AC3E}">
        <p14:creationId xmlns:p14="http://schemas.microsoft.com/office/powerpoint/2010/main" val="38873555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by pictures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C91E6-1FAD-B675-325E-B6CC16063A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49" name="Group 48"/>
          <p:cNvGrpSpPr/>
          <p:nvPr/>
        </p:nvGrpSpPr>
        <p:grpSpPr>
          <a:xfrm>
            <a:off x="152400" y="1447800"/>
            <a:ext cx="4038600" cy="2057400"/>
            <a:chOff x="152400" y="895350"/>
            <a:chExt cx="4038600" cy="2057400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304800" y="1047750"/>
              <a:ext cx="609600" cy="167640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/>
              <a:r>
                <a:rPr lang="en-US"/>
                <a:t>Chal.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3429000" y="1047750"/>
              <a:ext cx="609600" cy="167640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/>
              <a:r>
                <a:rPr lang="en-US"/>
                <a:t>Adv.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279400" y="1733550"/>
              <a:ext cx="6373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err="1"/>
                <a:t>k</a:t>
              </a:r>
              <a:r>
                <a:rPr lang="en-US" dirty="0" err="1">
                  <a:sym typeface="Symbol" pitchFamily="18" charset="2"/>
                </a:rPr>
                <a:t>K</a:t>
              </a:r>
              <a:endParaRPr lang="en-US" b="1" dirty="0">
                <a:cs typeface="Arial" charset="0"/>
                <a:sym typeface="Symbol" pitchFamily="18" charset="2"/>
              </a:endParaRPr>
            </a:p>
          </p:txBody>
        </p:sp>
        <p:sp>
          <p:nvSpPr>
            <p:cNvPr id="12" name="Rectangle 16"/>
            <p:cNvSpPr>
              <a:spLocks noChangeArrowheads="1"/>
            </p:cNvSpPr>
            <p:nvPr/>
          </p:nvSpPr>
          <p:spPr bwMode="auto">
            <a:xfrm>
              <a:off x="152400" y="895350"/>
              <a:ext cx="4038600" cy="205740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14400" y="1047750"/>
              <a:ext cx="2400942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2000" b="1" dirty="0"/>
                <a:t>CPA query:  </a:t>
              </a:r>
              <a:r>
                <a:rPr lang="en-US" sz="2000" dirty="0"/>
                <a:t>m</a:t>
              </a:r>
              <a:r>
                <a:rPr lang="en-US" sz="2000" baseline="-25000" dirty="0"/>
                <a:t>i,0</a:t>
              </a:r>
              <a:r>
                <a:rPr lang="en-US" sz="2000" dirty="0"/>
                <a:t> , m</a:t>
              </a:r>
              <a:r>
                <a:rPr lang="en-US" sz="2000" baseline="-25000" dirty="0"/>
                <a:t>i,1 </a:t>
              </a:r>
              <a:endParaRPr lang="en-US" sz="2000" b="1" dirty="0"/>
            </a:p>
            <a:p>
              <a:pPr>
                <a:spcBef>
                  <a:spcPts val="2400"/>
                </a:spcBef>
              </a:pPr>
              <a:endParaRPr lang="en-US" sz="2000" b="1" dirty="0"/>
            </a:p>
            <a:p>
              <a:r>
                <a:rPr lang="en-US" sz="2000" b="1" dirty="0"/>
                <a:t>CCA query:  </a:t>
              </a:r>
              <a:r>
                <a:rPr lang="en-US" sz="2400" dirty="0"/>
                <a:t>c</a:t>
              </a:r>
              <a:r>
                <a:rPr lang="en-US" sz="2400" baseline="-25000" dirty="0"/>
                <a:t>i</a:t>
              </a:r>
              <a:r>
                <a:rPr lang="en-US" sz="2000" dirty="0">
                  <a:sym typeface="Symbol" pitchFamily="18" charset="2"/>
                </a:rPr>
                <a:t> </a:t>
              </a:r>
              <a:endParaRPr lang="en-US" sz="2000" b="1" dirty="0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H="1">
              <a:off x="990600" y="1479550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990600" y="1657350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1600200" y="1555750"/>
              <a:ext cx="1209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/>
                <a:t>i</a:t>
              </a:r>
              <a:r>
                <a:rPr lang="en-US" dirty="0"/>
                <a:t>=E(k,m</a:t>
              </a:r>
              <a:r>
                <a:rPr lang="en-US" baseline="-25000" dirty="0"/>
                <a:t>i,</a:t>
              </a:r>
              <a:r>
                <a:rPr lang="en-US" sz="2400" b="1" baseline="-25000" dirty="0"/>
                <a:t>0</a:t>
              </a:r>
              <a:r>
                <a:rPr lang="en-US" dirty="0"/>
                <a:t>)</a:t>
              </a: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 flipH="1">
              <a:off x="990600" y="2431018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990600" y="2608818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/>
            <p:cNvSpPr txBox="1"/>
            <p:nvPr/>
          </p:nvSpPr>
          <p:spPr>
            <a:xfrm>
              <a:off x="1600200" y="2507218"/>
              <a:ext cx="76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D(</a:t>
              </a:r>
              <a:r>
                <a:rPr lang="en-US" dirty="0" err="1"/>
                <a:t>k,c</a:t>
              </a:r>
              <a:r>
                <a:rPr lang="en-US" baseline="-25000" dirty="0" err="1"/>
                <a:t>i</a:t>
              </a:r>
              <a:r>
                <a:rPr lang="en-US" dirty="0"/>
                <a:t>)</a:t>
              </a: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52400" y="3810000"/>
            <a:ext cx="4038600" cy="2057400"/>
            <a:chOff x="152400" y="895350"/>
            <a:chExt cx="4038600" cy="2057400"/>
          </a:xfrm>
        </p:grpSpPr>
        <p:sp>
          <p:nvSpPr>
            <p:cNvPr id="51" name="Rectangle 4"/>
            <p:cNvSpPr>
              <a:spLocks noChangeArrowheads="1"/>
            </p:cNvSpPr>
            <p:nvPr/>
          </p:nvSpPr>
          <p:spPr bwMode="auto">
            <a:xfrm>
              <a:off x="304800" y="1047750"/>
              <a:ext cx="609600" cy="167640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/>
              <a:r>
                <a:rPr lang="en-US"/>
                <a:t>Chal.</a:t>
              </a:r>
            </a:p>
          </p:txBody>
        </p:sp>
        <p:sp>
          <p:nvSpPr>
            <p:cNvPr id="52" name="Rectangle 7"/>
            <p:cNvSpPr>
              <a:spLocks noChangeArrowheads="1"/>
            </p:cNvSpPr>
            <p:nvPr/>
          </p:nvSpPr>
          <p:spPr bwMode="auto">
            <a:xfrm>
              <a:off x="3429000" y="1047750"/>
              <a:ext cx="609600" cy="167640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/>
              <a:r>
                <a:rPr lang="en-US"/>
                <a:t>Adv.</a:t>
              </a:r>
            </a:p>
          </p:txBody>
        </p:sp>
        <p:sp>
          <p:nvSpPr>
            <p:cNvPr id="53" name="Text Box 8"/>
            <p:cNvSpPr txBox="1">
              <a:spLocks noChangeArrowheads="1"/>
            </p:cNvSpPr>
            <p:nvPr/>
          </p:nvSpPr>
          <p:spPr bwMode="auto">
            <a:xfrm>
              <a:off x="279400" y="1733550"/>
              <a:ext cx="6373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err="1"/>
                <a:t>k</a:t>
              </a:r>
              <a:r>
                <a:rPr lang="en-US" dirty="0" err="1">
                  <a:sym typeface="Symbol" pitchFamily="18" charset="2"/>
                </a:rPr>
                <a:t>K</a:t>
              </a:r>
              <a:endParaRPr lang="en-US" b="1" dirty="0">
                <a:cs typeface="Arial" charset="0"/>
                <a:sym typeface="Symbol" pitchFamily="18" charset="2"/>
              </a:endParaRPr>
            </a:p>
          </p:txBody>
        </p:sp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152400" y="895350"/>
              <a:ext cx="4038600" cy="205740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14400" y="1047750"/>
              <a:ext cx="2400942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2000" b="1" dirty="0"/>
                <a:t>CPA query:  </a:t>
              </a:r>
              <a:r>
                <a:rPr lang="en-US" sz="2000" dirty="0"/>
                <a:t>m</a:t>
              </a:r>
              <a:r>
                <a:rPr lang="en-US" sz="2000" baseline="-25000" dirty="0"/>
                <a:t>i,0</a:t>
              </a:r>
              <a:r>
                <a:rPr lang="en-US" sz="2000" dirty="0"/>
                <a:t> , m</a:t>
              </a:r>
              <a:r>
                <a:rPr lang="en-US" sz="2000" baseline="-25000" dirty="0"/>
                <a:t>i,1 </a:t>
              </a:r>
              <a:endParaRPr lang="en-US" sz="2000" b="1" dirty="0"/>
            </a:p>
            <a:p>
              <a:pPr>
                <a:spcBef>
                  <a:spcPts val="2400"/>
                </a:spcBef>
              </a:pPr>
              <a:endParaRPr lang="en-US" sz="2000" b="1" dirty="0"/>
            </a:p>
            <a:p>
              <a:r>
                <a:rPr lang="en-US" sz="2000" b="1" dirty="0"/>
                <a:t>CCA query:  </a:t>
              </a:r>
              <a:r>
                <a:rPr lang="en-US" sz="2400" dirty="0"/>
                <a:t>c</a:t>
              </a:r>
              <a:r>
                <a:rPr lang="en-US" sz="2400" baseline="-25000" dirty="0"/>
                <a:t>i</a:t>
              </a:r>
              <a:r>
                <a:rPr lang="en-US" sz="2000" dirty="0">
                  <a:sym typeface="Symbol" pitchFamily="18" charset="2"/>
                </a:rPr>
                <a:t> </a:t>
              </a:r>
              <a:endParaRPr lang="en-US" sz="2000" b="1" dirty="0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H="1">
              <a:off x="990600" y="1479550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>
              <a:off x="990600" y="1657350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1600200" y="1555750"/>
              <a:ext cx="1209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/>
                <a:t>i</a:t>
              </a:r>
              <a:r>
                <a:rPr lang="en-US" dirty="0"/>
                <a:t>=E(k,m</a:t>
              </a:r>
              <a:r>
                <a:rPr lang="en-US" baseline="-25000" dirty="0"/>
                <a:t>i,</a:t>
              </a:r>
              <a:r>
                <a:rPr lang="en-US" sz="2400" b="1" baseline="-25000" dirty="0"/>
                <a:t>1</a:t>
              </a:r>
              <a:r>
                <a:rPr lang="en-US" dirty="0"/>
                <a:t>)</a:t>
              </a: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 flipH="1">
              <a:off x="990600" y="2431018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990600" y="2608818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600200" y="2507218"/>
              <a:ext cx="7621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D(</a:t>
              </a:r>
              <a:r>
                <a:rPr lang="en-US" dirty="0" err="1"/>
                <a:t>k,c</a:t>
              </a:r>
              <a:r>
                <a:rPr lang="en-US" baseline="-25000" dirty="0" err="1"/>
                <a:t>i</a:t>
              </a:r>
              <a:r>
                <a:rPr lang="en-US" dirty="0"/>
                <a:t>)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4648200" y="1447800"/>
            <a:ext cx="4038600" cy="2057400"/>
            <a:chOff x="4648200" y="590550"/>
            <a:chExt cx="4038600" cy="2057400"/>
          </a:xfrm>
        </p:grpSpPr>
        <p:sp>
          <p:nvSpPr>
            <p:cNvPr id="67" name="TextBox 66"/>
            <p:cNvSpPr txBox="1"/>
            <p:nvPr/>
          </p:nvSpPr>
          <p:spPr>
            <a:xfrm>
              <a:off x="5410200" y="742950"/>
              <a:ext cx="24009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2000" b="1" dirty="0"/>
                <a:t>CPA query:  </a:t>
              </a:r>
              <a:r>
                <a:rPr lang="en-US" sz="2000" dirty="0"/>
                <a:t>m</a:t>
              </a:r>
              <a:r>
                <a:rPr lang="en-US" sz="2000" baseline="-25000" dirty="0"/>
                <a:t>i,0</a:t>
              </a:r>
              <a:r>
                <a:rPr lang="en-US" sz="2000" dirty="0"/>
                <a:t> , m</a:t>
              </a:r>
              <a:r>
                <a:rPr lang="en-US" sz="2000" baseline="-25000" dirty="0"/>
                <a:t>i,1 </a:t>
              </a:r>
              <a:endParaRPr lang="en-US" sz="2000" b="1" dirty="0"/>
            </a:p>
          </p:txBody>
        </p:sp>
        <p:grpSp>
          <p:nvGrpSpPr>
            <p:cNvPr id="87" name="Group 86"/>
            <p:cNvGrpSpPr/>
            <p:nvPr/>
          </p:nvGrpSpPr>
          <p:grpSpPr>
            <a:xfrm>
              <a:off x="4648200" y="590550"/>
              <a:ext cx="4038600" cy="2057400"/>
              <a:chOff x="4648200" y="590550"/>
              <a:chExt cx="4038600" cy="2057400"/>
            </a:xfrm>
          </p:grpSpPr>
          <p:sp>
            <p:nvSpPr>
              <p:cNvPr id="63" name="Rectangle 4"/>
              <p:cNvSpPr>
                <a:spLocks noChangeArrowheads="1"/>
              </p:cNvSpPr>
              <p:nvPr/>
            </p:nvSpPr>
            <p:spPr bwMode="auto">
              <a:xfrm>
                <a:off x="4800600" y="742950"/>
                <a:ext cx="609600" cy="1676400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/>
                  <a:t>Chal.</a:t>
                </a:r>
              </a:p>
            </p:txBody>
          </p:sp>
          <p:sp>
            <p:nvSpPr>
              <p:cNvPr id="64" name="Rectangle 7"/>
              <p:cNvSpPr>
                <a:spLocks noChangeArrowheads="1"/>
              </p:cNvSpPr>
              <p:nvPr/>
            </p:nvSpPr>
            <p:spPr bwMode="auto">
              <a:xfrm>
                <a:off x="7924800" y="742950"/>
                <a:ext cx="609600" cy="1676400"/>
              </a:xfrm>
              <a:prstGeom prst="rect">
                <a:avLst/>
              </a:prstGeom>
              <a:solidFill>
                <a:srgbClr val="FAC09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algn="ctr"/>
                <a:r>
                  <a:rPr lang="en-US"/>
                  <a:t>Adv.</a:t>
                </a:r>
              </a:p>
            </p:txBody>
          </p:sp>
          <p:sp>
            <p:nvSpPr>
              <p:cNvPr id="65" name="Text Box 8"/>
              <p:cNvSpPr txBox="1">
                <a:spLocks noChangeArrowheads="1"/>
              </p:cNvSpPr>
              <p:nvPr/>
            </p:nvSpPr>
            <p:spPr bwMode="auto">
              <a:xfrm>
                <a:off x="4775200" y="1428750"/>
                <a:ext cx="63731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dirty="0" err="1"/>
                  <a:t>k</a:t>
                </a:r>
                <a:r>
                  <a:rPr lang="en-US" dirty="0" err="1">
                    <a:sym typeface="Symbol" pitchFamily="18" charset="2"/>
                  </a:rPr>
                  <a:t>K</a:t>
                </a:r>
                <a:endParaRPr lang="en-US" b="1" dirty="0">
                  <a:cs typeface="Arial" charset="0"/>
                  <a:sym typeface="Symbol" pitchFamily="18" charset="2"/>
                </a:endParaRPr>
              </a:p>
            </p:txBody>
          </p:sp>
          <p:sp>
            <p:nvSpPr>
              <p:cNvPr id="66" name="Rectangle 16"/>
              <p:cNvSpPr>
                <a:spLocks noChangeArrowheads="1"/>
              </p:cNvSpPr>
              <p:nvPr/>
            </p:nvSpPr>
            <p:spPr bwMode="auto">
              <a:xfrm>
                <a:off x="4648200" y="590550"/>
                <a:ext cx="4038600" cy="2057400"/>
              </a:xfrm>
              <a:prstGeom prst="rect">
                <a:avLst/>
              </a:prstGeom>
              <a:noFill/>
              <a:ln w="38100">
                <a:solidFill>
                  <a:schemeClr val="folHlink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cxnSp>
            <p:nvCxnSpPr>
              <p:cNvPr id="68" name="Straight Arrow Connector 67"/>
              <p:cNvCxnSpPr/>
              <p:nvPr/>
            </p:nvCxnSpPr>
            <p:spPr>
              <a:xfrm flipH="1">
                <a:off x="5486400" y="1174750"/>
                <a:ext cx="24384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Arrow Connector 68"/>
              <p:cNvCxnSpPr/>
              <p:nvPr/>
            </p:nvCxnSpPr>
            <p:spPr>
              <a:xfrm>
                <a:off x="5486400" y="1352550"/>
                <a:ext cx="24384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/>
              <p:cNvSpPr txBox="1"/>
              <p:nvPr/>
            </p:nvSpPr>
            <p:spPr>
              <a:xfrm>
                <a:off x="6096000" y="1250950"/>
                <a:ext cx="12098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</a:t>
                </a:r>
                <a:r>
                  <a:rPr lang="en-US" baseline="-25000" dirty="0"/>
                  <a:t>i</a:t>
                </a:r>
                <a:r>
                  <a:rPr lang="en-US" dirty="0"/>
                  <a:t>=E(k,m</a:t>
                </a:r>
                <a:r>
                  <a:rPr lang="en-US" baseline="-25000" dirty="0"/>
                  <a:t>i,</a:t>
                </a:r>
                <a:r>
                  <a:rPr lang="en-US" sz="2400" b="1" baseline="-25000" dirty="0"/>
                  <a:t>0</a:t>
                </a:r>
                <a:r>
                  <a:rPr lang="en-US" dirty="0"/>
                  <a:t>)</a:t>
                </a:r>
              </a:p>
            </p:txBody>
          </p:sp>
        </p:grpSp>
      </p:grpSp>
      <p:grpSp>
        <p:nvGrpSpPr>
          <p:cNvPr id="91" name="Group 90"/>
          <p:cNvGrpSpPr/>
          <p:nvPr/>
        </p:nvGrpSpPr>
        <p:grpSpPr>
          <a:xfrm>
            <a:off x="4648200" y="3810000"/>
            <a:ext cx="4038600" cy="2057400"/>
            <a:chOff x="4648200" y="2952750"/>
            <a:chExt cx="4038600" cy="2057400"/>
          </a:xfrm>
        </p:grpSpPr>
        <p:sp>
          <p:nvSpPr>
            <p:cNvPr id="75" name="Rectangle 4"/>
            <p:cNvSpPr>
              <a:spLocks noChangeArrowheads="1"/>
            </p:cNvSpPr>
            <p:nvPr/>
          </p:nvSpPr>
          <p:spPr bwMode="auto">
            <a:xfrm>
              <a:off x="4800600" y="3105150"/>
              <a:ext cx="609600" cy="167640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/>
              <a:r>
                <a:rPr lang="en-US"/>
                <a:t>Chal.</a:t>
              </a:r>
            </a:p>
          </p:txBody>
        </p:sp>
        <p:sp>
          <p:nvSpPr>
            <p:cNvPr id="76" name="Rectangle 7"/>
            <p:cNvSpPr>
              <a:spLocks noChangeArrowheads="1"/>
            </p:cNvSpPr>
            <p:nvPr/>
          </p:nvSpPr>
          <p:spPr bwMode="auto">
            <a:xfrm>
              <a:off x="7924800" y="3105150"/>
              <a:ext cx="609600" cy="1676400"/>
            </a:xfrm>
            <a:prstGeom prst="rect">
              <a:avLst/>
            </a:prstGeom>
            <a:solidFill>
              <a:srgbClr val="FAC09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algn="ctr"/>
              <a:r>
                <a:rPr lang="en-US"/>
                <a:t>Adv.</a:t>
              </a:r>
            </a:p>
          </p:txBody>
        </p:sp>
        <p:sp>
          <p:nvSpPr>
            <p:cNvPr id="77" name="Text Box 8"/>
            <p:cNvSpPr txBox="1">
              <a:spLocks noChangeArrowheads="1"/>
            </p:cNvSpPr>
            <p:nvPr/>
          </p:nvSpPr>
          <p:spPr bwMode="auto">
            <a:xfrm>
              <a:off x="4775200" y="3790950"/>
              <a:ext cx="6373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err="1"/>
                <a:t>k</a:t>
              </a:r>
              <a:r>
                <a:rPr lang="en-US" dirty="0" err="1">
                  <a:sym typeface="Symbol" pitchFamily="18" charset="2"/>
                </a:rPr>
                <a:t>K</a:t>
              </a:r>
              <a:endParaRPr lang="en-US" b="1" dirty="0">
                <a:cs typeface="Arial" charset="0"/>
                <a:sym typeface="Symbol" pitchFamily="18" charset="2"/>
              </a:endParaRPr>
            </a:p>
          </p:txBody>
        </p:sp>
        <p:sp>
          <p:nvSpPr>
            <p:cNvPr id="78" name="Rectangle 16"/>
            <p:cNvSpPr>
              <a:spLocks noChangeArrowheads="1"/>
            </p:cNvSpPr>
            <p:nvPr/>
          </p:nvSpPr>
          <p:spPr bwMode="auto">
            <a:xfrm>
              <a:off x="4648200" y="2952750"/>
              <a:ext cx="4038600" cy="2057400"/>
            </a:xfrm>
            <a:prstGeom prst="rect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410200" y="3105150"/>
              <a:ext cx="24009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en-US" sz="2000" b="1" dirty="0"/>
                <a:t>CPA query:  </a:t>
              </a:r>
              <a:r>
                <a:rPr lang="en-US" sz="2000" dirty="0"/>
                <a:t>m</a:t>
              </a:r>
              <a:r>
                <a:rPr lang="en-US" sz="2000" baseline="-25000" dirty="0"/>
                <a:t>i,0</a:t>
              </a:r>
              <a:r>
                <a:rPr lang="en-US" sz="2000" dirty="0"/>
                <a:t> , m</a:t>
              </a:r>
              <a:r>
                <a:rPr lang="en-US" sz="2000" baseline="-25000" dirty="0"/>
                <a:t>i,1 </a:t>
              </a:r>
              <a:endParaRPr lang="en-US" sz="2000" b="1" dirty="0"/>
            </a:p>
          </p:txBody>
        </p:sp>
        <p:cxnSp>
          <p:nvCxnSpPr>
            <p:cNvPr id="80" name="Straight Arrow Connector 79"/>
            <p:cNvCxnSpPr/>
            <p:nvPr/>
          </p:nvCxnSpPr>
          <p:spPr>
            <a:xfrm flipH="1">
              <a:off x="5486400" y="3536950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>
              <a:off x="5486400" y="3714750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6096000" y="3613150"/>
              <a:ext cx="1209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</a:t>
              </a:r>
              <a:r>
                <a:rPr lang="en-US" baseline="-25000" dirty="0"/>
                <a:t>i</a:t>
              </a:r>
              <a:r>
                <a:rPr lang="en-US" dirty="0"/>
                <a:t>=E(k,m</a:t>
              </a:r>
              <a:r>
                <a:rPr lang="en-US" baseline="-25000" dirty="0"/>
                <a:t>i,</a:t>
              </a:r>
              <a:r>
                <a:rPr lang="en-US" sz="2400" b="1" baseline="-25000" dirty="0"/>
                <a:t>1</a:t>
              </a:r>
              <a:r>
                <a:rPr lang="en-US" dirty="0"/>
                <a:t>)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5486400" y="2590801"/>
            <a:ext cx="2438400" cy="930533"/>
            <a:chOff x="5486400" y="1733550"/>
            <a:chExt cx="2438400" cy="930533"/>
          </a:xfrm>
        </p:grpSpPr>
        <p:cxnSp>
          <p:nvCxnSpPr>
            <p:cNvPr id="71" name="Straight Arrow Connector 70"/>
            <p:cNvCxnSpPr/>
            <p:nvPr/>
          </p:nvCxnSpPr>
          <p:spPr>
            <a:xfrm flipH="1">
              <a:off x="5486400" y="2126218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5486400" y="2304018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6289357" y="2202418"/>
              <a:ext cx="388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⊥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511800" y="1733550"/>
              <a:ext cx="15450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CCA query:  </a:t>
              </a:r>
              <a:r>
                <a:rPr lang="en-US" sz="2000" dirty="0"/>
                <a:t>c</a:t>
              </a:r>
              <a:r>
                <a:rPr lang="en-US" sz="2000" baseline="-25000" dirty="0"/>
                <a:t>i</a:t>
              </a:r>
              <a:r>
                <a:rPr lang="en-US" dirty="0">
                  <a:sym typeface="Symbol" pitchFamily="18" charset="2"/>
                </a:rPr>
                <a:t> </a:t>
              </a:r>
              <a:endParaRPr lang="en-US" b="1" dirty="0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5486400" y="4984691"/>
            <a:ext cx="2438400" cy="887175"/>
            <a:chOff x="5486400" y="4127440"/>
            <a:chExt cx="2438400" cy="887175"/>
          </a:xfrm>
        </p:grpSpPr>
        <p:cxnSp>
          <p:nvCxnSpPr>
            <p:cNvPr id="83" name="Straight Arrow Connector 82"/>
            <p:cNvCxnSpPr/>
            <p:nvPr/>
          </p:nvCxnSpPr>
          <p:spPr>
            <a:xfrm flipH="1">
              <a:off x="5486400" y="4488418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>
              <a:off x="5486400" y="4666218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6400800" y="4552950"/>
              <a:ext cx="3882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⊥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5549900" y="4127440"/>
              <a:ext cx="15450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CCA query:  </a:t>
              </a:r>
              <a:r>
                <a:rPr lang="en-US" sz="2000" dirty="0"/>
                <a:t>c</a:t>
              </a:r>
              <a:r>
                <a:rPr lang="en-US" sz="2000" baseline="-25000" dirty="0"/>
                <a:t>i</a:t>
              </a:r>
              <a:r>
                <a:rPr lang="en-US" dirty="0">
                  <a:sym typeface="Symbol" pitchFamily="18" charset="2"/>
                </a:rPr>
                <a:t> </a:t>
              </a:r>
              <a:endParaRPr lang="en-US" b="1" dirty="0"/>
            </a:p>
          </p:txBody>
        </p:sp>
      </p:grpSp>
      <p:sp>
        <p:nvSpPr>
          <p:cNvPr id="94" name="TextBox 93"/>
          <p:cNvSpPr txBox="1"/>
          <p:nvPr/>
        </p:nvSpPr>
        <p:spPr>
          <a:xfrm>
            <a:off x="4191001" y="2286000"/>
            <a:ext cx="53278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≈</a:t>
            </a:r>
            <a:r>
              <a:rPr lang="en-US" sz="3200" baseline="-25000" dirty="0"/>
              <a:t>p</a:t>
            </a:r>
            <a:endParaRPr lang="en-US" sz="3200" dirty="0"/>
          </a:p>
        </p:txBody>
      </p:sp>
      <p:sp>
        <p:nvSpPr>
          <p:cNvPr id="95" name="TextBox 94"/>
          <p:cNvSpPr txBox="1"/>
          <p:nvPr/>
        </p:nvSpPr>
        <p:spPr>
          <a:xfrm>
            <a:off x="4178301" y="4444424"/>
            <a:ext cx="53278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≈</a:t>
            </a:r>
            <a:r>
              <a:rPr lang="en-US" sz="3200" baseline="-25000" dirty="0"/>
              <a:t>p</a:t>
            </a:r>
            <a:endParaRPr lang="en-US" sz="3200" dirty="0"/>
          </a:p>
        </p:txBody>
      </p:sp>
      <p:sp>
        <p:nvSpPr>
          <p:cNvPr id="96" name="TextBox 95"/>
          <p:cNvSpPr txBox="1"/>
          <p:nvPr/>
        </p:nvSpPr>
        <p:spPr>
          <a:xfrm>
            <a:off x="6477616" y="3301424"/>
            <a:ext cx="53278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≈</a:t>
            </a:r>
            <a:r>
              <a:rPr lang="en-US" sz="3200" baseline="-25000" dirty="0"/>
              <a:t>p</a:t>
            </a:r>
            <a:endParaRPr lang="en-US" sz="3200" dirty="0"/>
          </a:p>
        </p:txBody>
      </p:sp>
      <p:sp>
        <p:nvSpPr>
          <p:cNvPr id="97" name="TextBox 96"/>
          <p:cNvSpPr txBox="1"/>
          <p:nvPr/>
        </p:nvSpPr>
        <p:spPr>
          <a:xfrm>
            <a:off x="1727201" y="3276600"/>
            <a:ext cx="53278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≈</a:t>
            </a:r>
            <a:r>
              <a:rPr lang="en-US" sz="3200" baseline="-25000" dirty="0"/>
              <a:t>p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70811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/>
      <p:bldP spid="96" grpId="0"/>
      <p:bldP spid="9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Authenticated encryption:</a:t>
            </a:r>
          </a:p>
          <a:p>
            <a:pPr>
              <a:spcBef>
                <a:spcPts val="1776"/>
              </a:spcBef>
            </a:pPr>
            <a:r>
              <a:rPr lang="en-US" dirty="0"/>
              <a:t>ensures confidentiality against an active adversary   </a:t>
            </a:r>
            <a:br>
              <a:rPr lang="en-US" dirty="0"/>
            </a:br>
            <a:r>
              <a:rPr lang="en-US" dirty="0"/>
              <a:t>that can decrypt some </a:t>
            </a:r>
            <a:r>
              <a:rPr lang="en-US" dirty="0" err="1"/>
              <a:t>ciphertexts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Limitations:    </a:t>
            </a:r>
          </a:p>
          <a:p>
            <a:pPr>
              <a:spcBef>
                <a:spcPts val="1776"/>
              </a:spcBef>
            </a:pPr>
            <a:r>
              <a:rPr lang="en-US" dirty="0"/>
              <a:t>does not prevent replay attacks</a:t>
            </a:r>
          </a:p>
          <a:p>
            <a:pPr>
              <a:spcBef>
                <a:spcPts val="1776"/>
              </a:spcBef>
            </a:pPr>
            <a:r>
              <a:rPr lang="en-US" dirty="0"/>
              <a:t>does not account for side channels (timing)</a:t>
            </a:r>
          </a:p>
        </p:txBody>
      </p:sp>
    </p:spTree>
    <p:extLst>
      <p:ext uri="{BB962C8B-B14F-4D97-AF65-F5344CB8AC3E}">
        <p14:creationId xmlns:p14="http://schemas.microsoft.com/office/powerpoint/2010/main" val="10457864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… but first,  some history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Authenticated Encryption (AE):     introduced in </a:t>
            </a:r>
            <a:r>
              <a:rPr lang="en-US"/>
              <a:t>2000    </a:t>
            </a:r>
            <a:r>
              <a:rPr lang="en-US" sz="1600"/>
              <a:t>[KY’00, BN’00</a:t>
            </a:r>
            <a:r>
              <a:rPr lang="en-US" sz="1600" dirty="0"/>
              <a:t>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Crypto APIs before then:     (e.g.   MS-CAPI)</a:t>
            </a:r>
          </a:p>
          <a:p>
            <a:r>
              <a:rPr lang="en-US" dirty="0"/>
              <a:t>Provide API for CPA-secure encryption  (e.g. CBC with rand. IV)</a:t>
            </a:r>
          </a:p>
          <a:p>
            <a:r>
              <a:rPr lang="en-US" dirty="0"/>
              <a:t>Provide API for MAC  (e.g. HMAC)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Every project had to combine the two itself without </a:t>
            </a:r>
            <a:br>
              <a:rPr lang="en-US" dirty="0"/>
            </a:br>
            <a:r>
              <a:rPr lang="en-US" dirty="0"/>
              <a:t>a well defined goal</a:t>
            </a:r>
          </a:p>
          <a:p>
            <a:r>
              <a:rPr lang="en-US" dirty="0"/>
              <a:t>Not all combinations provide AE …</a:t>
            </a:r>
          </a:p>
        </p:txBody>
      </p:sp>
    </p:spTree>
    <p:extLst>
      <p:ext uri="{BB962C8B-B14F-4D97-AF65-F5344CB8AC3E}">
        <p14:creationId xmlns:p14="http://schemas.microsoft.com/office/powerpoint/2010/main" val="27229221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48" name="Rectangle 32"/>
          <p:cNvSpPr>
            <a:spLocks noChangeArrowheads="1"/>
          </p:cNvSpPr>
          <p:nvPr/>
        </p:nvSpPr>
        <p:spPr bwMode="auto">
          <a:xfrm>
            <a:off x="152400" y="3352800"/>
            <a:ext cx="8991600" cy="1143000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dirty="0"/>
              <a:t>Combining MAC and ENC   (CCA)</a:t>
            </a:r>
          </a:p>
        </p:txBody>
      </p:sp>
      <p:sp>
        <p:nvSpPr>
          <p:cNvPr id="33798" name="Rectangle 4"/>
          <p:cNvSpPr>
            <a:spLocks noGrp="1" noChangeArrowheads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ahoma"/>
                <a:cs typeface="Tahoma"/>
              </a:rPr>
              <a:t>		Encryption key  </a:t>
            </a:r>
            <a:r>
              <a:rPr lang="en-US" sz="2000" dirty="0" err="1">
                <a:latin typeface="Tahoma"/>
                <a:cs typeface="Tahoma"/>
              </a:rPr>
              <a:t>k</a:t>
            </a:r>
            <a:r>
              <a:rPr lang="en-US" sz="2000" baseline="-25000" dirty="0" err="1">
                <a:latin typeface="Tahoma"/>
                <a:cs typeface="Tahoma"/>
              </a:rPr>
              <a:t>E</a:t>
            </a:r>
            <a:r>
              <a:rPr lang="en-US" sz="2000" dirty="0">
                <a:latin typeface="Tahoma"/>
                <a:cs typeface="Tahoma"/>
              </a:rPr>
              <a:t>.      MAC key = </a:t>
            </a:r>
            <a:r>
              <a:rPr lang="en-US" sz="2000" dirty="0" err="1">
                <a:latin typeface="Tahoma"/>
                <a:cs typeface="Tahoma"/>
              </a:rPr>
              <a:t>k</a:t>
            </a:r>
            <a:r>
              <a:rPr lang="en-US" sz="2000" baseline="-25000" dirty="0" err="1">
                <a:latin typeface="Tahoma"/>
                <a:cs typeface="Tahoma"/>
              </a:rPr>
              <a:t>I</a:t>
            </a:r>
            <a:endParaRPr lang="en-US" sz="2000" baseline="-25000" dirty="0">
              <a:latin typeface="Tahoma"/>
              <a:cs typeface="Tahoma"/>
            </a:endParaRPr>
          </a:p>
          <a:p>
            <a:pPr marL="0" indent="0">
              <a:spcBef>
                <a:spcPct val="90000"/>
              </a:spcBef>
              <a:buNone/>
            </a:pPr>
            <a:r>
              <a:rPr lang="en-US" sz="2000" u="sng" dirty="0"/>
              <a:t>Option 1</a:t>
            </a:r>
            <a:r>
              <a:rPr lang="en-US" sz="2000" dirty="0"/>
              <a:t>:   (SSL)</a:t>
            </a:r>
          </a:p>
          <a:p>
            <a:pPr marL="461963" indent="-461963"/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ct val="60000"/>
              </a:spcBef>
              <a:buNone/>
            </a:pPr>
            <a:r>
              <a:rPr lang="en-US" sz="2000" u="sng" dirty="0"/>
              <a:t>Option 2</a:t>
            </a:r>
            <a:r>
              <a:rPr lang="en-US" sz="2000" dirty="0"/>
              <a:t>:   (</a:t>
            </a:r>
            <a:r>
              <a:rPr lang="en-US" sz="2000" dirty="0" err="1"/>
              <a:t>IPsec</a:t>
            </a:r>
            <a:r>
              <a:rPr lang="en-US" sz="2000" dirty="0"/>
              <a:t>)</a:t>
            </a:r>
          </a:p>
          <a:p>
            <a:pPr marL="461963" indent="-461963"/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spcBef>
                <a:spcPts val="3000"/>
              </a:spcBef>
              <a:buNone/>
            </a:pPr>
            <a:r>
              <a:rPr lang="en-US" sz="2000" u="sng" dirty="0"/>
              <a:t>Option 3</a:t>
            </a:r>
            <a:r>
              <a:rPr lang="en-US" sz="2000" dirty="0"/>
              <a:t>:   (SSH)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EE5D6E-ED3D-81B3-4C34-6A25D3A73C1A}"/>
              </a:ext>
            </a:extLst>
          </p:cNvPr>
          <p:cNvGrpSpPr/>
          <p:nvPr/>
        </p:nvGrpSpPr>
        <p:grpSpPr>
          <a:xfrm>
            <a:off x="1821036" y="1752600"/>
            <a:ext cx="6705600" cy="3352799"/>
            <a:chOff x="1928813" y="2286001"/>
            <a:chExt cx="6705600" cy="3352799"/>
          </a:xfrm>
        </p:grpSpPr>
        <p:sp>
          <p:nvSpPr>
            <p:cNvPr id="33799" name="Rectangle 5"/>
            <p:cNvSpPr>
              <a:spLocks noChangeArrowheads="1"/>
            </p:cNvSpPr>
            <p:nvPr/>
          </p:nvSpPr>
          <p:spPr bwMode="auto">
            <a:xfrm>
              <a:off x="1928813" y="2722960"/>
              <a:ext cx="1447800" cy="2857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dirty="0" err="1">
                  <a:latin typeface="Tahoma" pitchFamily="34" charset="0"/>
                </a:rPr>
                <a:t>msg</a:t>
              </a:r>
              <a:r>
                <a:rPr lang="en-US" dirty="0">
                  <a:latin typeface="Tahoma" pitchFamily="34" charset="0"/>
                </a:rPr>
                <a:t>  m</a:t>
              </a:r>
            </a:p>
          </p:txBody>
        </p:sp>
        <p:sp>
          <p:nvSpPr>
            <p:cNvPr id="33800" name="AutoShape 6"/>
            <p:cNvSpPr>
              <a:spLocks noChangeArrowheads="1"/>
            </p:cNvSpPr>
            <p:nvPr/>
          </p:nvSpPr>
          <p:spPr bwMode="auto">
            <a:xfrm>
              <a:off x="3452813" y="2780110"/>
              <a:ext cx="304800" cy="171450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1" name="Rectangle 7"/>
            <p:cNvSpPr>
              <a:spLocks noChangeArrowheads="1"/>
            </p:cNvSpPr>
            <p:nvPr/>
          </p:nvSpPr>
          <p:spPr bwMode="auto">
            <a:xfrm>
              <a:off x="3986213" y="2722960"/>
              <a:ext cx="1295400" cy="2857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dirty="0" err="1">
                  <a:latin typeface="Tahoma" pitchFamily="34" charset="0"/>
                </a:rPr>
                <a:t>msg</a:t>
              </a:r>
              <a:r>
                <a:rPr lang="en-US" dirty="0">
                  <a:latin typeface="Tahoma" pitchFamily="34" charset="0"/>
                </a:rPr>
                <a:t>  m</a:t>
              </a:r>
            </a:p>
          </p:txBody>
        </p:sp>
        <p:sp>
          <p:nvSpPr>
            <p:cNvPr id="60424" name="Rectangle 8"/>
            <p:cNvSpPr>
              <a:spLocks noChangeArrowheads="1"/>
            </p:cNvSpPr>
            <p:nvPr/>
          </p:nvSpPr>
          <p:spPr bwMode="auto">
            <a:xfrm>
              <a:off x="5357813" y="2722960"/>
              <a:ext cx="838200" cy="285750"/>
            </a:xfrm>
            <a:prstGeom prst="rect">
              <a:avLst/>
            </a:prstGeom>
            <a:solidFill>
              <a:srgbClr val="FAC09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000" dirty="0">
                  <a:latin typeface="Tahoma" pitchFamily="34" charset="0"/>
                </a:rPr>
                <a:t>tag</a:t>
              </a:r>
            </a:p>
          </p:txBody>
        </p:sp>
        <p:sp>
          <p:nvSpPr>
            <p:cNvPr id="33803" name="AutoShape 9"/>
            <p:cNvSpPr>
              <a:spLocks noChangeArrowheads="1"/>
            </p:cNvSpPr>
            <p:nvPr/>
          </p:nvSpPr>
          <p:spPr bwMode="auto">
            <a:xfrm>
              <a:off x="6348413" y="2780110"/>
              <a:ext cx="304800" cy="171450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4" name="Rectangle 10" descr="Horizontal brick"/>
            <p:cNvSpPr>
              <a:spLocks noChangeArrowheads="1"/>
            </p:cNvSpPr>
            <p:nvPr/>
          </p:nvSpPr>
          <p:spPr bwMode="auto">
            <a:xfrm>
              <a:off x="6881813" y="2722960"/>
              <a:ext cx="1752600" cy="285750"/>
            </a:xfrm>
            <a:prstGeom prst="rect">
              <a:avLst/>
            </a:prstGeom>
            <a:pattFill prst="horzBrick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5" name="Text Box 11"/>
            <p:cNvSpPr txBox="1">
              <a:spLocks noChangeArrowheads="1"/>
            </p:cNvSpPr>
            <p:nvPr/>
          </p:nvSpPr>
          <p:spPr bwMode="auto">
            <a:xfrm>
              <a:off x="7087936" y="2286001"/>
              <a:ext cx="140012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E(</a:t>
              </a:r>
              <a:r>
                <a:rPr lang="en-US" dirty="0" err="1"/>
                <a:t>k</a:t>
              </a:r>
              <a:r>
                <a:rPr kumimoji="1" lang="en-US" baseline="-25000" dirty="0" err="1"/>
                <a:t>E</a:t>
              </a:r>
              <a:r>
                <a:rPr kumimoji="1" lang="en-US" dirty="0"/>
                <a:t> , </a:t>
              </a:r>
              <a:r>
                <a:rPr kumimoji="1" lang="en-US" dirty="0" err="1"/>
                <a:t>m</a:t>
              </a:r>
              <a:r>
                <a:rPr kumimoji="1" lang="en-US" sz="2400" dirty="0" err="1"/>
                <a:t>ll</a:t>
              </a:r>
              <a:r>
                <a:rPr kumimoji="1" lang="en-US" dirty="0" err="1"/>
                <a:t>tag</a:t>
              </a:r>
              <a:r>
                <a:rPr kumimoji="1" lang="en-US" dirty="0"/>
                <a:t>)</a:t>
              </a:r>
              <a:endParaRPr kumimoji="1" lang="en-US" sz="2800" baseline="-25000" dirty="0"/>
            </a:p>
          </p:txBody>
        </p:sp>
        <p:sp>
          <p:nvSpPr>
            <p:cNvPr id="33806" name="Text Box 12"/>
            <p:cNvSpPr txBox="1">
              <a:spLocks noChangeArrowheads="1"/>
            </p:cNvSpPr>
            <p:nvPr/>
          </p:nvSpPr>
          <p:spPr bwMode="auto">
            <a:xfrm>
              <a:off x="5288382" y="2297668"/>
              <a:ext cx="91403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S(</a:t>
              </a:r>
              <a:r>
                <a:rPr lang="en-US" dirty="0" err="1"/>
                <a:t>k</a:t>
              </a:r>
              <a:r>
                <a:rPr kumimoji="1" lang="en-US" baseline="-25000" dirty="0" err="1">
                  <a:latin typeface="Comic Sans MS" pitchFamily="66" charset="0"/>
                  <a:cs typeface="Arial" pitchFamily="34" charset="0"/>
                </a:rPr>
                <a:t>I</a:t>
              </a:r>
              <a:r>
                <a:rPr kumimoji="1" lang="en-US" dirty="0"/>
                <a:t>, m)</a:t>
              </a:r>
              <a:endParaRPr kumimoji="1" lang="en-US" sz="2800" baseline="-25000" dirty="0"/>
            </a:p>
          </p:txBody>
        </p:sp>
        <p:sp>
          <p:nvSpPr>
            <p:cNvPr id="33807" name="Rectangle 13"/>
            <p:cNvSpPr>
              <a:spLocks noChangeArrowheads="1"/>
            </p:cNvSpPr>
            <p:nvPr/>
          </p:nvSpPr>
          <p:spPr bwMode="auto">
            <a:xfrm>
              <a:off x="1928813" y="3981450"/>
              <a:ext cx="1447800" cy="2857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dirty="0" err="1">
                  <a:latin typeface="Tahoma" pitchFamily="34" charset="0"/>
                </a:rPr>
                <a:t>msg</a:t>
              </a:r>
              <a:r>
                <a:rPr lang="en-US" dirty="0">
                  <a:latin typeface="Tahoma" pitchFamily="34" charset="0"/>
                </a:rPr>
                <a:t>  m</a:t>
              </a:r>
            </a:p>
          </p:txBody>
        </p:sp>
        <p:sp>
          <p:nvSpPr>
            <p:cNvPr id="33808" name="AutoShape 14"/>
            <p:cNvSpPr>
              <a:spLocks noChangeArrowheads="1"/>
            </p:cNvSpPr>
            <p:nvPr/>
          </p:nvSpPr>
          <p:spPr bwMode="auto">
            <a:xfrm>
              <a:off x="3452813" y="4038600"/>
              <a:ext cx="304800" cy="171450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9" name="AutoShape 15"/>
            <p:cNvSpPr>
              <a:spLocks noChangeArrowheads="1"/>
            </p:cNvSpPr>
            <p:nvPr/>
          </p:nvSpPr>
          <p:spPr bwMode="auto">
            <a:xfrm>
              <a:off x="5662613" y="4038600"/>
              <a:ext cx="304800" cy="171450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0" name="Rectangle 16" descr="Horizontal brick"/>
            <p:cNvSpPr>
              <a:spLocks noChangeArrowheads="1"/>
            </p:cNvSpPr>
            <p:nvPr/>
          </p:nvSpPr>
          <p:spPr bwMode="auto">
            <a:xfrm>
              <a:off x="3987802" y="3981450"/>
              <a:ext cx="1370013" cy="285750"/>
            </a:xfrm>
            <a:prstGeom prst="rect">
              <a:avLst/>
            </a:prstGeom>
            <a:pattFill prst="horzBrick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Text Box 17"/>
            <p:cNvSpPr txBox="1">
              <a:spLocks noChangeArrowheads="1"/>
            </p:cNvSpPr>
            <p:nvPr/>
          </p:nvSpPr>
          <p:spPr bwMode="auto">
            <a:xfrm>
              <a:off x="4292795" y="3593068"/>
              <a:ext cx="91242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E(</a:t>
              </a:r>
              <a:r>
                <a:rPr lang="en-US" dirty="0" err="1"/>
                <a:t>k</a:t>
              </a:r>
              <a:r>
                <a:rPr kumimoji="1" lang="en-US" baseline="-25000" dirty="0" err="1"/>
                <a:t>E</a:t>
              </a:r>
              <a:r>
                <a:rPr kumimoji="1" lang="en-US" dirty="0"/>
                <a:t>, m)</a:t>
              </a:r>
              <a:endParaRPr kumimoji="1" lang="en-US" sz="2800" baseline="-25000" dirty="0"/>
            </a:p>
          </p:txBody>
        </p:sp>
        <p:sp>
          <p:nvSpPr>
            <p:cNvPr id="60434" name="Rectangle 18"/>
            <p:cNvSpPr>
              <a:spLocks noChangeArrowheads="1"/>
            </p:cNvSpPr>
            <p:nvPr/>
          </p:nvSpPr>
          <p:spPr bwMode="auto">
            <a:xfrm flipH="1">
              <a:off x="7720013" y="3970735"/>
              <a:ext cx="838200" cy="285750"/>
            </a:xfrm>
            <a:prstGeom prst="rect">
              <a:avLst/>
            </a:prstGeom>
            <a:solidFill>
              <a:srgbClr val="FAC09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000" dirty="0">
                  <a:latin typeface="Tahoma" pitchFamily="34" charset="0"/>
                </a:rPr>
                <a:t>tag</a:t>
              </a:r>
            </a:p>
          </p:txBody>
        </p:sp>
        <p:sp>
          <p:nvSpPr>
            <p:cNvPr id="33813" name="Text Box 19"/>
            <p:cNvSpPr txBox="1">
              <a:spLocks noChangeArrowheads="1"/>
            </p:cNvSpPr>
            <p:nvPr/>
          </p:nvSpPr>
          <p:spPr bwMode="auto">
            <a:xfrm flipH="1">
              <a:off x="7638212" y="3542268"/>
              <a:ext cx="93667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Tahoma" pitchFamily="34" charset="0"/>
                </a:rPr>
                <a:t>S(</a:t>
              </a:r>
              <a:r>
                <a:rPr lang="en-US" dirty="0" err="1">
                  <a:latin typeface="Tahoma" pitchFamily="34" charset="0"/>
                </a:rPr>
                <a:t>k</a:t>
              </a:r>
              <a:r>
                <a:rPr kumimoji="1" lang="en-US" baseline="-25000" dirty="0" err="1">
                  <a:latin typeface="Comic Sans MS" pitchFamily="66" charset="0"/>
                </a:rPr>
                <a:t>I</a:t>
              </a:r>
              <a:r>
                <a:rPr kumimoji="1" lang="en-US" dirty="0">
                  <a:latin typeface="Comic Sans MS" pitchFamily="66" charset="0"/>
                </a:rPr>
                <a:t>, c)</a:t>
              </a:r>
              <a:endParaRPr kumimoji="1" lang="en-US" sz="2800" baseline="-25000" dirty="0">
                <a:latin typeface="Comic Sans MS" pitchFamily="66" charset="0"/>
              </a:endParaRPr>
            </a:p>
          </p:txBody>
        </p:sp>
        <p:sp>
          <p:nvSpPr>
            <p:cNvPr id="33814" name="Rectangle 20" descr="Horizontal brick"/>
            <p:cNvSpPr>
              <a:spLocks noChangeArrowheads="1"/>
            </p:cNvSpPr>
            <p:nvPr/>
          </p:nvSpPr>
          <p:spPr bwMode="auto">
            <a:xfrm>
              <a:off x="6272213" y="3971925"/>
              <a:ext cx="1370012" cy="285750"/>
            </a:xfrm>
            <a:prstGeom prst="rect">
              <a:avLst/>
            </a:prstGeom>
            <a:pattFill prst="horzBrick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5" name="Rectangle 21"/>
            <p:cNvSpPr>
              <a:spLocks noChangeArrowheads="1"/>
            </p:cNvSpPr>
            <p:nvPr/>
          </p:nvSpPr>
          <p:spPr bwMode="auto">
            <a:xfrm>
              <a:off x="1928813" y="5353050"/>
              <a:ext cx="1447800" cy="2857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</a:pPr>
              <a:r>
                <a:rPr lang="en-US" dirty="0" err="1">
                  <a:latin typeface="Tahoma" pitchFamily="34" charset="0"/>
                </a:rPr>
                <a:t>msg</a:t>
              </a:r>
              <a:r>
                <a:rPr lang="en-US" dirty="0">
                  <a:latin typeface="Tahoma" pitchFamily="34" charset="0"/>
                </a:rPr>
                <a:t>  m</a:t>
              </a:r>
            </a:p>
          </p:txBody>
        </p:sp>
        <p:sp>
          <p:nvSpPr>
            <p:cNvPr id="33816" name="AutoShape 22"/>
            <p:cNvSpPr>
              <a:spLocks noChangeArrowheads="1"/>
            </p:cNvSpPr>
            <p:nvPr/>
          </p:nvSpPr>
          <p:spPr bwMode="auto">
            <a:xfrm>
              <a:off x="3452813" y="5410200"/>
              <a:ext cx="304800" cy="171450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7" name="AutoShape 23"/>
            <p:cNvSpPr>
              <a:spLocks noChangeArrowheads="1"/>
            </p:cNvSpPr>
            <p:nvPr/>
          </p:nvSpPr>
          <p:spPr bwMode="auto">
            <a:xfrm>
              <a:off x="5662613" y="5410200"/>
              <a:ext cx="304800" cy="171450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8" name="Rectangle 24" descr="Horizontal brick"/>
            <p:cNvSpPr>
              <a:spLocks noChangeArrowheads="1"/>
            </p:cNvSpPr>
            <p:nvPr/>
          </p:nvSpPr>
          <p:spPr bwMode="auto">
            <a:xfrm>
              <a:off x="3987802" y="5353050"/>
              <a:ext cx="1370013" cy="285750"/>
            </a:xfrm>
            <a:prstGeom prst="rect">
              <a:avLst/>
            </a:prstGeom>
            <a:pattFill prst="horzBrick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9" name="Text Box 25"/>
            <p:cNvSpPr txBox="1">
              <a:spLocks noChangeArrowheads="1"/>
            </p:cNvSpPr>
            <p:nvPr/>
          </p:nvSpPr>
          <p:spPr bwMode="auto">
            <a:xfrm>
              <a:off x="4171801" y="4959350"/>
              <a:ext cx="96532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/>
                <a:t>E(</a:t>
              </a:r>
              <a:r>
                <a:rPr lang="en-US" dirty="0" err="1"/>
                <a:t>k</a:t>
              </a:r>
              <a:r>
                <a:rPr kumimoji="1" lang="en-US" baseline="-25000" dirty="0" err="1"/>
                <a:t>E</a:t>
              </a:r>
              <a:r>
                <a:rPr kumimoji="1" lang="en-US" dirty="0"/>
                <a:t> , m)</a:t>
              </a:r>
              <a:endParaRPr kumimoji="1" lang="en-US" sz="2800" baseline="-25000" dirty="0"/>
            </a:p>
          </p:txBody>
        </p:sp>
        <p:sp>
          <p:nvSpPr>
            <p:cNvPr id="60442" name="Rectangle 26"/>
            <p:cNvSpPr>
              <a:spLocks noChangeArrowheads="1"/>
            </p:cNvSpPr>
            <p:nvPr/>
          </p:nvSpPr>
          <p:spPr bwMode="auto">
            <a:xfrm flipH="1">
              <a:off x="7720013" y="5342335"/>
              <a:ext cx="838200" cy="285750"/>
            </a:xfrm>
            <a:prstGeom prst="rect">
              <a:avLst/>
            </a:prstGeom>
            <a:solidFill>
              <a:srgbClr val="FAC09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2000" dirty="0">
                  <a:latin typeface="Tahoma" pitchFamily="34" charset="0"/>
                </a:rPr>
                <a:t>tag</a:t>
              </a:r>
            </a:p>
          </p:txBody>
        </p:sp>
        <p:sp>
          <p:nvSpPr>
            <p:cNvPr id="33821" name="Text Box 27"/>
            <p:cNvSpPr txBox="1">
              <a:spLocks noChangeArrowheads="1"/>
            </p:cNvSpPr>
            <p:nvPr/>
          </p:nvSpPr>
          <p:spPr bwMode="auto">
            <a:xfrm flipH="1">
              <a:off x="7595156" y="4914900"/>
              <a:ext cx="99742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dirty="0">
                  <a:latin typeface="Tahoma" pitchFamily="34" charset="0"/>
                </a:rPr>
                <a:t>S(</a:t>
              </a:r>
              <a:r>
                <a:rPr lang="en-US" dirty="0" err="1">
                  <a:latin typeface="Tahoma" pitchFamily="34" charset="0"/>
                </a:rPr>
                <a:t>k</a:t>
              </a:r>
              <a:r>
                <a:rPr kumimoji="1" lang="en-US" baseline="-25000" dirty="0" err="1">
                  <a:latin typeface="Comic Sans MS" pitchFamily="66" charset="0"/>
                </a:rPr>
                <a:t>I</a:t>
              </a:r>
              <a:r>
                <a:rPr kumimoji="1" lang="en-US" dirty="0">
                  <a:latin typeface="Comic Sans MS" pitchFamily="66" charset="0"/>
                </a:rPr>
                <a:t>, m)</a:t>
              </a:r>
              <a:endParaRPr kumimoji="1" lang="en-US" sz="2800" baseline="-25000" dirty="0">
                <a:latin typeface="Comic Sans MS" pitchFamily="66" charset="0"/>
              </a:endParaRPr>
            </a:p>
          </p:txBody>
        </p:sp>
        <p:sp>
          <p:nvSpPr>
            <p:cNvPr id="33822" name="Rectangle 28" descr="Horizontal brick"/>
            <p:cNvSpPr>
              <a:spLocks noChangeArrowheads="1"/>
            </p:cNvSpPr>
            <p:nvPr/>
          </p:nvSpPr>
          <p:spPr bwMode="auto">
            <a:xfrm>
              <a:off x="6272213" y="5343525"/>
              <a:ext cx="1370012" cy="285750"/>
            </a:xfrm>
            <a:prstGeom prst="rect">
              <a:avLst/>
            </a:prstGeom>
            <a:pattFill prst="horzBrick">
              <a:fgClr>
                <a:schemeClr val="accent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50337" y="4839890"/>
            <a:ext cx="10881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</a:rPr>
              <a:t>always</a:t>
            </a:r>
            <a:br>
              <a:rPr lang="en-US" sz="2400" b="1" dirty="0">
                <a:solidFill>
                  <a:srgbClr val="008000"/>
                </a:solidFill>
              </a:rPr>
            </a:br>
            <a:r>
              <a:rPr lang="en-US" sz="2400" b="1" dirty="0">
                <a:solidFill>
                  <a:srgbClr val="008000"/>
                </a:solidFill>
              </a:rPr>
              <a:t>correct</a:t>
            </a:r>
          </a:p>
        </p:txBody>
      </p:sp>
    </p:spTree>
    <p:extLst>
      <p:ext uri="{BB962C8B-B14F-4D97-AF65-F5344CB8AC3E}">
        <p14:creationId xmlns:p14="http://schemas.microsoft.com/office/powerpoint/2010/main" val="239060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48" grpId="0" animBg="1"/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A.E.   Theorems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  (E,D)   be CPA secure cipher   and   (S,V) secure MAC.    Then: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Encrypt-then-MAC</a:t>
            </a:r>
            <a:r>
              <a:rPr lang="en-US" dirty="0"/>
              <a:t>:   always provides  A.E.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MAC-then-encrypt</a:t>
            </a:r>
            <a:r>
              <a:rPr lang="en-US" dirty="0"/>
              <a:t>:   may be insecure against CCA attacks</a:t>
            </a:r>
          </a:p>
          <a:p>
            <a:pPr marL="0" indent="0">
              <a:spcBef>
                <a:spcPts val="1776"/>
              </a:spcBef>
              <a:buNone/>
            </a:pPr>
            <a:r>
              <a:rPr lang="en-US" dirty="0"/>
              <a:t>	however:    when  (E,D)  is  rand-CTR mode or rand-CBC</a:t>
            </a:r>
            <a:br>
              <a:rPr lang="en-US" dirty="0"/>
            </a:br>
            <a:r>
              <a:rPr lang="en-US" dirty="0"/>
              <a:t>			M-then-E  provides  A.E. </a:t>
            </a:r>
          </a:p>
          <a:p>
            <a:pPr marL="0" indent="0">
              <a:spcBef>
                <a:spcPts val="1824"/>
              </a:spcBef>
              <a:buNone/>
            </a:pPr>
            <a:r>
              <a:rPr lang="en-US" dirty="0"/>
              <a:t>	for rand-CTR mode, one-time MAC is sufficient</a:t>
            </a:r>
          </a:p>
        </p:txBody>
      </p:sp>
    </p:spTree>
    <p:extLst>
      <p:ext uri="{BB962C8B-B14F-4D97-AF65-F5344CB8AC3E}">
        <p14:creationId xmlns:p14="http://schemas.microsoft.com/office/powerpoint/2010/main" val="314532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Standards  </a:t>
            </a:r>
            <a:r>
              <a:rPr lang="en-US" sz="2800" dirty="0"/>
              <a:t>(at a high level)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spcBef>
                <a:spcPts val="1776"/>
              </a:spcBef>
            </a:pPr>
            <a:r>
              <a:rPr lang="en-US" b="1" dirty="0"/>
              <a:t>GCM</a:t>
            </a:r>
            <a:r>
              <a:rPr lang="en-US" dirty="0"/>
              <a:t>:     CTR mode encryption  then   CW-MAC</a:t>
            </a:r>
          </a:p>
          <a:p>
            <a:pPr marL="0" indent="0">
              <a:spcBef>
                <a:spcPts val="576"/>
              </a:spcBef>
              <a:buNone/>
            </a:pPr>
            <a:r>
              <a:rPr lang="en-US" dirty="0"/>
              <a:t>			(</a:t>
            </a:r>
            <a:r>
              <a:rPr lang="en-US" sz="2000" dirty="0"/>
              <a:t>accelerated via Intel’s PCLMULQDQ instruction)</a:t>
            </a:r>
            <a:endParaRPr lang="en-US" dirty="0"/>
          </a:p>
          <a:p>
            <a:pPr>
              <a:spcBef>
                <a:spcPts val="1824"/>
              </a:spcBef>
            </a:pPr>
            <a:r>
              <a:rPr lang="en-US" b="1" dirty="0"/>
              <a:t>CCM</a:t>
            </a:r>
            <a:r>
              <a:rPr lang="en-US" dirty="0"/>
              <a:t>:     CBC-MAC   then   CTR mode encryption  </a:t>
            </a:r>
            <a:r>
              <a:rPr lang="en-US" sz="2000" dirty="0"/>
              <a:t>(802.11i)</a:t>
            </a:r>
          </a:p>
          <a:p>
            <a:pPr>
              <a:spcBef>
                <a:spcPts val="1776"/>
              </a:spcBef>
            </a:pPr>
            <a:r>
              <a:rPr lang="en-US" b="1" dirty="0"/>
              <a:t>EAX</a:t>
            </a:r>
            <a:r>
              <a:rPr lang="en-US" dirty="0"/>
              <a:t>:       CTR mode encryption  then  CMAC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1" y="4019490"/>
            <a:ext cx="8187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All support AEAD:  (auth. enc. with associated data).       All are nonce-based. </a:t>
            </a:r>
          </a:p>
        </p:txBody>
      </p:sp>
      <p:sp>
        <p:nvSpPr>
          <p:cNvPr id="6" name="Rectangle 10" descr="Horizontal brick"/>
          <p:cNvSpPr>
            <a:spLocks noChangeArrowheads="1"/>
          </p:cNvSpPr>
          <p:nvPr/>
        </p:nvSpPr>
        <p:spPr bwMode="auto">
          <a:xfrm>
            <a:off x="3581400" y="5124450"/>
            <a:ext cx="3276600" cy="304800"/>
          </a:xfrm>
          <a:prstGeom prst="rect">
            <a:avLst/>
          </a:prstGeom>
          <a:pattFill prst="horzBrick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0090"/>
                </a:solidFill>
                <a:latin typeface="Tahoma"/>
                <a:cs typeface="Tahoma"/>
              </a:rPr>
              <a:t>encrypted data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1828800" y="5124450"/>
            <a:ext cx="1752600" cy="29845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defRPr/>
            </a:pPr>
            <a:r>
              <a:rPr lang="en-US" dirty="0">
                <a:solidFill>
                  <a:srgbClr val="000090"/>
                </a:solidFill>
                <a:latin typeface="Tahoma" pitchFamily="34" charset="0"/>
              </a:rPr>
              <a:t>associated data</a:t>
            </a:r>
          </a:p>
        </p:txBody>
      </p:sp>
      <p:sp>
        <p:nvSpPr>
          <p:cNvPr id="9" name="Right Brace 8"/>
          <p:cNvSpPr/>
          <p:nvPr/>
        </p:nvSpPr>
        <p:spPr>
          <a:xfrm rot="5400000">
            <a:off x="4305300" y="3028950"/>
            <a:ext cx="76200" cy="50292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05200" y="5498068"/>
            <a:ext cx="150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authenticated</a:t>
            </a:r>
          </a:p>
        </p:txBody>
      </p:sp>
      <p:sp>
        <p:nvSpPr>
          <p:cNvPr id="11" name="Right Brace 10"/>
          <p:cNvSpPr/>
          <p:nvPr/>
        </p:nvSpPr>
        <p:spPr>
          <a:xfrm rot="16200000" flipV="1">
            <a:off x="5143500" y="3314699"/>
            <a:ext cx="152401" cy="32766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4648201" y="4495800"/>
            <a:ext cx="1138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encrypted</a:t>
            </a:r>
          </a:p>
        </p:txBody>
      </p:sp>
    </p:spTree>
    <p:extLst>
      <p:ext uri="{BB962C8B-B14F-4D97-AF65-F5344CB8AC3E}">
        <p14:creationId xmlns:p14="http://schemas.microsoft.com/office/powerpoint/2010/main" val="13132889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API  (</a:t>
            </a:r>
            <a:r>
              <a:rPr lang="en-US" dirty="0" err="1"/>
              <a:t>OpenSSL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 err="1"/>
              <a:t>AES_GCM_Init</a:t>
            </a:r>
            <a:r>
              <a:rPr lang="en-US" dirty="0"/>
              <a:t>(AES_GCM_CTX *</a:t>
            </a:r>
            <a:r>
              <a:rPr lang="en-US" dirty="0" err="1"/>
              <a:t>ain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	unsigned char *</a:t>
            </a:r>
            <a:r>
              <a:rPr lang="en-US" b="1" dirty="0"/>
              <a:t>nonce</a:t>
            </a:r>
            <a:r>
              <a:rPr lang="en-US" dirty="0"/>
              <a:t>,   unsigned long </a:t>
            </a:r>
            <a:r>
              <a:rPr lang="en-US" dirty="0" err="1"/>
              <a:t>noncelen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	unsigned char *</a:t>
            </a:r>
            <a:r>
              <a:rPr lang="en-US" b="1" dirty="0"/>
              <a:t>key</a:t>
            </a:r>
            <a:r>
              <a:rPr lang="en-US" dirty="0"/>
              <a:t>,   unsigned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klen</a:t>
            </a:r>
            <a:r>
              <a:rPr lang="en-US" dirty="0"/>
              <a:t> 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b="1" dirty="0" err="1"/>
              <a:t>AES_GCM_EncryptUpdate</a:t>
            </a:r>
            <a:r>
              <a:rPr lang="en-US" dirty="0"/>
              <a:t>(AES_GCM_CTX *a,</a:t>
            </a:r>
          </a:p>
          <a:p>
            <a:pPr marL="0" indent="0">
              <a:buNone/>
            </a:pPr>
            <a:r>
              <a:rPr lang="en-US" dirty="0"/>
              <a:t>	unsigned char *</a:t>
            </a:r>
            <a:r>
              <a:rPr lang="en-US" b="1" dirty="0" err="1"/>
              <a:t>aad</a:t>
            </a:r>
            <a:r>
              <a:rPr lang="en-US" dirty="0"/>
              <a:t>,   unsigned long </a:t>
            </a:r>
            <a:r>
              <a:rPr lang="en-US" dirty="0" err="1"/>
              <a:t>aadlen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	unsigned char *</a:t>
            </a:r>
            <a:r>
              <a:rPr lang="en-US" b="1" dirty="0"/>
              <a:t>data</a:t>
            </a:r>
            <a:r>
              <a:rPr lang="en-US" dirty="0"/>
              <a:t>,   unsigned long </a:t>
            </a:r>
            <a:r>
              <a:rPr lang="en-US" dirty="0" err="1"/>
              <a:t>datalen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	unsigned char *</a:t>
            </a:r>
            <a:r>
              <a:rPr lang="en-US" b="1" dirty="0"/>
              <a:t>out</a:t>
            </a:r>
            <a:r>
              <a:rPr lang="en-US" dirty="0"/>
              <a:t>,   unsigned long *</a:t>
            </a:r>
            <a:r>
              <a:rPr lang="en-US" dirty="0" err="1"/>
              <a:t>outlen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759687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OCB:  a direct construction from a PRP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F29F1A-EE85-F40D-4963-0FE1AA1CB29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4821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57200" y="1847850"/>
            <a:ext cx="822960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sz="2000" b="1" dirty="0">
                <a:latin typeface="Arial" charset="0"/>
              </a:rPr>
              <a:t> More efficient authenticated encryption:  </a:t>
            </a:r>
            <a:r>
              <a:rPr lang="en-US" sz="2000" dirty="0">
                <a:latin typeface="Arial" charset="0"/>
              </a:rPr>
              <a:t>one E() op. per block. </a:t>
            </a:r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auto">
          <a:xfrm>
            <a:off x="649288" y="2608659"/>
            <a:ext cx="1524000" cy="285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m[0]</a:t>
            </a:r>
          </a:p>
        </p:txBody>
      </p:sp>
      <p:sp>
        <p:nvSpPr>
          <p:cNvPr id="34823" name="Rectangle 6"/>
          <p:cNvSpPr>
            <a:spLocks noChangeArrowheads="1"/>
          </p:cNvSpPr>
          <p:nvPr/>
        </p:nvSpPr>
        <p:spPr bwMode="auto">
          <a:xfrm>
            <a:off x="2173288" y="2608659"/>
            <a:ext cx="1676400" cy="285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m[1]</a:t>
            </a:r>
          </a:p>
        </p:txBody>
      </p:sp>
      <p:sp>
        <p:nvSpPr>
          <p:cNvPr id="34824" name="Rectangle 7"/>
          <p:cNvSpPr>
            <a:spLocks noChangeArrowheads="1"/>
          </p:cNvSpPr>
          <p:nvPr/>
        </p:nvSpPr>
        <p:spPr bwMode="auto">
          <a:xfrm>
            <a:off x="3849688" y="2608659"/>
            <a:ext cx="1600200" cy="285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m[2]</a:t>
            </a:r>
          </a:p>
        </p:txBody>
      </p:sp>
      <p:sp>
        <p:nvSpPr>
          <p:cNvPr id="34825" name="Rectangle 8"/>
          <p:cNvSpPr>
            <a:spLocks noChangeArrowheads="1"/>
          </p:cNvSpPr>
          <p:nvPr/>
        </p:nvSpPr>
        <p:spPr bwMode="auto">
          <a:xfrm>
            <a:off x="5449888" y="2608659"/>
            <a:ext cx="1524000" cy="285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m[3]</a:t>
            </a:r>
          </a:p>
        </p:txBody>
      </p:sp>
      <p:sp>
        <p:nvSpPr>
          <p:cNvPr id="34826" name="Text Box 9"/>
          <p:cNvSpPr txBox="1">
            <a:spLocks noChangeArrowheads="1"/>
          </p:cNvSpPr>
          <p:nvPr/>
        </p:nvSpPr>
        <p:spPr bwMode="auto">
          <a:xfrm>
            <a:off x="1143000" y="2975373"/>
            <a:ext cx="49985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27" name="Text Box 10"/>
          <p:cNvSpPr txBox="1">
            <a:spLocks noChangeArrowheads="1"/>
          </p:cNvSpPr>
          <p:nvPr/>
        </p:nvSpPr>
        <p:spPr bwMode="auto">
          <a:xfrm>
            <a:off x="6059489" y="2975373"/>
            <a:ext cx="49985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28" name="Text Box 11"/>
          <p:cNvSpPr txBox="1">
            <a:spLocks noChangeArrowheads="1"/>
          </p:cNvSpPr>
          <p:nvPr/>
        </p:nvSpPr>
        <p:spPr bwMode="auto">
          <a:xfrm>
            <a:off x="2859089" y="2975373"/>
            <a:ext cx="49985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29" name="Line 12"/>
          <p:cNvSpPr>
            <a:spLocks noChangeShapeType="1"/>
          </p:cNvSpPr>
          <p:nvPr/>
        </p:nvSpPr>
        <p:spPr bwMode="auto">
          <a:xfrm>
            <a:off x="1379538" y="289560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30" name="Line 13"/>
          <p:cNvSpPr>
            <a:spLocks noChangeShapeType="1"/>
          </p:cNvSpPr>
          <p:nvPr/>
        </p:nvSpPr>
        <p:spPr bwMode="auto">
          <a:xfrm>
            <a:off x="3087688" y="2919412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31" name="Line 14"/>
          <p:cNvSpPr>
            <a:spLocks noChangeShapeType="1"/>
          </p:cNvSpPr>
          <p:nvPr/>
        </p:nvSpPr>
        <p:spPr bwMode="auto">
          <a:xfrm>
            <a:off x="6288088" y="289560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32" name="Text Box 15"/>
          <p:cNvSpPr txBox="1">
            <a:spLocks noChangeArrowheads="1"/>
          </p:cNvSpPr>
          <p:nvPr/>
        </p:nvSpPr>
        <p:spPr bwMode="auto">
          <a:xfrm>
            <a:off x="4572000" y="2975373"/>
            <a:ext cx="49985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33" name="Line 16"/>
          <p:cNvSpPr>
            <a:spLocks noChangeShapeType="1"/>
          </p:cNvSpPr>
          <p:nvPr/>
        </p:nvSpPr>
        <p:spPr bwMode="auto">
          <a:xfrm>
            <a:off x="4800600" y="2919412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34" name="Rectangle 17"/>
          <p:cNvSpPr>
            <a:spLocks noChangeArrowheads="1"/>
          </p:cNvSpPr>
          <p:nvPr/>
        </p:nvSpPr>
        <p:spPr bwMode="auto">
          <a:xfrm>
            <a:off x="982663" y="3709987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charset="0"/>
              </a:rPr>
              <a:t>E(k,</a:t>
            </a:r>
            <a:r>
              <a:rPr lang="en-US">
                <a:latin typeface="Arial" charset="0"/>
                <a:sym typeface="Symbol" pitchFamily="18" charset="2"/>
              </a:rPr>
              <a:t>)</a:t>
            </a:r>
          </a:p>
        </p:txBody>
      </p:sp>
      <p:sp>
        <p:nvSpPr>
          <p:cNvPr id="34835" name="Rectangle 18"/>
          <p:cNvSpPr>
            <a:spLocks noChangeArrowheads="1"/>
          </p:cNvSpPr>
          <p:nvPr/>
        </p:nvSpPr>
        <p:spPr bwMode="auto">
          <a:xfrm>
            <a:off x="2659063" y="3709987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charset="0"/>
              </a:rPr>
              <a:t>E(k,</a:t>
            </a:r>
            <a:r>
              <a:rPr lang="en-US">
                <a:latin typeface="Arial" charset="0"/>
                <a:sym typeface="Symbol" pitchFamily="18" charset="2"/>
              </a:rPr>
              <a:t>)</a:t>
            </a:r>
          </a:p>
        </p:txBody>
      </p:sp>
      <p:sp>
        <p:nvSpPr>
          <p:cNvPr id="34836" name="Rectangle 19"/>
          <p:cNvSpPr>
            <a:spLocks noChangeArrowheads="1"/>
          </p:cNvSpPr>
          <p:nvPr/>
        </p:nvSpPr>
        <p:spPr bwMode="auto">
          <a:xfrm>
            <a:off x="5859463" y="3709987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charset="0"/>
              </a:rPr>
              <a:t>E(k,</a:t>
            </a:r>
            <a:r>
              <a:rPr lang="en-US">
                <a:latin typeface="Arial" charset="0"/>
                <a:sym typeface="Symbol" pitchFamily="18" charset="2"/>
              </a:rPr>
              <a:t>)</a:t>
            </a:r>
          </a:p>
        </p:txBody>
      </p:sp>
      <p:sp>
        <p:nvSpPr>
          <p:cNvPr id="34837" name="Line 20"/>
          <p:cNvSpPr>
            <a:spLocks noChangeShapeType="1"/>
          </p:cNvSpPr>
          <p:nvPr/>
        </p:nvSpPr>
        <p:spPr bwMode="auto">
          <a:xfrm>
            <a:off x="3116263" y="3443287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38" name="Line 21"/>
          <p:cNvSpPr>
            <a:spLocks noChangeShapeType="1"/>
          </p:cNvSpPr>
          <p:nvPr/>
        </p:nvSpPr>
        <p:spPr bwMode="auto">
          <a:xfrm>
            <a:off x="6316663" y="3443287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39" name="Line 22"/>
          <p:cNvSpPr>
            <a:spLocks noChangeShapeType="1"/>
          </p:cNvSpPr>
          <p:nvPr/>
        </p:nvSpPr>
        <p:spPr bwMode="auto">
          <a:xfrm>
            <a:off x="1363663" y="3443287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40" name="Rectangle 23"/>
          <p:cNvSpPr>
            <a:spLocks noChangeArrowheads="1"/>
          </p:cNvSpPr>
          <p:nvPr/>
        </p:nvSpPr>
        <p:spPr bwMode="auto">
          <a:xfrm>
            <a:off x="4335463" y="3709987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charset="0"/>
              </a:rPr>
              <a:t>E(k,</a:t>
            </a:r>
            <a:r>
              <a:rPr lang="en-US">
                <a:latin typeface="Arial" charset="0"/>
                <a:sym typeface="Symbol" pitchFamily="18" charset="2"/>
              </a:rPr>
              <a:t>)</a:t>
            </a:r>
          </a:p>
        </p:txBody>
      </p:sp>
      <p:sp>
        <p:nvSpPr>
          <p:cNvPr id="34841" name="Line 24"/>
          <p:cNvSpPr>
            <a:spLocks noChangeShapeType="1"/>
          </p:cNvSpPr>
          <p:nvPr/>
        </p:nvSpPr>
        <p:spPr bwMode="auto">
          <a:xfrm>
            <a:off x="4829175" y="3443287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4842" name="Group 25"/>
          <p:cNvGrpSpPr>
            <a:grpSpLocks/>
          </p:cNvGrpSpPr>
          <p:nvPr/>
        </p:nvGrpSpPr>
        <p:grpSpPr bwMode="auto">
          <a:xfrm>
            <a:off x="-38100" y="3065863"/>
            <a:ext cx="1252538" cy="369095"/>
            <a:chOff x="411" y="1777"/>
            <a:chExt cx="789" cy="310"/>
          </a:xfrm>
        </p:grpSpPr>
        <p:sp>
          <p:nvSpPr>
            <p:cNvPr id="34895" name="Line 26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6" name="Text Box 27"/>
            <p:cNvSpPr txBox="1">
              <a:spLocks noChangeArrowheads="1"/>
            </p:cNvSpPr>
            <p:nvPr/>
          </p:nvSpPr>
          <p:spPr bwMode="auto">
            <a:xfrm>
              <a:off x="411" y="1777"/>
              <a:ext cx="65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charset="0"/>
                </a:rPr>
                <a:t>P(N,k,0)</a:t>
              </a:r>
            </a:p>
          </p:txBody>
        </p:sp>
      </p:grpSp>
      <p:grpSp>
        <p:nvGrpSpPr>
          <p:cNvPr id="34843" name="Group 28"/>
          <p:cNvGrpSpPr>
            <a:grpSpLocks/>
          </p:cNvGrpSpPr>
          <p:nvPr/>
        </p:nvGrpSpPr>
        <p:grpSpPr bwMode="auto">
          <a:xfrm>
            <a:off x="1643064" y="3065863"/>
            <a:ext cx="1262062" cy="369095"/>
            <a:chOff x="405" y="1777"/>
            <a:chExt cx="795" cy="310"/>
          </a:xfrm>
        </p:grpSpPr>
        <p:sp>
          <p:nvSpPr>
            <p:cNvPr id="34893" name="Line 29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4" name="Text Box 30"/>
            <p:cNvSpPr txBox="1">
              <a:spLocks noChangeArrowheads="1"/>
            </p:cNvSpPr>
            <p:nvPr/>
          </p:nvSpPr>
          <p:spPr bwMode="auto">
            <a:xfrm>
              <a:off x="405" y="1777"/>
              <a:ext cx="65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latin typeface="Arial" charset="0"/>
                </a:rPr>
                <a:t>P(N,k,1)</a:t>
              </a:r>
            </a:p>
          </p:txBody>
        </p:sp>
      </p:grpSp>
      <p:grpSp>
        <p:nvGrpSpPr>
          <p:cNvPr id="34844" name="Group 31"/>
          <p:cNvGrpSpPr>
            <a:grpSpLocks/>
          </p:cNvGrpSpPr>
          <p:nvPr/>
        </p:nvGrpSpPr>
        <p:grpSpPr bwMode="auto">
          <a:xfrm>
            <a:off x="3395664" y="3065863"/>
            <a:ext cx="1262062" cy="369095"/>
            <a:chOff x="405" y="1783"/>
            <a:chExt cx="795" cy="310"/>
          </a:xfrm>
        </p:grpSpPr>
        <p:sp>
          <p:nvSpPr>
            <p:cNvPr id="34891" name="Line 32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2" name="Text Box 33"/>
            <p:cNvSpPr txBox="1">
              <a:spLocks noChangeArrowheads="1"/>
            </p:cNvSpPr>
            <p:nvPr/>
          </p:nvSpPr>
          <p:spPr bwMode="auto">
            <a:xfrm>
              <a:off x="405" y="1783"/>
              <a:ext cx="65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latin typeface="Arial" charset="0"/>
                </a:rPr>
                <a:t>P(N,k,2)</a:t>
              </a:r>
            </a:p>
          </p:txBody>
        </p:sp>
      </p:grpSp>
      <p:grpSp>
        <p:nvGrpSpPr>
          <p:cNvPr id="34845" name="Group 34"/>
          <p:cNvGrpSpPr>
            <a:grpSpLocks/>
          </p:cNvGrpSpPr>
          <p:nvPr/>
        </p:nvGrpSpPr>
        <p:grpSpPr bwMode="auto">
          <a:xfrm>
            <a:off x="4933950" y="3065861"/>
            <a:ext cx="1238250" cy="369093"/>
            <a:chOff x="420" y="1768"/>
            <a:chExt cx="780" cy="310"/>
          </a:xfrm>
        </p:grpSpPr>
        <p:sp>
          <p:nvSpPr>
            <p:cNvPr id="34889" name="Line 35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90" name="Text Box 36"/>
            <p:cNvSpPr txBox="1">
              <a:spLocks noChangeArrowheads="1"/>
            </p:cNvSpPr>
            <p:nvPr/>
          </p:nvSpPr>
          <p:spPr bwMode="auto">
            <a:xfrm>
              <a:off x="420" y="1768"/>
              <a:ext cx="65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latin typeface="Arial" charset="0"/>
                </a:rPr>
                <a:t>P(N,k,3)</a:t>
              </a:r>
            </a:p>
          </p:txBody>
        </p:sp>
      </p:grpSp>
      <p:sp>
        <p:nvSpPr>
          <p:cNvPr id="34846" name="Text Box 37"/>
          <p:cNvSpPr txBox="1">
            <a:spLocks noChangeArrowheads="1"/>
          </p:cNvSpPr>
          <p:nvPr/>
        </p:nvSpPr>
        <p:spPr bwMode="auto">
          <a:xfrm>
            <a:off x="1146175" y="4442223"/>
            <a:ext cx="49985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47" name="Text Box 38"/>
          <p:cNvSpPr txBox="1">
            <a:spLocks noChangeArrowheads="1"/>
          </p:cNvSpPr>
          <p:nvPr/>
        </p:nvSpPr>
        <p:spPr bwMode="auto">
          <a:xfrm>
            <a:off x="6062664" y="4442223"/>
            <a:ext cx="49985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48" name="Text Box 39"/>
          <p:cNvSpPr txBox="1">
            <a:spLocks noChangeArrowheads="1"/>
          </p:cNvSpPr>
          <p:nvPr/>
        </p:nvSpPr>
        <p:spPr bwMode="auto">
          <a:xfrm>
            <a:off x="2862264" y="4442223"/>
            <a:ext cx="49985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49" name="Line 40"/>
          <p:cNvSpPr>
            <a:spLocks noChangeShapeType="1"/>
          </p:cNvSpPr>
          <p:nvPr/>
        </p:nvSpPr>
        <p:spPr bwMode="auto">
          <a:xfrm>
            <a:off x="1382713" y="434816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50" name="Line 41"/>
          <p:cNvSpPr>
            <a:spLocks noChangeShapeType="1"/>
          </p:cNvSpPr>
          <p:nvPr/>
        </p:nvSpPr>
        <p:spPr bwMode="auto">
          <a:xfrm>
            <a:off x="3090863" y="4371976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51" name="Line 42"/>
          <p:cNvSpPr>
            <a:spLocks noChangeShapeType="1"/>
          </p:cNvSpPr>
          <p:nvPr/>
        </p:nvSpPr>
        <p:spPr bwMode="auto">
          <a:xfrm>
            <a:off x="6291263" y="4348163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52" name="Text Box 43"/>
          <p:cNvSpPr txBox="1">
            <a:spLocks noChangeArrowheads="1"/>
          </p:cNvSpPr>
          <p:nvPr/>
        </p:nvSpPr>
        <p:spPr bwMode="auto">
          <a:xfrm>
            <a:off x="4575175" y="4442223"/>
            <a:ext cx="49985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53" name="Line 44"/>
          <p:cNvSpPr>
            <a:spLocks noChangeShapeType="1"/>
          </p:cNvSpPr>
          <p:nvPr/>
        </p:nvSpPr>
        <p:spPr bwMode="auto">
          <a:xfrm>
            <a:off x="4803775" y="4371976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54" name="Line 45"/>
          <p:cNvSpPr>
            <a:spLocks noChangeShapeType="1"/>
          </p:cNvSpPr>
          <p:nvPr/>
        </p:nvSpPr>
        <p:spPr bwMode="auto">
          <a:xfrm>
            <a:off x="3119438" y="491490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55" name="Line 46"/>
          <p:cNvSpPr>
            <a:spLocks noChangeShapeType="1"/>
          </p:cNvSpPr>
          <p:nvPr/>
        </p:nvSpPr>
        <p:spPr bwMode="auto">
          <a:xfrm>
            <a:off x="6319838" y="491490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56" name="Line 47"/>
          <p:cNvSpPr>
            <a:spLocks noChangeShapeType="1"/>
          </p:cNvSpPr>
          <p:nvPr/>
        </p:nvSpPr>
        <p:spPr bwMode="auto">
          <a:xfrm>
            <a:off x="1366838" y="491490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57" name="Line 48"/>
          <p:cNvSpPr>
            <a:spLocks noChangeShapeType="1"/>
          </p:cNvSpPr>
          <p:nvPr/>
        </p:nvSpPr>
        <p:spPr bwMode="auto">
          <a:xfrm>
            <a:off x="4832350" y="491490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4858" name="Group 49"/>
          <p:cNvGrpSpPr>
            <a:grpSpLocks/>
          </p:cNvGrpSpPr>
          <p:nvPr/>
        </p:nvGrpSpPr>
        <p:grpSpPr bwMode="auto">
          <a:xfrm>
            <a:off x="1" y="4539063"/>
            <a:ext cx="1262063" cy="369095"/>
            <a:chOff x="405" y="1769"/>
            <a:chExt cx="795" cy="310"/>
          </a:xfrm>
        </p:grpSpPr>
        <p:sp>
          <p:nvSpPr>
            <p:cNvPr id="34887" name="Line 50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88" name="Text Box 51"/>
            <p:cNvSpPr txBox="1">
              <a:spLocks noChangeArrowheads="1"/>
            </p:cNvSpPr>
            <p:nvPr/>
          </p:nvSpPr>
          <p:spPr bwMode="auto">
            <a:xfrm>
              <a:off x="405" y="1769"/>
              <a:ext cx="65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latin typeface="Arial" charset="0"/>
                </a:rPr>
                <a:t>P(N,k,0)</a:t>
              </a:r>
            </a:p>
          </p:txBody>
        </p:sp>
      </p:grpSp>
      <p:grpSp>
        <p:nvGrpSpPr>
          <p:cNvPr id="34859" name="Group 52"/>
          <p:cNvGrpSpPr>
            <a:grpSpLocks/>
          </p:cNvGrpSpPr>
          <p:nvPr/>
        </p:nvGrpSpPr>
        <p:grpSpPr bwMode="auto">
          <a:xfrm>
            <a:off x="1690689" y="4539063"/>
            <a:ext cx="1262062" cy="369095"/>
            <a:chOff x="405" y="1769"/>
            <a:chExt cx="795" cy="310"/>
          </a:xfrm>
        </p:grpSpPr>
        <p:sp>
          <p:nvSpPr>
            <p:cNvPr id="34885" name="Line 53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86" name="Text Box 54"/>
            <p:cNvSpPr txBox="1">
              <a:spLocks noChangeArrowheads="1"/>
            </p:cNvSpPr>
            <p:nvPr/>
          </p:nvSpPr>
          <p:spPr bwMode="auto">
            <a:xfrm>
              <a:off x="405" y="1769"/>
              <a:ext cx="65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latin typeface="Arial" charset="0"/>
                </a:rPr>
                <a:t>P(N,k,1)</a:t>
              </a:r>
            </a:p>
          </p:txBody>
        </p:sp>
      </p:grpSp>
      <p:grpSp>
        <p:nvGrpSpPr>
          <p:cNvPr id="34860" name="Group 55"/>
          <p:cNvGrpSpPr>
            <a:grpSpLocks/>
          </p:cNvGrpSpPr>
          <p:nvPr/>
        </p:nvGrpSpPr>
        <p:grpSpPr bwMode="auto">
          <a:xfrm>
            <a:off x="3443289" y="4539060"/>
            <a:ext cx="1262062" cy="369095"/>
            <a:chOff x="405" y="1775"/>
            <a:chExt cx="795" cy="310"/>
          </a:xfrm>
        </p:grpSpPr>
        <p:sp>
          <p:nvSpPr>
            <p:cNvPr id="34883" name="Line 56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84" name="Text Box 57"/>
            <p:cNvSpPr txBox="1">
              <a:spLocks noChangeArrowheads="1"/>
            </p:cNvSpPr>
            <p:nvPr/>
          </p:nvSpPr>
          <p:spPr bwMode="auto">
            <a:xfrm>
              <a:off x="405" y="1775"/>
              <a:ext cx="65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latin typeface="Arial" charset="0"/>
                </a:rPr>
                <a:t>P(N,k,2)</a:t>
              </a:r>
            </a:p>
          </p:txBody>
        </p:sp>
      </p:grpSp>
      <p:grpSp>
        <p:nvGrpSpPr>
          <p:cNvPr id="34861" name="Group 58"/>
          <p:cNvGrpSpPr>
            <a:grpSpLocks/>
          </p:cNvGrpSpPr>
          <p:nvPr/>
        </p:nvGrpSpPr>
        <p:grpSpPr bwMode="auto">
          <a:xfrm>
            <a:off x="4938714" y="4513661"/>
            <a:ext cx="1262062" cy="369093"/>
            <a:chOff x="405" y="1760"/>
            <a:chExt cx="795" cy="310"/>
          </a:xfrm>
        </p:grpSpPr>
        <p:sp>
          <p:nvSpPr>
            <p:cNvPr id="34881" name="Line 59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82" name="Text Box 60"/>
            <p:cNvSpPr txBox="1">
              <a:spLocks noChangeArrowheads="1"/>
            </p:cNvSpPr>
            <p:nvPr/>
          </p:nvSpPr>
          <p:spPr bwMode="auto">
            <a:xfrm>
              <a:off x="405" y="1760"/>
              <a:ext cx="65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latin typeface="Arial" charset="0"/>
                </a:rPr>
                <a:t>P(N,k,3)</a:t>
              </a:r>
            </a:p>
          </p:txBody>
        </p:sp>
      </p:grpSp>
      <p:sp>
        <p:nvSpPr>
          <p:cNvPr id="34862" name="Rectangle 61"/>
          <p:cNvSpPr>
            <a:spLocks noChangeArrowheads="1"/>
          </p:cNvSpPr>
          <p:nvPr/>
        </p:nvSpPr>
        <p:spPr bwMode="auto">
          <a:xfrm>
            <a:off x="615950" y="5200650"/>
            <a:ext cx="15240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c[0]</a:t>
            </a:r>
          </a:p>
        </p:txBody>
      </p:sp>
      <p:sp>
        <p:nvSpPr>
          <p:cNvPr id="34863" name="Rectangle 62"/>
          <p:cNvSpPr>
            <a:spLocks noChangeArrowheads="1"/>
          </p:cNvSpPr>
          <p:nvPr/>
        </p:nvSpPr>
        <p:spPr bwMode="auto">
          <a:xfrm>
            <a:off x="2139950" y="5200650"/>
            <a:ext cx="16764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c[1]</a:t>
            </a:r>
          </a:p>
        </p:txBody>
      </p:sp>
      <p:sp>
        <p:nvSpPr>
          <p:cNvPr id="34864" name="Rectangle 63"/>
          <p:cNvSpPr>
            <a:spLocks noChangeArrowheads="1"/>
          </p:cNvSpPr>
          <p:nvPr/>
        </p:nvSpPr>
        <p:spPr bwMode="auto">
          <a:xfrm>
            <a:off x="3816350" y="5200650"/>
            <a:ext cx="16002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c[2]</a:t>
            </a:r>
          </a:p>
        </p:txBody>
      </p:sp>
      <p:sp>
        <p:nvSpPr>
          <p:cNvPr id="34865" name="Rectangle 64"/>
          <p:cNvSpPr>
            <a:spLocks noChangeArrowheads="1"/>
          </p:cNvSpPr>
          <p:nvPr/>
        </p:nvSpPr>
        <p:spPr bwMode="auto">
          <a:xfrm>
            <a:off x="5416550" y="5200650"/>
            <a:ext cx="15240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c[3]</a:t>
            </a:r>
          </a:p>
        </p:txBody>
      </p:sp>
      <p:sp>
        <p:nvSpPr>
          <p:cNvPr id="34866" name="Rectangle 65"/>
          <p:cNvSpPr>
            <a:spLocks noChangeArrowheads="1"/>
          </p:cNvSpPr>
          <p:nvPr/>
        </p:nvSpPr>
        <p:spPr bwMode="auto">
          <a:xfrm>
            <a:off x="7245350" y="2608660"/>
            <a:ext cx="1143000" cy="28336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checksum</a:t>
            </a:r>
          </a:p>
        </p:txBody>
      </p:sp>
      <p:sp>
        <p:nvSpPr>
          <p:cNvPr id="34867" name="Rectangle 66"/>
          <p:cNvSpPr>
            <a:spLocks noChangeArrowheads="1"/>
          </p:cNvSpPr>
          <p:nvPr/>
        </p:nvSpPr>
        <p:spPr bwMode="auto">
          <a:xfrm>
            <a:off x="7550150" y="3709987"/>
            <a:ext cx="914400" cy="6286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latin typeface="Arial" charset="0"/>
              </a:rPr>
              <a:t>E(k,</a:t>
            </a:r>
            <a:r>
              <a:rPr lang="en-US">
                <a:latin typeface="Arial" charset="0"/>
                <a:sym typeface="Symbol" pitchFamily="18" charset="2"/>
              </a:rPr>
              <a:t>)</a:t>
            </a:r>
          </a:p>
        </p:txBody>
      </p:sp>
      <p:sp>
        <p:nvSpPr>
          <p:cNvPr id="34868" name="Text Box 67"/>
          <p:cNvSpPr txBox="1">
            <a:spLocks noChangeArrowheads="1"/>
          </p:cNvSpPr>
          <p:nvPr/>
        </p:nvSpPr>
        <p:spPr bwMode="auto">
          <a:xfrm>
            <a:off x="7702550" y="2975373"/>
            <a:ext cx="49985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69" name="Line 68"/>
          <p:cNvSpPr>
            <a:spLocks noChangeShapeType="1"/>
          </p:cNvSpPr>
          <p:nvPr/>
        </p:nvSpPr>
        <p:spPr bwMode="auto">
          <a:xfrm>
            <a:off x="7931150" y="289560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70" name="Line 69"/>
          <p:cNvSpPr>
            <a:spLocks noChangeShapeType="1"/>
          </p:cNvSpPr>
          <p:nvPr/>
        </p:nvSpPr>
        <p:spPr bwMode="auto">
          <a:xfrm>
            <a:off x="7959725" y="3443287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71" name="Text Box 70"/>
          <p:cNvSpPr txBox="1">
            <a:spLocks noChangeArrowheads="1"/>
          </p:cNvSpPr>
          <p:nvPr/>
        </p:nvSpPr>
        <p:spPr bwMode="auto">
          <a:xfrm>
            <a:off x="7739064" y="4442223"/>
            <a:ext cx="499856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latin typeface="Arial" charset="0"/>
                <a:sym typeface="Symbol" pitchFamily="18" charset="2"/>
              </a:rPr>
              <a:t></a:t>
            </a:r>
          </a:p>
        </p:txBody>
      </p:sp>
      <p:sp>
        <p:nvSpPr>
          <p:cNvPr id="34872" name="Line 71"/>
          <p:cNvSpPr>
            <a:spLocks noChangeShapeType="1"/>
          </p:cNvSpPr>
          <p:nvPr/>
        </p:nvSpPr>
        <p:spPr bwMode="auto">
          <a:xfrm>
            <a:off x="7967663" y="436245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73" name="Line 72"/>
          <p:cNvSpPr>
            <a:spLocks noChangeShapeType="1"/>
          </p:cNvSpPr>
          <p:nvPr/>
        </p:nvSpPr>
        <p:spPr bwMode="auto">
          <a:xfrm>
            <a:off x="7996238" y="4914900"/>
            <a:ext cx="0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874" name="Rectangle 73"/>
          <p:cNvSpPr>
            <a:spLocks noChangeArrowheads="1"/>
          </p:cNvSpPr>
          <p:nvPr/>
        </p:nvSpPr>
        <p:spPr bwMode="auto">
          <a:xfrm>
            <a:off x="7092950" y="5200650"/>
            <a:ext cx="1524000" cy="285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Arial" charset="0"/>
              </a:rPr>
              <a:t>c[4]</a:t>
            </a:r>
          </a:p>
        </p:txBody>
      </p:sp>
      <p:grpSp>
        <p:nvGrpSpPr>
          <p:cNvPr id="34875" name="Group 74"/>
          <p:cNvGrpSpPr>
            <a:grpSpLocks/>
          </p:cNvGrpSpPr>
          <p:nvPr/>
        </p:nvGrpSpPr>
        <p:grpSpPr bwMode="auto">
          <a:xfrm>
            <a:off x="6510339" y="3065860"/>
            <a:ext cx="1262062" cy="369093"/>
            <a:chOff x="405" y="1778"/>
            <a:chExt cx="795" cy="310"/>
          </a:xfrm>
        </p:grpSpPr>
        <p:sp>
          <p:nvSpPr>
            <p:cNvPr id="34879" name="Line 75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80" name="Text Box 76"/>
            <p:cNvSpPr txBox="1">
              <a:spLocks noChangeArrowheads="1"/>
            </p:cNvSpPr>
            <p:nvPr/>
          </p:nvSpPr>
          <p:spPr bwMode="auto">
            <a:xfrm>
              <a:off x="405" y="1778"/>
              <a:ext cx="650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>
                  <a:latin typeface="Arial" charset="0"/>
                </a:rPr>
                <a:t>P(N,k,0)</a:t>
              </a:r>
            </a:p>
          </p:txBody>
        </p:sp>
      </p:grpSp>
      <p:grpSp>
        <p:nvGrpSpPr>
          <p:cNvPr id="34876" name="Group 77"/>
          <p:cNvGrpSpPr>
            <a:grpSpLocks/>
          </p:cNvGrpSpPr>
          <p:nvPr/>
        </p:nvGrpSpPr>
        <p:grpSpPr bwMode="auto">
          <a:xfrm>
            <a:off x="6991352" y="4525565"/>
            <a:ext cx="863599" cy="369095"/>
            <a:chOff x="656" y="1761"/>
            <a:chExt cx="544" cy="310"/>
          </a:xfrm>
        </p:grpSpPr>
        <p:sp>
          <p:nvSpPr>
            <p:cNvPr id="34877" name="Line 78"/>
            <p:cNvSpPr>
              <a:spLocks noChangeShapeType="1"/>
            </p:cNvSpPr>
            <p:nvPr/>
          </p:nvSpPr>
          <p:spPr bwMode="auto">
            <a:xfrm>
              <a:off x="1008" y="196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878" name="Text Box 79"/>
            <p:cNvSpPr txBox="1">
              <a:spLocks noChangeArrowheads="1"/>
            </p:cNvSpPr>
            <p:nvPr/>
          </p:nvSpPr>
          <p:spPr bwMode="auto">
            <a:xfrm>
              <a:off x="656" y="1761"/>
              <a:ext cx="399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/>
              <a:r>
                <a:rPr lang="en-US" dirty="0" err="1">
                  <a:latin typeface="Arial" charset="0"/>
                </a:rPr>
                <a:t>auth</a:t>
              </a:r>
              <a:endParaRPr lang="en-US" dirty="0"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61343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D16D2-8D43-E141-AAC3-5A853878A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CCM – Authenticated Encryption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141D63-7E16-CE42-BFF0-DFBCE6984CC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49300" y="1448594"/>
            <a:ext cx="7645400" cy="4089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CFF68A-65B6-F04B-A780-5117BCC55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342" y="3142605"/>
            <a:ext cx="488834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771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26422-4B4E-3347-9AA8-AD683844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CCM – Authenticated Encryption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E46C7-1CA1-BC4C-AD1D-9D67F308D3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SP 800-38C defines the authentication/encryption process as follows.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formatting function to 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dirty="0"/>
              <a:t>) to produce the blocks 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dirty="0"/>
              <a:t>, … , </a:t>
            </a:r>
            <a:r>
              <a:rPr lang="en-US" i="1" dirty="0"/>
              <a:t>B</a:t>
            </a:r>
            <a:r>
              <a:rPr lang="en-US" i="1" baseline="-25000" dirty="0"/>
              <a:t>r</a:t>
            </a:r>
            <a:r>
              <a:rPr lang="en-US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Set </a:t>
            </a:r>
            <a:r>
              <a:rPr lang="en-US" i="1" dirty="0"/>
              <a:t>Y</a:t>
            </a:r>
            <a:r>
              <a:rPr lang="en-US" baseline="-25000" dirty="0"/>
              <a:t>0</a:t>
            </a:r>
            <a:r>
              <a:rPr lang="en-US" dirty="0"/>
              <a:t> = E(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For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= 1 to </a:t>
            </a:r>
            <a:r>
              <a:rPr lang="en-US" i="1" dirty="0"/>
              <a:t>r</a:t>
            </a:r>
            <a:r>
              <a:rPr lang="en-US" dirty="0"/>
              <a:t>, do </a:t>
            </a:r>
            <a:r>
              <a:rPr lang="en-US" i="1" dirty="0"/>
              <a:t>Y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= E(</a:t>
            </a:r>
            <a:r>
              <a:rPr lang="en-US" i="1" dirty="0"/>
              <a:t>K</a:t>
            </a:r>
            <a:r>
              <a:rPr lang="en-US" dirty="0"/>
              <a:t>, (</a:t>
            </a:r>
            <a:r>
              <a:rPr lang="en-US" i="1" dirty="0"/>
              <a:t>B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⊕</a:t>
            </a:r>
            <a:r>
              <a:rPr lang="en-US" i="1" dirty="0"/>
              <a:t>Y</a:t>
            </a:r>
            <a:r>
              <a:rPr lang="en-US" i="1" baseline="-25000" dirty="0"/>
              <a:t>i </a:t>
            </a:r>
            <a:r>
              <a:rPr lang="en-US" baseline="-25000" dirty="0"/>
              <a:t>- 1</a:t>
            </a:r>
            <a:r>
              <a:rPr lang="en-US" dirty="0"/>
              <a:t>)).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Set </a:t>
            </a:r>
            <a:r>
              <a:rPr lang="en-US" i="1" dirty="0"/>
              <a:t>T </a:t>
            </a:r>
            <a:r>
              <a:rPr lang="en-US" dirty="0"/>
              <a:t>= </a:t>
            </a:r>
            <a:r>
              <a:rPr lang="en-US" dirty="0" err="1"/>
              <a:t>MSB</a:t>
            </a:r>
            <a:r>
              <a:rPr lang="en-US" i="1" baseline="-25000" dirty="0" err="1"/>
              <a:t>Tlen</a:t>
            </a:r>
            <a:r>
              <a:rPr lang="en-US" dirty="0"/>
              <a:t>(</a:t>
            </a:r>
            <a:r>
              <a:rPr lang="en-US" i="1" dirty="0" err="1"/>
              <a:t>Y</a:t>
            </a:r>
            <a:r>
              <a:rPr lang="en-US" i="1" baseline="-25000" dirty="0" err="1"/>
              <a:t>r</a:t>
            </a:r>
            <a:r>
              <a:rPr lang="en-US" dirty="0"/>
              <a:t>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counter generation function to generate the counter blocks </a:t>
            </a:r>
            <a:r>
              <a:rPr lang="en-US" i="1" dirty="0"/>
              <a:t>Ctr</a:t>
            </a:r>
            <a:r>
              <a:rPr lang="en-US" i="1" baseline="-25000" dirty="0"/>
              <a:t>0</a:t>
            </a:r>
            <a:r>
              <a:rPr lang="en-US" i="1" dirty="0"/>
              <a:t> </a:t>
            </a:r>
            <a:r>
              <a:rPr lang="en-US" dirty="0"/>
              <a:t>, </a:t>
            </a:r>
            <a:r>
              <a:rPr lang="en-US" i="1" dirty="0"/>
              <a:t>Ctr</a:t>
            </a:r>
            <a:r>
              <a:rPr lang="en-US" i="1" baseline="-25000" dirty="0"/>
              <a:t>1</a:t>
            </a:r>
            <a:r>
              <a:rPr lang="en-US" dirty="0"/>
              <a:t>, … , </a:t>
            </a:r>
            <a:r>
              <a:rPr lang="en-US" i="1" dirty="0" err="1"/>
              <a:t>Ctr</a:t>
            </a:r>
            <a:r>
              <a:rPr lang="en-US" i="1" baseline="-25000" dirty="0" err="1"/>
              <a:t>m</a:t>
            </a:r>
            <a:r>
              <a:rPr lang="en-US" i="1" dirty="0"/>
              <a:t> </a:t>
            </a:r>
            <a:r>
              <a:rPr lang="en-US" dirty="0"/>
              <a:t>,where </a:t>
            </a:r>
            <a:r>
              <a:rPr lang="en-US" i="1" dirty="0"/>
              <a:t>m </a:t>
            </a:r>
            <a:r>
              <a:rPr lang="en-US" dirty="0"/>
              <a:t>= [</a:t>
            </a:r>
            <a:r>
              <a:rPr lang="en-US" i="1" dirty="0" err="1"/>
              <a:t>Plen</a:t>
            </a:r>
            <a:r>
              <a:rPr lang="en-US" dirty="0"/>
              <a:t>/128]</a:t>
            </a:r>
            <a:endParaRPr lang="en-US" i="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For </a:t>
            </a:r>
            <a:r>
              <a:rPr lang="en-US" i="1" dirty="0"/>
              <a:t>j </a:t>
            </a:r>
            <a:r>
              <a:rPr lang="en-US" dirty="0"/>
              <a:t>= 0 to </a:t>
            </a:r>
            <a:r>
              <a:rPr lang="en-US" i="1" dirty="0"/>
              <a:t>m </a:t>
            </a:r>
            <a:r>
              <a:rPr lang="en-US" dirty="0"/>
              <a:t>do </a:t>
            </a:r>
            <a:r>
              <a:rPr lang="en-US" i="1" dirty="0" err="1"/>
              <a:t>S</a:t>
            </a:r>
            <a:r>
              <a:rPr lang="en-US" i="1" baseline="-25000" dirty="0" err="1"/>
              <a:t>j</a:t>
            </a:r>
            <a:r>
              <a:rPr lang="en-US" i="1" baseline="-25000" dirty="0"/>
              <a:t> </a:t>
            </a:r>
            <a:r>
              <a:rPr lang="en-US" dirty="0"/>
              <a:t>= E(</a:t>
            </a:r>
            <a:r>
              <a:rPr lang="en-US" i="1" dirty="0" err="1"/>
              <a:t>K</a:t>
            </a:r>
            <a:r>
              <a:rPr lang="en-US" dirty="0" err="1"/>
              <a:t>,</a:t>
            </a:r>
            <a:r>
              <a:rPr lang="en-US" i="1" dirty="0" err="1"/>
              <a:t>Ctr</a:t>
            </a:r>
            <a:r>
              <a:rPr lang="en-US" i="1" baseline="-25000" dirty="0" err="1"/>
              <a:t>j</a:t>
            </a:r>
            <a:r>
              <a:rPr lang="en-US" dirty="0"/>
              <a:t>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Set </a:t>
            </a:r>
            <a:r>
              <a:rPr lang="en-US" i="1" dirty="0"/>
              <a:t>S </a:t>
            </a:r>
            <a:r>
              <a:rPr lang="en-US" dirty="0"/>
              <a:t>= 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||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||…||</a:t>
            </a:r>
            <a:r>
              <a:rPr lang="en-US" i="1" dirty="0"/>
              <a:t>S</a:t>
            </a:r>
            <a:r>
              <a:rPr lang="en-US" i="1" baseline="-25000" dirty="0"/>
              <a:t>m</a:t>
            </a:r>
            <a:r>
              <a:rPr lang="en-US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Return </a:t>
            </a:r>
            <a:r>
              <a:rPr lang="en-US" i="1" dirty="0"/>
              <a:t>C </a:t>
            </a:r>
            <a:r>
              <a:rPr lang="en-US" dirty="0"/>
              <a:t>= (</a:t>
            </a:r>
            <a:r>
              <a:rPr lang="en-US" i="1" dirty="0"/>
              <a:t>P </a:t>
            </a:r>
            <a:r>
              <a:rPr lang="en-US" dirty="0"/>
              <a:t>⊕</a:t>
            </a:r>
            <a:r>
              <a:rPr lang="en-VN" dirty="0"/>
              <a:t> </a:t>
            </a:r>
            <a:r>
              <a:rPr lang="en-US" dirty="0" err="1"/>
              <a:t>MSB</a:t>
            </a:r>
            <a:r>
              <a:rPr lang="en-US" i="1" baseline="-25000" dirty="0" err="1"/>
              <a:t>Plen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)) || (</a:t>
            </a:r>
            <a:r>
              <a:rPr lang="en-US" i="1" dirty="0"/>
              <a:t>T </a:t>
            </a:r>
            <a:r>
              <a:rPr lang="en-US" dirty="0"/>
              <a:t>⊕</a:t>
            </a:r>
            <a:r>
              <a:rPr lang="en-VN" dirty="0"/>
              <a:t> </a:t>
            </a:r>
            <a:r>
              <a:rPr lang="en-US" dirty="0" err="1"/>
              <a:t>MSB</a:t>
            </a:r>
            <a:r>
              <a:rPr lang="en-US" i="1" baseline="-25000" dirty="0" err="1"/>
              <a:t>Tlen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baseline="-25000" dirty="0"/>
              <a:t>0</a:t>
            </a:r>
            <a:r>
              <a:rPr lang="en-US" dirty="0"/>
              <a:t>)). 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70657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3BCBA-15E3-D040-AAD7-E9654193B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CCM – Authenticated Encryption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73D39-B14C-8E40-9817-C842514A448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For decryption and verification, the recipient requires the following input: the ciphertext </a:t>
            </a:r>
            <a:r>
              <a:rPr lang="en-US" i="1" dirty="0"/>
              <a:t>C</a:t>
            </a:r>
            <a:r>
              <a:rPr lang="en-US" dirty="0"/>
              <a:t>, the nonce </a:t>
            </a:r>
            <a:r>
              <a:rPr lang="en-US" i="1" dirty="0"/>
              <a:t>N</a:t>
            </a:r>
            <a:r>
              <a:rPr lang="en-US" dirty="0"/>
              <a:t>, the associated data </a:t>
            </a:r>
            <a:r>
              <a:rPr lang="en-US" i="1" dirty="0"/>
              <a:t>A</a:t>
            </a:r>
            <a:r>
              <a:rPr lang="en-US" dirty="0"/>
              <a:t>, the key </a:t>
            </a:r>
            <a:r>
              <a:rPr lang="en-US" i="1" dirty="0"/>
              <a:t>K</a:t>
            </a:r>
            <a:r>
              <a:rPr lang="en-US" dirty="0"/>
              <a:t>, and the initial counter </a:t>
            </a:r>
            <a:r>
              <a:rPr lang="en-US" i="1" dirty="0"/>
              <a:t>Ctr</a:t>
            </a:r>
            <a:r>
              <a:rPr lang="en-US" baseline="-25000" dirty="0"/>
              <a:t>0</a:t>
            </a:r>
            <a:r>
              <a:rPr lang="en-US" dirty="0"/>
              <a:t>. The steps are as follows.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i="1" dirty="0"/>
              <a:t>Clen </a:t>
            </a:r>
            <a:r>
              <a:rPr lang="en-US" dirty="0"/>
              <a:t>≤ </a:t>
            </a:r>
            <a:r>
              <a:rPr lang="en-US" i="1" dirty="0" err="1"/>
              <a:t>Tlen</a:t>
            </a:r>
            <a:r>
              <a:rPr lang="en-US" dirty="0"/>
              <a:t>, then return INVALID.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counter generation function to generate the counter blocks </a:t>
            </a:r>
            <a:r>
              <a:rPr lang="en-US" i="1" dirty="0"/>
              <a:t>Ctr</a:t>
            </a:r>
            <a:r>
              <a:rPr lang="en-US" i="1" baseline="-25000" dirty="0"/>
              <a:t>0</a:t>
            </a:r>
            <a:r>
              <a:rPr lang="en-US" i="1" dirty="0"/>
              <a:t> </a:t>
            </a:r>
            <a:r>
              <a:rPr lang="en-US" dirty="0"/>
              <a:t>, </a:t>
            </a:r>
            <a:r>
              <a:rPr lang="en-US" i="1" dirty="0"/>
              <a:t>Ctr</a:t>
            </a:r>
            <a:r>
              <a:rPr lang="en-US" i="1" baseline="-25000" dirty="0"/>
              <a:t>1</a:t>
            </a:r>
            <a:r>
              <a:rPr lang="en-US" dirty="0"/>
              <a:t>, … , </a:t>
            </a:r>
            <a:r>
              <a:rPr lang="en-US" i="1" dirty="0" err="1"/>
              <a:t>Ctr</a:t>
            </a:r>
            <a:r>
              <a:rPr lang="en-US" i="1" baseline="-25000" dirty="0" err="1"/>
              <a:t>m</a:t>
            </a:r>
            <a:r>
              <a:rPr lang="en-US" dirty="0"/>
              <a:t>, where </a:t>
            </a:r>
            <a:r>
              <a:rPr lang="en-US" i="1" dirty="0"/>
              <a:t>m </a:t>
            </a:r>
            <a:r>
              <a:rPr lang="en-US" dirty="0"/>
              <a:t>= [</a:t>
            </a:r>
            <a:r>
              <a:rPr lang="en-US" i="1" dirty="0"/>
              <a:t>Clen</a:t>
            </a:r>
            <a:r>
              <a:rPr lang="en-US" dirty="0"/>
              <a:t>/128]</a:t>
            </a:r>
            <a:r>
              <a:rPr lang="en-US" i="1" dirty="0"/>
              <a:t> 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For </a:t>
            </a:r>
            <a:r>
              <a:rPr lang="en-US" i="1" dirty="0"/>
              <a:t>j </a:t>
            </a:r>
            <a:r>
              <a:rPr lang="en-US" dirty="0"/>
              <a:t>= 0 to </a:t>
            </a:r>
            <a:r>
              <a:rPr lang="en-US" i="1" dirty="0"/>
              <a:t>m</a:t>
            </a:r>
            <a:r>
              <a:rPr lang="en-US" dirty="0"/>
              <a:t>, do </a:t>
            </a:r>
            <a:r>
              <a:rPr lang="en-US" i="1" dirty="0" err="1"/>
              <a:t>S</a:t>
            </a:r>
            <a:r>
              <a:rPr lang="en-US" i="1" baseline="-25000" dirty="0" err="1"/>
              <a:t>j</a:t>
            </a:r>
            <a:r>
              <a:rPr lang="en-US" i="1" dirty="0"/>
              <a:t> </a:t>
            </a:r>
            <a:r>
              <a:rPr lang="en-US" dirty="0"/>
              <a:t>= E(</a:t>
            </a:r>
            <a:r>
              <a:rPr lang="en-US" i="1" dirty="0" err="1"/>
              <a:t>K</a:t>
            </a:r>
            <a:r>
              <a:rPr lang="en-US" dirty="0" err="1"/>
              <a:t>,</a:t>
            </a:r>
            <a:r>
              <a:rPr lang="en-US" i="1" dirty="0" err="1"/>
              <a:t>Ctr</a:t>
            </a:r>
            <a:r>
              <a:rPr lang="en-US" i="1" baseline="-25000" dirty="0" err="1"/>
              <a:t>j</a:t>
            </a:r>
            <a:r>
              <a:rPr lang="en-US" dirty="0"/>
              <a:t>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Set </a:t>
            </a:r>
            <a:r>
              <a:rPr lang="en-US" i="1" dirty="0"/>
              <a:t>S </a:t>
            </a:r>
            <a:r>
              <a:rPr lang="en-US" dirty="0"/>
              <a:t>= 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||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||…||</a:t>
            </a:r>
            <a:r>
              <a:rPr lang="en-US" i="1" dirty="0"/>
              <a:t>S</a:t>
            </a:r>
            <a:r>
              <a:rPr lang="en-US" i="1" baseline="-25000" dirty="0"/>
              <a:t>m</a:t>
            </a:r>
            <a:r>
              <a:rPr lang="en-US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Set </a:t>
            </a:r>
            <a:r>
              <a:rPr lang="en-US" i="1" dirty="0"/>
              <a:t>P </a:t>
            </a:r>
            <a:r>
              <a:rPr lang="en-US" dirty="0"/>
              <a:t>= </a:t>
            </a:r>
            <a:r>
              <a:rPr lang="en-US" dirty="0" err="1"/>
              <a:t>MSB</a:t>
            </a:r>
            <a:r>
              <a:rPr lang="en-US" i="1" baseline="-25000" dirty="0" err="1"/>
              <a:t>Clen</a:t>
            </a:r>
            <a:r>
              <a:rPr lang="en-US" baseline="-25000" dirty="0" err="1"/>
              <a:t>-</a:t>
            </a:r>
            <a:r>
              <a:rPr lang="en-US" i="1" baseline="-25000" dirty="0" err="1"/>
              <a:t>Tlen</a:t>
            </a:r>
            <a:r>
              <a:rPr lang="en-US" dirty="0"/>
              <a:t>(</a:t>
            </a:r>
            <a:r>
              <a:rPr lang="en-US" i="1" dirty="0"/>
              <a:t>C</a:t>
            </a:r>
            <a:r>
              <a:rPr lang="en-US" dirty="0"/>
              <a:t>) ⊕ </a:t>
            </a:r>
            <a:r>
              <a:rPr lang="en-US" dirty="0" err="1"/>
              <a:t>MSB</a:t>
            </a:r>
            <a:r>
              <a:rPr lang="en-US" i="1" baseline="-25000" dirty="0" err="1"/>
              <a:t>Clen</a:t>
            </a:r>
            <a:r>
              <a:rPr lang="en-US" baseline="-25000" dirty="0" err="1"/>
              <a:t>-</a:t>
            </a:r>
            <a:r>
              <a:rPr lang="en-US" i="1" baseline="-25000" dirty="0" err="1"/>
              <a:t>Tlen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Set </a:t>
            </a:r>
            <a:r>
              <a:rPr lang="en-US" i="1" dirty="0"/>
              <a:t>T </a:t>
            </a:r>
            <a:r>
              <a:rPr lang="en-US" dirty="0"/>
              <a:t>= </a:t>
            </a:r>
            <a:r>
              <a:rPr lang="en-US" dirty="0" err="1"/>
              <a:t>LSB</a:t>
            </a:r>
            <a:r>
              <a:rPr lang="en-US" i="1" baseline="-25000" dirty="0" err="1"/>
              <a:t>Tlen</a:t>
            </a:r>
            <a:r>
              <a:rPr lang="en-US" dirty="0"/>
              <a:t>(</a:t>
            </a:r>
            <a:r>
              <a:rPr lang="en-US" i="1" dirty="0"/>
              <a:t>C</a:t>
            </a:r>
            <a:r>
              <a:rPr lang="en-US" dirty="0"/>
              <a:t>) ⊕ </a:t>
            </a:r>
            <a:r>
              <a:rPr lang="en-US" dirty="0" err="1"/>
              <a:t>MSB</a:t>
            </a:r>
            <a:r>
              <a:rPr lang="en-US" i="1" baseline="-25000" dirty="0" err="1"/>
              <a:t>Tlen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baseline="-25000" dirty="0"/>
              <a:t>0</a:t>
            </a:r>
            <a:r>
              <a:rPr lang="en-US" dirty="0"/>
              <a:t>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Apply the formatting function to (</a:t>
            </a:r>
            <a:r>
              <a:rPr lang="en-US" i="1" dirty="0"/>
              <a:t>N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dirty="0"/>
              <a:t>) to produce the blocks 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i="1" dirty="0"/>
              <a:t>B</a:t>
            </a:r>
            <a:r>
              <a:rPr lang="en-US" i="1" baseline="-25000" dirty="0"/>
              <a:t>r</a:t>
            </a:r>
            <a:r>
              <a:rPr lang="en-US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Set </a:t>
            </a:r>
            <a:r>
              <a:rPr lang="en-US" i="1" dirty="0"/>
              <a:t>Y</a:t>
            </a:r>
            <a:r>
              <a:rPr lang="en-US" baseline="-25000" dirty="0"/>
              <a:t>0</a:t>
            </a:r>
            <a:r>
              <a:rPr lang="en-US" dirty="0"/>
              <a:t> = E(</a:t>
            </a:r>
            <a:r>
              <a:rPr lang="en-US" i="1" dirty="0"/>
              <a:t>K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baseline="-25000" dirty="0"/>
              <a:t>0</a:t>
            </a:r>
            <a:r>
              <a:rPr lang="en-US" dirty="0"/>
              <a:t>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For 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dirty="0"/>
              <a:t>= 1 to </a:t>
            </a:r>
            <a:r>
              <a:rPr lang="en-US" i="1" dirty="0"/>
              <a:t>r</a:t>
            </a:r>
            <a:r>
              <a:rPr lang="en-US" dirty="0"/>
              <a:t>, do </a:t>
            </a:r>
            <a:r>
              <a:rPr lang="en-US" i="1" dirty="0"/>
              <a:t>Y</a:t>
            </a:r>
            <a:r>
              <a:rPr lang="en-US" i="1" baseline="-25000" dirty="0"/>
              <a:t>i </a:t>
            </a:r>
            <a:r>
              <a:rPr lang="en-US" dirty="0"/>
              <a:t>= E(</a:t>
            </a:r>
            <a:r>
              <a:rPr lang="en-US" i="1" dirty="0"/>
              <a:t>K</a:t>
            </a:r>
            <a:r>
              <a:rPr lang="en-US" dirty="0"/>
              <a:t>, (</a:t>
            </a:r>
            <a:r>
              <a:rPr lang="en-US" i="1" dirty="0"/>
              <a:t>B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⊕ </a:t>
            </a:r>
            <a:r>
              <a:rPr lang="en-US" i="1" dirty="0"/>
              <a:t>Y</a:t>
            </a:r>
            <a:r>
              <a:rPr lang="en-US" i="1" baseline="-25000" dirty="0"/>
              <a:t>i </a:t>
            </a:r>
            <a:r>
              <a:rPr lang="en-US" baseline="-25000" dirty="0"/>
              <a:t>- 1</a:t>
            </a:r>
            <a:r>
              <a:rPr lang="en-US" dirty="0"/>
              <a:t>)).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</a:t>
            </a:r>
            <a:r>
              <a:rPr lang="en-US" i="1" dirty="0"/>
              <a:t>T </a:t>
            </a:r>
            <a:r>
              <a:rPr lang="en-US" dirty="0"/>
              <a:t>≠</a:t>
            </a:r>
            <a:r>
              <a:rPr lang="en-US" i="1" dirty="0"/>
              <a:t> </a:t>
            </a:r>
            <a:r>
              <a:rPr lang="en-US" dirty="0" err="1"/>
              <a:t>MSB</a:t>
            </a:r>
            <a:r>
              <a:rPr lang="en-US" i="1" baseline="-25000" dirty="0" err="1"/>
              <a:t>Tlen</a:t>
            </a:r>
            <a:r>
              <a:rPr lang="en-US" i="1" dirty="0"/>
              <a:t> </a:t>
            </a:r>
            <a:r>
              <a:rPr lang="en-US" dirty="0"/>
              <a:t>(</a:t>
            </a:r>
            <a:r>
              <a:rPr lang="en-US" i="1" dirty="0" err="1"/>
              <a:t>Y</a:t>
            </a:r>
            <a:r>
              <a:rPr lang="en-US" i="1" baseline="-25000" dirty="0" err="1"/>
              <a:t>r</a:t>
            </a:r>
            <a:r>
              <a:rPr lang="en-US" dirty="0"/>
              <a:t>), then return INVALID, else return </a:t>
            </a:r>
            <a:r>
              <a:rPr lang="en-US" i="1" dirty="0"/>
              <a:t>P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340884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0C5D-D08D-1B4B-80A1-AA20408DD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GCM – Authenticated Encryption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7B3DC-F5BD-95E0-CFE9-58C853F815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76A5B-8422-B046-871E-3ABDB26CB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180017"/>
            <a:ext cx="2895600" cy="2406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31C48C-F544-304B-8EA0-0E8D9D1ED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1" y="2180016"/>
            <a:ext cx="5532049" cy="259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05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FA2E-E737-C646-BDCD-963B45BB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Galois Counter— Message Authentication Code (GCM) 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860AAE-16E6-154D-B661-DBDE060D032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07926" y="1019175"/>
            <a:ext cx="6221640" cy="534896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2BE5D-0F11-2D4F-8222-17C6011EBEE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572000" y="842962"/>
            <a:ext cx="4571999" cy="5684838"/>
          </a:xfrm>
        </p:spPr>
        <p:txBody>
          <a:bodyPr>
            <a:normAutofit fontScale="85000" lnSpcReduction="20000"/>
          </a:bodyPr>
          <a:lstStyle/>
          <a:p>
            <a:pPr marL="271463" indent="-271463">
              <a:buFont typeface="+mj-lt"/>
              <a:buAutoNum type="arabicPeriod"/>
              <a:tabLst>
                <a:tab pos="215900" algn="l"/>
              </a:tabLst>
            </a:pPr>
            <a:r>
              <a:rPr lang="en-US" dirty="0"/>
              <a:t>Let H = E(K, 0</a:t>
            </a:r>
            <a:r>
              <a:rPr lang="en-US" baseline="30000" dirty="0"/>
              <a:t>128</a:t>
            </a:r>
            <a:r>
              <a:rPr lang="en-US" dirty="0"/>
              <a:t>). </a:t>
            </a:r>
          </a:p>
          <a:p>
            <a:pPr marL="271463" indent="-271463">
              <a:buFont typeface="+mj-lt"/>
              <a:buAutoNum type="arabicPeriod"/>
              <a:tabLst>
                <a:tab pos="215900" algn="l"/>
              </a:tabLst>
            </a:pPr>
            <a:r>
              <a:rPr lang="en-US" sz="2900" dirty="0"/>
              <a:t>Define a block, J</a:t>
            </a:r>
            <a:r>
              <a:rPr lang="en-US" sz="2900" baseline="-25000" dirty="0"/>
              <a:t>0</a:t>
            </a:r>
            <a:r>
              <a:rPr lang="en-US" sz="2900" dirty="0"/>
              <a:t>, as : If </a:t>
            </a:r>
            <a:r>
              <a:rPr lang="en-US" sz="2900" dirty="0" err="1"/>
              <a:t>len</a:t>
            </a:r>
            <a:r>
              <a:rPr lang="en-US" sz="2900" dirty="0"/>
              <a:t>(IV) = 96,then let J</a:t>
            </a:r>
            <a:r>
              <a:rPr lang="en-US" sz="2900" baseline="-25000" dirty="0"/>
              <a:t>0</a:t>
            </a:r>
            <a:r>
              <a:rPr lang="en-US" sz="2900" dirty="0"/>
              <a:t> = IV || 0</a:t>
            </a:r>
            <a:r>
              <a:rPr lang="en-US" sz="2900" baseline="30000" dirty="0"/>
              <a:t>31</a:t>
            </a:r>
            <a:r>
              <a:rPr lang="en-US" sz="2900" dirty="0"/>
              <a:t> || 1.</a:t>
            </a:r>
            <a:br>
              <a:rPr lang="en-US" sz="2900" dirty="0"/>
            </a:br>
            <a:r>
              <a:rPr lang="en-US" sz="2900" dirty="0"/>
              <a:t>If </a:t>
            </a:r>
            <a:r>
              <a:rPr lang="en-US" sz="2900" dirty="0" err="1"/>
              <a:t>len</a:t>
            </a:r>
            <a:r>
              <a:rPr lang="en-US" sz="2900" dirty="0"/>
              <a:t> (IV) ≠ 96, then let s = 128 [ </a:t>
            </a:r>
            <a:r>
              <a:rPr lang="en-US" sz="2900" dirty="0" err="1"/>
              <a:t>len</a:t>
            </a:r>
            <a:r>
              <a:rPr lang="en-US" sz="2900" dirty="0"/>
              <a:t>(IV)/128] - </a:t>
            </a:r>
            <a:r>
              <a:rPr lang="en-US" sz="2900" dirty="0" err="1"/>
              <a:t>len</a:t>
            </a:r>
            <a:r>
              <a:rPr lang="en-US" sz="2900" dirty="0"/>
              <a:t>(IV), and let J</a:t>
            </a:r>
            <a:r>
              <a:rPr lang="en-US" sz="2900" baseline="-25000" dirty="0"/>
              <a:t>0</a:t>
            </a:r>
            <a:r>
              <a:rPr lang="en-US" sz="2900" dirty="0"/>
              <a:t> = GHASH</a:t>
            </a:r>
            <a:r>
              <a:rPr lang="en-US" sz="2900" baseline="-25000" dirty="0"/>
              <a:t>H</a:t>
            </a:r>
            <a:r>
              <a:rPr lang="en-US" sz="2900" dirty="0"/>
              <a:t>(IV || 0</a:t>
            </a:r>
            <a:r>
              <a:rPr lang="en-US" sz="2900" baseline="30000" dirty="0"/>
              <a:t>s</a:t>
            </a:r>
            <a:r>
              <a:rPr lang="en-US" sz="2900" dirty="0"/>
              <a:t> </a:t>
            </a:r>
            <a:r>
              <a:rPr lang="en-US" sz="2900" baseline="30000" dirty="0"/>
              <a:t>+ 64 </a:t>
            </a:r>
            <a:r>
              <a:rPr lang="en-US" sz="2900" dirty="0"/>
              <a:t>|| [</a:t>
            </a:r>
            <a:r>
              <a:rPr lang="en-US" sz="2900" dirty="0" err="1"/>
              <a:t>len</a:t>
            </a:r>
            <a:r>
              <a:rPr lang="en-US" sz="2900" dirty="0"/>
              <a:t>(IV)]</a:t>
            </a:r>
            <a:r>
              <a:rPr lang="en-US" sz="2900" baseline="-25000" dirty="0"/>
              <a:t>64</a:t>
            </a:r>
            <a:r>
              <a:rPr lang="en-US" sz="2900" dirty="0"/>
              <a:t>). </a:t>
            </a:r>
          </a:p>
          <a:p>
            <a:pPr marL="271463" indent="-271463">
              <a:buFont typeface="+mj-lt"/>
              <a:buAutoNum type="arabicPeriod"/>
              <a:tabLst>
                <a:tab pos="215900" algn="l"/>
              </a:tabLst>
            </a:pPr>
            <a:r>
              <a:rPr lang="en-US" dirty="0"/>
              <a:t>Let C = GCTR</a:t>
            </a:r>
            <a:r>
              <a:rPr lang="en-US" baseline="-25000" dirty="0"/>
              <a:t>K</a:t>
            </a:r>
            <a:r>
              <a:rPr lang="en-US" dirty="0"/>
              <a:t>(inc</a:t>
            </a:r>
            <a:r>
              <a:rPr lang="en-US" baseline="-25000" dirty="0"/>
              <a:t>32</a:t>
            </a:r>
            <a:r>
              <a:rPr lang="en-US" dirty="0"/>
              <a:t>(J</a:t>
            </a:r>
            <a:r>
              <a:rPr lang="en-US" baseline="-25000" dirty="0"/>
              <a:t>0</a:t>
            </a:r>
            <a:r>
              <a:rPr lang="en-US" dirty="0"/>
              <a:t>), P). </a:t>
            </a:r>
          </a:p>
          <a:p>
            <a:pPr marL="271463" indent="-271463">
              <a:buFont typeface="+mj-lt"/>
              <a:buAutoNum type="arabicPeriod"/>
              <a:tabLst>
                <a:tab pos="215900" algn="l"/>
              </a:tabLst>
            </a:pPr>
            <a:r>
              <a:rPr lang="en-US" dirty="0"/>
              <a:t>Let u = 128 [</a:t>
            </a:r>
            <a:r>
              <a:rPr lang="en-US" dirty="0" err="1"/>
              <a:t>len</a:t>
            </a:r>
            <a:r>
              <a:rPr lang="en-US" dirty="0"/>
              <a:t>(C)/128] </a:t>
            </a:r>
            <a:r>
              <a:rPr lang="en-US" dirty="0" err="1"/>
              <a:t>len</a:t>
            </a:r>
            <a:r>
              <a:rPr lang="en-US" dirty="0"/>
              <a:t>(C) and let v = 128 [</a:t>
            </a:r>
            <a:r>
              <a:rPr lang="en-US" dirty="0" err="1"/>
              <a:t>len</a:t>
            </a:r>
            <a:r>
              <a:rPr lang="en-US" dirty="0"/>
              <a:t>(A)/128] - </a:t>
            </a:r>
            <a:r>
              <a:rPr lang="en-US" dirty="0" err="1"/>
              <a:t>len</a:t>
            </a:r>
            <a:r>
              <a:rPr lang="en-US" dirty="0"/>
              <a:t>(A). </a:t>
            </a:r>
          </a:p>
          <a:p>
            <a:pPr marL="271463" indent="-271463">
              <a:buFont typeface="+mj-lt"/>
              <a:buAutoNum type="arabicPeriod"/>
              <a:tabLst>
                <a:tab pos="215900" algn="l"/>
              </a:tabLst>
            </a:pPr>
            <a:r>
              <a:rPr lang="en-US" dirty="0"/>
              <a:t>Define a block, S, as S = GHASH</a:t>
            </a:r>
            <a:r>
              <a:rPr lang="en-US" baseline="-25000" dirty="0"/>
              <a:t>H</a:t>
            </a:r>
            <a:r>
              <a:rPr lang="en-US" dirty="0"/>
              <a:t>(A || 0</a:t>
            </a:r>
            <a:r>
              <a:rPr lang="en-US" baseline="30000" dirty="0"/>
              <a:t>v</a:t>
            </a:r>
            <a:r>
              <a:rPr lang="en-US" dirty="0"/>
              <a:t> || C || 0</a:t>
            </a:r>
            <a:r>
              <a:rPr lang="en-US" baseline="30000" dirty="0"/>
              <a:t>u</a:t>
            </a:r>
            <a:r>
              <a:rPr lang="en-US" dirty="0"/>
              <a:t> || [</a:t>
            </a:r>
            <a:r>
              <a:rPr lang="en-US" dirty="0" err="1"/>
              <a:t>len</a:t>
            </a:r>
            <a:r>
              <a:rPr lang="en-US" dirty="0"/>
              <a:t>(A)]</a:t>
            </a:r>
            <a:r>
              <a:rPr lang="en-US" baseline="-25000" dirty="0"/>
              <a:t>64</a:t>
            </a:r>
            <a:r>
              <a:rPr lang="en-US" dirty="0"/>
              <a:t> || [</a:t>
            </a:r>
            <a:r>
              <a:rPr lang="en-US" dirty="0" err="1"/>
              <a:t>len</a:t>
            </a:r>
            <a:r>
              <a:rPr lang="en-US" dirty="0"/>
              <a:t>(C)]</a:t>
            </a:r>
            <a:r>
              <a:rPr lang="en-US" baseline="-25000" dirty="0"/>
              <a:t>64</a:t>
            </a:r>
            <a:r>
              <a:rPr lang="en-US" dirty="0"/>
              <a:t>) </a:t>
            </a:r>
          </a:p>
          <a:p>
            <a:pPr marL="271463" indent="-271463">
              <a:buFont typeface="+mj-lt"/>
              <a:buAutoNum type="arabicPeriod"/>
              <a:tabLst>
                <a:tab pos="215900" algn="l"/>
              </a:tabLst>
            </a:pPr>
            <a:r>
              <a:rPr lang="en-US" dirty="0"/>
              <a:t>Let T = </a:t>
            </a:r>
            <a:r>
              <a:rPr lang="en-US" dirty="0" err="1"/>
              <a:t>MSB</a:t>
            </a:r>
            <a:r>
              <a:rPr lang="en-US" baseline="-25000" dirty="0" err="1"/>
              <a:t>t</a:t>
            </a:r>
            <a:r>
              <a:rPr lang="en-US" dirty="0"/>
              <a:t>(GCTR</a:t>
            </a:r>
            <a:r>
              <a:rPr lang="en-US" baseline="-25000" dirty="0"/>
              <a:t>K</a:t>
            </a:r>
            <a:r>
              <a:rPr lang="en-US" dirty="0"/>
              <a:t>(J</a:t>
            </a:r>
            <a:r>
              <a:rPr lang="en-US" baseline="-25000" dirty="0"/>
              <a:t>0</a:t>
            </a:r>
            <a:r>
              <a:rPr lang="en-US" dirty="0"/>
              <a:t>, S)), where t is the supported tag length. </a:t>
            </a:r>
          </a:p>
          <a:p>
            <a:pPr marL="271463" indent="-271463">
              <a:buFont typeface="+mj-lt"/>
              <a:buAutoNum type="arabicPeriod"/>
              <a:tabLst>
                <a:tab pos="215900" algn="l"/>
              </a:tabLst>
            </a:pPr>
            <a:r>
              <a:rPr lang="en-US" dirty="0"/>
              <a:t>Return (C, T). </a:t>
            </a:r>
          </a:p>
        </p:txBody>
      </p:sp>
    </p:spTree>
    <p:extLst>
      <p:ext uri="{BB962C8B-B14F-4D97-AF65-F5344CB8AC3E}">
        <p14:creationId xmlns:p14="http://schemas.microsoft.com/office/powerpoint/2010/main" val="4031676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/>
              <a:t>Performance:	</a:t>
            </a:r>
            <a:r>
              <a:rPr lang="en-US" sz="1600" dirty="0"/>
              <a:t>Crypto++  5.6.0      [ Wei Dai ]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sz="quarter" idx="13"/>
          </p:nvPr>
        </p:nvSpPr>
        <p:spPr>
          <a:xfrm>
            <a:off x="139700" y="841249"/>
            <a:ext cx="9143999" cy="5303393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742950" algn="l"/>
                <a:tab pos="2628900" algn="l"/>
                <a:tab pos="2857500" algn="l"/>
                <a:tab pos="4349750" algn="l"/>
              </a:tabLst>
            </a:pPr>
            <a:r>
              <a:rPr lang="en-US" sz="2000" dirty="0"/>
              <a:t>AMD Opteron,   2.2 GHz     ( Linux)</a:t>
            </a:r>
          </a:p>
          <a:p>
            <a:pPr marL="0" indent="0">
              <a:spcBef>
                <a:spcPts val="2376"/>
              </a:spcBef>
              <a:buNone/>
              <a:tabLst>
                <a:tab pos="742950" algn="l"/>
                <a:tab pos="2628900" algn="l"/>
                <a:tab pos="2857500" algn="l"/>
                <a:tab pos="3200400" algn="l"/>
                <a:tab pos="4349750" algn="l"/>
              </a:tabLst>
            </a:pPr>
            <a:r>
              <a:rPr lang="en-US" sz="2000" dirty="0"/>
              <a:t>			code	Speed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  <a:tabLst>
                <a:tab pos="1143000" algn="l"/>
                <a:tab pos="2857500" algn="l"/>
                <a:tab pos="3149600" algn="l"/>
                <a:tab pos="4343400" algn="l"/>
                <a:tab pos="5321300" algn="l"/>
                <a:tab pos="5715000" algn="l"/>
              </a:tabLst>
            </a:pPr>
            <a:r>
              <a:rPr lang="en-US" sz="2000" dirty="0"/>
              <a:t>	</a:t>
            </a:r>
            <a:r>
              <a:rPr lang="en-US" sz="2000" u="sng" dirty="0"/>
              <a:t>Cipher</a:t>
            </a:r>
            <a:r>
              <a:rPr lang="en-US" sz="2000" dirty="0"/>
              <a:t>	 </a:t>
            </a:r>
            <a:r>
              <a:rPr lang="en-US" sz="2000" u="sng" dirty="0"/>
              <a:t>size</a:t>
            </a:r>
            <a:r>
              <a:rPr lang="en-US" sz="2000" dirty="0"/>
              <a:t>	</a:t>
            </a:r>
            <a:r>
              <a:rPr lang="en-US" sz="2000" u="sng" dirty="0"/>
              <a:t>(MB/sec)</a:t>
            </a:r>
          </a:p>
          <a:p>
            <a:pPr marL="0" indent="0">
              <a:spcBef>
                <a:spcPts val="1776"/>
              </a:spcBef>
              <a:buNone/>
              <a:tabLst>
                <a:tab pos="1143000" algn="l"/>
                <a:tab pos="2857500" algn="l"/>
                <a:tab pos="3149600" algn="l"/>
                <a:tab pos="3492500" algn="l"/>
                <a:tab pos="4572000" algn="l"/>
                <a:tab pos="5321300" algn="l"/>
                <a:tab pos="5715000" algn="l"/>
                <a:tab pos="7543800" algn="l"/>
              </a:tabLst>
            </a:pPr>
            <a:r>
              <a:rPr lang="en-US" sz="2000" dirty="0"/>
              <a:t>	AES/GCM 	large	</a:t>
            </a:r>
            <a:r>
              <a:rPr lang="en-US" sz="2000" baseline="30000" dirty="0"/>
              <a:t>**</a:t>
            </a:r>
            <a:r>
              <a:rPr lang="en-US" sz="2000" dirty="0"/>
              <a:t>	108		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AES/CTR	139</a:t>
            </a:r>
            <a:endParaRPr lang="en-US" sz="2000" u="sng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spcBef>
                <a:spcPts val="1824"/>
              </a:spcBef>
              <a:buNone/>
              <a:tabLst>
                <a:tab pos="1143000" algn="l"/>
                <a:tab pos="2628900" algn="l"/>
                <a:tab pos="2857500" algn="l"/>
                <a:tab pos="3543300" algn="l"/>
                <a:tab pos="4349750" algn="l"/>
                <a:tab pos="4572000" algn="l"/>
                <a:tab pos="5715000" algn="l"/>
                <a:tab pos="7543800" algn="l"/>
              </a:tabLst>
            </a:pPr>
            <a:r>
              <a:rPr lang="en-US" sz="2000" dirty="0"/>
              <a:t>	</a:t>
            </a:r>
            <a:r>
              <a:rPr lang="en-US" sz="2000" b="0" dirty="0"/>
              <a:t>AES/CCM</a:t>
            </a:r>
            <a:r>
              <a:rPr lang="en-US" sz="2000" dirty="0"/>
              <a:t>		smaller 		 61	</a:t>
            </a:r>
            <a:r>
              <a:rPr lang="en-US" sz="2000" dirty="0">
                <a:solidFill>
                  <a:srgbClr val="A6A6A6"/>
                </a:solidFill>
              </a:rPr>
              <a:t>AES/CBC	109</a:t>
            </a:r>
            <a:endParaRPr lang="en-US" sz="2000" b="0" dirty="0">
              <a:solidFill>
                <a:srgbClr val="A6A6A6"/>
              </a:solidFill>
            </a:endParaRPr>
          </a:p>
          <a:p>
            <a:pPr marL="0" indent="0">
              <a:spcBef>
                <a:spcPts val="1224"/>
              </a:spcBef>
              <a:buNone/>
              <a:tabLst>
                <a:tab pos="1143000" algn="l"/>
                <a:tab pos="2628900" algn="l"/>
                <a:tab pos="2857500" algn="l"/>
                <a:tab pos="3543300" algn="l"/>
                <a:tab pos="4349750" algn="l"/>
                <a:tab pos="4572000" algn="l"/>
                <a:tab pos="5715000" algn="l"/>
              </a:tabLst>
            </a:pPr>
            <a:r>
              <a:rPr lang="en-US" sz="2000" dirty="0"/>
              <a:t>	AES/EAX		smaller 		 61</a:t>
            </a:r>
            <a:endParaRPr lang="en-US" sz="2000" b="0" dirty="0"/>
          </a:p>
          <a:p>
            <a:pPr marL="0" indent="0">
              <a:spcBef>
                <a:spcPts val="0"/>
              </a:spcBef>
              <a:buNone/>
              <a:tabLst>
                <a:tab pos="1143000" algn="l"/>
                <a:tab pos="3263900" algn="l"/>
                <a:tab pos="3543300" algn="l"/>
                <a:tab pos="4349750" algn="l"/>
                <a:tab pos="5715000" algn="l"/>
                <a:tab pos="7543800" algn="l"/>
              </a:tabLst>
            </a:pPr>
            <a:r>
              <a:rPr lang="en-US" sz="2000" dirty="0"/>
              <a:t>					</a:t>
            </a:r>
            <a:r>
              <a:rPr lang="en-US" sz="2000" dirty="0">
                <a:solidFill>
                  <a:srgbClr val="A6A6A6"/>
                </a:solidFill>
              </a:rPr>
              <a:t>AES/CMAC	109</a:t>
            </a:r>
          </a:p>
          <a:p>
            <a:pPr marL="0" indent="0">
              <a:spcBef>
                <a:spcPts val="1224"/>
              </a:spcBef>
              <a:buNone/>
              <a:tabLst>
                <a:tab pos="1143000" algn="l"/>
                <a:tab pos="3263900" algn="l"/>
                <a:tab pos="3543300" algn="l"/>
                <a:tab pos="4349750" algn="l"/>
                <a:tab pos="4572000" algn="l"/>
                <a:tab pos="5715000" algn="l"/>
                <a:tab pos="7543800" algn="l"/>
              </a:tabLst>
            </a:pPr>
            <a:r>
              <a:rPr lang="en-US" sz="2000" dirty="0"/>
              <a:t>	AES/OCB				129</a:t>
            </a:r>
            <a:r>
              <a:rPr lang="en-US" sz="2000" baseline="30000" dirty="0"/>
              <a:t>*</a:t>
            </a:r>
            <a:r>
              <a:rPr lang="en-US" sz="2000" dirty="0"/>
              <a:t>	</a:t>
            </a:r>
            <a:r>
              <a:rPr lang="en-US" sz="2000" dirty="0">
                <a:solidFill>
                  <a:srgbClr val="A6A6A6"/>
                </a:solidFill>
              </a:rPr>
              <a:t>HMAC/SHA1	147</a:t>
            </a:r>
          </a:p>
        </p:txBody>
      </p:sp>
      <p:sp>
        <p:nvSpPr>
          <p:cNvPr id="8" name="Left Brace 7"/>
          <p:cNvSpPr/>
          <p:nvPr/>
        </p:nvSpPr>
        <p:spPr>
          <a:xfrm>
            <a:off x="1143000" y="2781300"/>
            <a:ext cx="152400" cy="12954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8600" y="5638801"/>
            <a:ext cx="5085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extrapolated from Ted </a:t>
            </a:r>
            <a:r>
              <a:rPr lang="en-US" sz="1400" dirty="0" err="1"/>
              <a:t>Kravitz’s</a:t>
            </a:r>
            <a:r>
              <a:rPr lang="en-US" sz="1400" dirty="0"/>
              <a:t> results        ** non-Intel machines</a:t>
            </a:r>
          </a:p>
        </p:txBody>
      </p:sp>
    </p:spTree>
    <p:extLst>
      <p:ext uri="{BB962C8B-B14F-4D97-AF65-F5344CB8AC3E}">
        <p14:creationId xmlns:p14="http://schemas.microsoft.com/office/powerpoint/2010/main" val="2702822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6E0A591440FD4BB24A6FC7027A4F9B" ma:contentTypeVersion="0" ma:contentTypeDescription="Create a new document." ma:contentTypeScope="" ma:versionID="0cdb238342832eee5c5d1cab4933901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29EE533-D983-46E0-894F-D58A3D513970}"/>
</file>

<file path=customXml/itemProps2.xml><?xml version="1.0" encoding="utf-8"?>
<ds:datastoreItem xmlns:ds="http://schemas.openxmlformats.org/officeDocument/2006/customXml" ds:itemID="{335A230B-2EAF-4BFF-90F2-54534BE4B5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7F32F0-E805-400D-AE13-93A0FFD49C4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7453</TotalTime>
  <Words>4768</Words>
  <Application>Microsoft Macintosh PowerPoint</Application>
  <PresentationFormat>On-screen Show (4:3)</PresentationFormat>
  <Paragraphs>680</Paragraphs>
  <Slides>58</Slides>
  <Notes>14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Arial</vt:lpstr>
      <vt:lpstr>Calibri</vt:lpstr>
      <vt:lpstr>Calibri Light</vt:lpstr>
      <vt:lpstr>Castellar</vt:lpstr>
      <vt:lpstr>Comic Sans MS</vt:lpstr>
      <vt:lpstr>Lato</vt:lpstr>
      <vt:lpstr>Tahoma</vt:lpstr>
      <vt:lpstr>Office Theme</vt:lpstr>
      <vt:lpstr>PowerPoint Presentation</vt:lpstr>
      <vt:lpstr>PowerPoint Presentation</vt:lpstr>
      <vt:lpstr>Active attacks on  CPA-secure encryption</vt:lpstr>
      <vt:lpstr>Recap:  the story so far</vt:lpstr>
      <vt:lpstr>Một mẫu tấn công giả mạo (Sample tampering attacks)</vt:lpstr>
      <vt:lpstr>Một mẫu tấn công giả mạo</vt:lpstr>
      <vt:lpstr>Reading someone else’s data</vt:lpstr>
      <vt:lpstr>PowerPoint Presentation</vt:lpstr>
      <vt:lpstr>An attack using only network access</vt:lpstr>
      <vt:lpstr>The lesson</vt:lpstr>
      <vt:lpstr>Message Auth. Codes  (MAC) – Mã xác thực thông điệp</vt:lpstr>
      <vt:lpstr>Toàn vẹn thông điệp (Message Integrity)</vt:lpstr>
      <vt:lpstr>Message integrity:   MACs</vt:lpstr>
      <vt:lpstr>Integrity requires a secret key</vt:lpstr>
      <vt:lpstr>Basic Uses of Message Authentication code (MAC)  </vt:lpstr>
      <vt:lpstr>Bảo mật MAC</vt:lpstr>
      <vt:lpstr>Bảo mật MACs</vt:lpstr>
      <vt:lpstr>Ví dụ:  protecting system files</vt:lpstr>
      <vt:lpstr>Secure PRF   ⇒   Secure MAC</vt:lpstr>
      <vt:lpstr>Proof Sketch</vt:lpstr>
      <vt:lpstr>Examples</vt:lpstr>
      <vt:lpstr>MACs and PRFs</vt:lpstr>
      <vt:lpstr>Cấu trúc 1:   encrypted CBC-MAC</vt:lpstr>
      <vt:lpstr>Cấu trúc 2:   NMAC   (nested MAC)</vt:lpstr>
      <vt:lpstr>What if msg. len. is not multiple of block-size? </vt:lpstr>
      <vt:lpstr>CBC MAC padding</vt:lpstr>
      <vt:lpstr>CBC MAC padding</vt:lpstr>
      <vt:lpstr>CMAC   (NIST standard)</vt:lpstr>
      <vt:lpstr>MACs based on Hash function - HMAC (RFC 2104) </vt:lpstr>
      <vt:lpstr>HMAC (RFC 2104)</vt:lpstr>
      <vt:lpstr>HMAC (RFC 2104)</vt:lpstr>
      <vt:lpstr>Security of HMAC </vt:lpstr>
      <vt:lpstr>Secure Hash Algorithm (SHA)</vt:lpstr>
      <vt:lpstr>Secure Hash Algorithm – SHA 512</vt:lpstr>
      <vt:lpstr>Definitions</vt:lpstr>
      <vt:lpstr>Goals</vt:lpstr>
      <vt:lpstr>Toàn vẹn Ciphertext</vt:lpstr>
      <vt:lpstr>Mã xác thực (Authenticated encryption)</vt:lpstr>
      <vt:lpstr>Authenticated encryption</vt:lpstr>
      <vt:lpstr>Ví dụ về các tấn công CCP (chosen ciphertext attacks)</vt:lpstr>
      <vt:lpstr>Chosen ciphertext security</vt:lpstr>
      <vt:lpstr>Chosen ciphertext security:  definition</vt:lpstr>
      <vt:lpstr>Chosen ciphertext security: definition</vt:lpstr>
      <vt:lpstr>Authenticated enc. ⇒ CCA security</vt:lpstr>
      <vt:lpstr>Proof by pictures</vt:lpstr>
      <vt:lpstr>So what?</vt:lpstr>
      <vt:lpstr>… but first,  some history</vt:lpstr>
      <vt:lpstr>Combining MAC and ENC   (CCA)</vt:lpstr>
      <vt:lpstr>A.E.   Theorems</vt:lpstr>
      <vt:lpstr>Standards  (at a high level)</vt:lpstr>
      <vt:lpstr>An example API  (OpenSSL)</vt:lpstr>
      <vt:lpstr>OCB:  a direct construction from a PRP</vt:lpstr>
      <vt:lpstr>CCM – Authenticated Encryption</vt:lpstr>
      <vt:lpstr>CCM – Authenticated Encryption</vt:lpstr>
      <vt:lpstr>CCM – Authenticated Encryption</vt:lpstr>
      <vt:lpstr>GCM – Authenticated Encryption</vt:lpstr>
      <vt:lpstr>Galois Counter— Message Authentication Code (GCM) </vt:lpstr>
      <vt:lpstr>Performance: Crypto++  5.6.0      [ Wei Dai 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Ta Thi Kim Hue</cp:lastModifiedBy>
  <cp:revision>65</cp:revision>
  <dcterms:created xsi:type="dcterms:W3CDTF">2021-05-28T04:32:29Z</dcterms:created>
  <dcterms:modified xsi:type="dcterms:W3CDTF">2023-02-15T23:59:40Z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0x010100796E0A591440FD4BB24A6FC7027A4F9B</vt:lpwstr>
  </property>
</Properties>
</file>