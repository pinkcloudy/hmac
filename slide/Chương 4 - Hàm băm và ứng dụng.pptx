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ink/ink2.xml" ContentType="application/inkml+xml"/>
  <Override PartName="/ppt/ink/ink1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3"/>
  </p:sldMasterIdLst>
  <p:notesMasterIdLst>
    <p:notesMasterId r:id="rId50"/>
  </p:notesMasterIdLst>
  <p:handoutMasterIdLst>
    <p:handoutMasterId r:id="rId51"/>
  </p:handoutMasterIdLst>
  <p:sldIdLst>
    <p:sldId id="259" r:id="rId4"/>
    <p:sldId id="257" r:id="rId5"/>
    <p:sldId id="354" r:id="rId6"/>
    <p:sldId id="315" r:id="rId7"/>
    <p:sldId id="316" r:id="rId8"/>
    <p:sldId id="320" r:id="rId9"/>
    <p:sldId id="317" r:id="rId10"/>
    <p:sldId id="324" r:id="rId11"/>
    <p:sldId id="325" r:id="rId12"/>
    <p:sldId id="331" r:id="rId13"/>
    <p:sldId id="326" r:id="rId14"/>
    <p:sldId id="328" r:id="rId15"/>
    <p:sldId id="360" r:id="rId16"/>
    <p:sldId id="329" r:id="rId17"/>
    <p:sldId id="332" r:id="rId18"/>
    <p:sldId id="336" r:id="rId19"/>
    <p:sldId id="337" r:id="rId20"/>
    <p:sldId id="341" r:id="rId21"/>
    <p:sldId id="361" r:id="rId22"/>
    <p:sldId id="982" r:id="rId23"/>
    <p:sldId id="983" r:id="rId24"/>
    <p:sldId id="984" r:id="rId25"/>
    <p:sldId id="985" r:id="rId26"/>
    <p:sldId id="986" r:id="rId27"/>
    <p:sldId id="987" r:id="rId28"/>
    <p:sldId id="990" r:id="rId29"/>
    <p:sldId id="991" r:id="rId30"/>
    <p:sldId id="988" r:id="rId31"/>
    <p:sldId id="989" r:id="rId32"/>
    <p:sldId id="992" r:id="rId33"/>
    <p:sldId id="338" r:id="rId34"/>
    <p:sldId id="344" r:id="rId35"/>
    <p:sldId id="343" r:id="rId36"/>
    <p:sldId id="334" r:id="rId37"/>
    <p:sldId id="346" r:id="rId38"/>
    <p:sldId id="347" r:id="rId39"/>
    <p:sldId id="352" r:id="rId40"/>
    <p:sldId id="353" r:id="rId41"/>
    <p:sldId id="356" r:id="rId42"/>
    <p:sldId id="355" r:id="rId43"/>
    <p:sldId id="521" r:id="rId44"/>
    <p:sldId id="523" r:id="rId45"/>
    <p:sldId id="524" r:id="rId46"/>
    <p:sldId id="525" r:id="rId47"/>
    <p:sldId id="526" r:id="rId48"/>
    <p:sldId id="527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2A2D8-25C3-D74E-A8BD-F4891B6EF312}" v="2" dt="2022-11-02T10:49:05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 autoAdjust="0"/>
    <p:restoredTop sz="94687"/>
  </p:normalViewPr>
  <p:slideViewPr>
    <p:cSldViewPr snapToGrid="0">
      <p:cViewPr varScale="1">
        <p:scale>
          <a:sx n="100" d="100"/>
          <a:sy n="100" d="100"/>
        </p:scale>
        <p:origin x="760" y="168"/>
      </p:cViewPr>
      <p:guideLst/>
    </p:cSldViewPr>
  </p:slideViewPr>
  <p:outlineViewPr>
    <p:cViewPr>
      <p:scale>
        <a:sx n="33" d="100"/>
        <a:sy n="33" d="100"/>
      </p:scale>
      <p:origin x="0" y="-18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microsoft.com/office/2016/11/relationships/changesInfo" Target="changesInfos/changesInfo1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microsoft.com/office/2015/10/relationships/revisionInfo" Target="revisionInfo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i Kim Hue" userId="af176dfe-ebe0-47e4-99a4-e0f4d40f7313" providerId="ADAL" clId="{5102A2D8-25C3-D74E-A8BD-F4891B6EF312}"/>
    <pc:docChg chg="custSel addSld modSld">
      <pc:chgData name="Ta Thi Kim Hue" userId="af176dfe-ebe0-47e4-99a4-e0f4d40f7313" providerId="ADAL" clId="{5102A2D8-25C3-D74E-A8BD-F4891B6EF312}" dt="2022-11-02T16:47:39.804" v="174" actId="20577"/>
      <pc:docMkLst>
        <pc:docMk/>
      </pc:docMkLst>
      <pc:sldChg chg="addSp modSp mod modAnim">
        <pc:chgData name="Ta Thi Kim Hue" userId="af176dfe-ebe0-47e4-99a4-e0f4d40f7313" providerId="ADAL" clId="{5102A2D8-25C3-D74E-A8BD-F4891B6EF312}" dt="2022-11-02T10:50:01.940" v="10" actId="20577"/>
        <pc:sldMkLst>
          <pc:docMk/>
          <pc:sldMk cId="4175955957" sldId="288"/>
        </pc:sldMkLst>
        <pc:spChg chg="mod">
          <ac:chgData name="Ta Thi Kim Hue" userId="af176dfe-ebe0-47e4-99a4-e0f4d40f7313" providerId="ADAL" clId="{5102A2D8-25C3-D74E-A8BD-F4891B6EF312}" dt="2022-11-02T10:50:01.940" v="10" actId="20577"/>
          <ac:spMkLst>
            <pc:docMk/>
            <pc:sldMk cId="4175955957" sldId="288"/>
            <ac:spMk id="4" creationId="{B310BEA8-9217-4C04-962E-065A63974FEB}"/>
          </ac:spMkLst>
        </pc:spChg>
        <pc:picChg chg="add mod">
          <ac:chgData name="Ta Thi Kim Hue" userId="af176dfe-ebe0-47e4-99a4-e0f4d40f7313" providerId="ADAL" clId="{5102A2D8-25C3-D74E-A8BD-F4891B6EF312}" dt="2022-11-02T10:48:58.724" v="5" actId="1076"/>
          <ac:picMkLst>
            <pc:docMk/>
            <pc:sldMk cId="4175955957" sldId="288"/>
            <ac:picMk id="6" creationId="{0176EBB6-6F83-5F9F-889C-E61AD4F2056D}"/>
          </ac:picMkLst>
        </pc:picChg>
      </pc:sldChg>
      <pc:sldChg chg="modSp new mod">
        <pc:chgData name="Ta Thi Kim Hue" userId="af176dfe-ebe0-47e4-99a4-e0f4d40f7313" providerId="ADAL" clId="{5102A2D8-25C3-D74E-A8BD-F4891B6EF312}" dt="2022-11-02T16:47:39.804" v="174" actId="20577"/>
        <pc:sldMkLst>
          <pc:docMk/>
          <pc:sldMk cId="1259703148" sldId="294"/>
        </pc:sldMkLst>
        <pc:spChg chg="mod">
          <ac:chgData name="Ta Thi Kim Hue" userId="af176dfe-ebe0-47e4-99a4-e0f4d40f7313" providerId="ADAL" clId="{5102A2D8-25C3-D74E-A8BD-F4891B6EF312}" dt="2022-11-02T16:00:22.145" v="30" actId="20577"/>
          <ac:spMkLst>
            <pc:docMk/>
            <pc:sldMk cId="1259703148" sldId="294"/>
            <ac:spMk id="3" creationId="{5262B5CD-D4B5-D311-A2C8-13AE48F00DD4}"/>
          </ac:spMkLst>
        </pc:spChg>
        <pc:spChg chg="mod">
          <ac:chgData name="Ta Thi Kim Hue" userId="af176dfe-ebe0-47e4-99a4-e0f4d40f7313" providerId="ADAL" clId="{5102A2D8-25C3-D74E-A8BD-F4891B6EF312}" dt="2022-11-02T16:47:39.804" v="174" actId="20577"/>
          <ac:spMkLst>
            <pc:docMk/>
            <pc:sldMk cId="1259703148" sldId="294"/>
            <ac:spMk id="4" creationId="{346A1D85-CA76-7862-5C17-5D6D73EF5559}"/>
          </ac:spMkLst>
        </pc:spChg>
      </pc:sldChg>
    </pc:docChg>
  </pc:docChgLst>
  <pc:docChgLst>
    <pc:chgData name="hue.tathikim@hust.edu.vn" userId="af176dfe-ebe0-47e4-99a4-e0f4d40f7313" providerId="ADAL" clId="{1F4E8022-28B5-4CB1-ADE6-2FBE4A23408A}"/>
    <pc:docChg chg="undo custSel addSld modSld">
      <pc:chgData name="hue.tathikim@hust.edu.vn" userId="af176dfe-ebe0-47e4-99a4-e0f4d40f7313" providerId="ADAL" clId="{1F4E8022-28B5-4CB1-ADE6-2FBE4A23408A}" dt="2022-10-12T04:36:37.739" v="1747" actId="20577"/>
      <pc:docMkLst>
        <pc:docMk/>
      </pc:docMkLst>
      <pc:sldChg chg="addSp modSp mod">
        <pc:chgData name="hue.tathikim@hust.edu.vn" userId="af176dfe-ebe0-47e4-99a4-e0f4d40f7313" providerId="ADAL" clId="{1F4E8022-28B5-4CB1-ADE6-2FBE4A23408A}" dt="2022-10-12T04:00:05.410" v="732" actId="14100"/>
        <pc:sldMkLst>
          <pc:docMk/>
          <pc:sldMk cId="757369366" sldId="266"/>
        </pc:sldMkLst>
        <pc:spChg chg="mod">
          <ac:chgData name="hue.tathikim@hust.edu.vn" userId="af176dfe-ebe0-47e4-99a4-e0f4d40f7313" providerId="ADAL" clId="{1F4E8022-28B5-4CB1-ADE6-2FBE4A23408A}" dt="2022-10-12T03:42:22.097" v="14" actId="14100"/>
          <ac:spMkLst>
            <pc:docMk/>
            <pc:sldMk cId="757369366" sldId="266"/>
            <ac:spMk id="4" creationId="{007EE1FD-FAAD-14FF-6940-40B38CCE7620}"/>
          </ac:spMkLst>
        </pc:spChg>
        <pc:spChg chg="add mod">
          <ac:chgData name="hue.tathikim@hust.edu.vn" userId="af176dfe-ebe0-47e4-99a4-e0f4d40f7313" providerId="ADAL" clId="{1F4E8022-28B5-4CB1-ADE6-2FBE4A23408A}" dt="2022-10-12T04:00:05.410" v="732" actId="14100"/>
          <ac:spMkLst>
            <pc:docMk/>
            <pc:sldMk cId="757369366" sldId="266"/>
            <ac:spMk id="8" creationId="{5954AA41-6DE1-4156-9998-ECED6E61BFCA}"/>
          </ac:spMkLst>
        </pc:spChg>
        <pc:spChg chg="add mod">
          <ac:chgData name="hue.tathikim@hust.edu.vn" userId="af176dfe-ebe0-47e4-99a4-e0f4d40f7313" providerId="ADAL" clId="{1F4E8022-28B5-4CB1-ADE6-2FBE4A23408A}" dt="2022-10-12T03:51:03.958" v="303" actId="14100"/>
          <ac:spMkLst>
            <pc:docMk/>
            <pc:sldMk cId="757369366" sldId="266"/>
            <ac:spMk id="9" creationId="{39CE66D5-29CD-4C3E-9750-57C80BD469B0}"/>
          </ac:spMkLst>
        </pc:spChg>
        <pc:spChg chg="add mod">
          <ac:chgData name="hue.tathikim@hust.edu.vn" userId="af176dfe-ebe0-47e4-99a4-e0f4d40f7313" providerId="ADAL" clId="{1F4E8022-28B5-4CB1-ADE6-2FBE4A23408A}" dt="2022-10-12T03:50:48.774" v="299" actId="14100"/>
          <ac:spMkLst>
            <pc:docMk/>
            <pc:sldMk cId="757369366" sldId="266"/>
            <ac:spMk id="10" creationId="{D6FB82F1-D917-4138-9995-558EEA9823AE}"/>
          </ac:spMkLst>
        </pc:spChg>
        <pc:spChg chg="add mod">
          <ac:chgData name="hue.tathikim@hust.edu.vn" userId="af176dfe-ebe0-47e4-99a4-e0f4d40f7313" providerId="ADAL" clId="{1F4E8022-28B5-4CB1-ADE6-2FBE4A23408A}" dt="2022-10-12T03:51:00.718" v="302" actId="1076"/>
          <ac:spMkLst>
            <pc:docMk/>
            <pc:sldMk cId="757369366" sldId="266"/>
            <ac:spMk id="11" creationId="{F8AECEDF-756A-42CE-9FC1-DACB5A2EAD6E}"/>
          </ac:spMkLst>
        </pc:spChg>
        <pc:picChg chg="add mod">
          <ac:chgData name="hue.tathikim@hust.edu.vn" userId="af176dfe-ebe0-47e4-99a4-e0f4d40f7313" providerId="ADAL" clId="{1F4E8022-28B5-4CB1-ADE6-2FBE4A23408A}" dt="2022-10-12T03:50:56.191" v="301" actId="1076"/>
          <ac:picMkLst>
            <pc:docMk/>
            <pc:sldMk cId="757369366" sldId="266"/>
            <ac:picMk id="6" creationId="{C37ED9A0-8988-40FA-AE03-D763DC95952F}"/>
          </ac:picMkLst>
        </pc:picChg>
      </pc:sldChg>
      <pc:sldChg chg="modSp new mod">
        <pc:chgData name="hue.tathikim@hust.edu.vn" userId="af176dfe-ebe0-47e4-99a4-e0f4d40f7313" providerId="ADAL" clId="{1F4E8022-28B5-4CB1-ADE6-2FBE4A23408A}" dt="2022-10-12T04:36:37.739" v="1747" actId="20577"/>
        <pc:sldMkLst>
          <pc:docMk/>
          <pc:sldMk cId="3057768725" sldId="273"/>
        </pc:sldMkLst>
        <pc:spChg chg="mod">
          <ac:chgData name="hue.tathikim@hust.edu.vn" userId="af176dfe-ebe0-47e4-99a4-e0f4d40f7313" providerId="ADAL" clId="{1F4E8022-28B5-4CB1-ADE6-2FBE4A23408A}" dt="2022-10-12T04:19:52.463" v="733"/>
          <ac:spMkLst>
            <pc:docMk/>
            <pc:sldMk cId="3057768725" sldId="273"/>
            <ac:spMk id="3" creationId="{F10B2960-35D6-465F-9893-F5F9A57434A2}"/>
          </ac:spMkLst>
        </pc:spChg>
        <pc:spChg chg="mod">
          <ac:chgData name="hue.tathikim@hust.edu.vn" userId="af176dfe-ebe0-47e4-99a4-e0f4d40f7313" providerId="ADAL" clId="{1F4E8022-28B5-4CB1-ADE6-2FBE4A23408A}" dt="2022-10-12T04:36:37.739" v="1747" actId="20577"/>
          <ac:spMkLst>
            <pc:docMk/>
            <pc:sldMk cId="3057768725" sldId="273"/>
            <ac:spMk id="4" creationId="{2CB8CC60-F448-4A90-84AD-77113019F0C2}"/>
          </ac:spMkLst>
        </pc:spChg>
      </pc:sldChg>
      <pc:sldChg chg="modSp new mod">
        <pc:chgData name="hue.tathikim@hust.edu.vn" userId="af176dfe-ebe0-47e4-99a4-e0f4d40f7313" providerId="ADAL" clId="{1F4E8022-28B5-4CB1-ADE6-2FBE4A23408A}" dt="2022-10-12T04:19:56.837" v="734"/>
        <pc:sldMkLst>
          <pc:docMk/>
          <pc:sldMk cId="4153716864" sldId="274"/>
        </pc:sldMkLst>
        <pc:spChg chg="mod">
          <ac:chgData name="hue.tathikim@hust.edu.vn" userId="af176dfe-ebe0-47e4-99a4-e0f4d40f7313" providerId="ADAL" clId="{1F4E8022-28B5-4CB1-ADE6-2FBE4A23408A}" dt="2022-10-12T04:19:56.837" v="734"/>
          <ac:spMkLst>
            <pc:docMk/>
            <pc:sldMk cId="4153716864" sldId="274"/>
            <ac:spMk id="3" creationId="{45D31F5E-ADA7-4AE2-A697-2707659AE77C}"/>
          </ac:spMkLst>
        </pc:spChg>
      </pc:sldChg>
      <pc:sldChg chg="new">
        <pc:chgData name="hue.tathikim@hust.edu.vn" userId="af176dfe-ebe0-47e4-99a4-e0f4d40f7313" providerId="ADAL" clId="{1F4E8022-28B5-4CB1-ADE6-2FBE4A23408A}" dt="2022-10-12T03:58:00.914" v="625" actId="680"/>
        <pc:sldMkLst>
          <pc:docMk/>
          <pc:sldMk cId="3928681518" sldId="275"/>
        </pc:sldMkLst>
      </pc:sldChg>
    </pc:docChg>
  </pc:docChgLst>
  <pc:docChgLst>
    <pc:chgData name="Ta Thi Kim Hue" userId="af176dfe-ebe0-47e4-99a4-e0f4d40f7313" providerId="ADAL" clId="{55F3777B-5B4D-F34F-95EB-4BC4C23D9DFD}"/>
    <pc:docChg chg="custSel addSld modSld sldOrd">
      <pc:chgData name="Ta Thi Kim Hue" userId="af176dfe-ebe0-47e4-99a4-e0f4d40f7313" providerId="ADAL" clId="{55F3777B-5B4D-F34F-95EB-4BC4C23D9DFD}" dt="2022-10-27T01:40:18.176" v="2189" actId="20577"/>
      <pc:docMkLst>
        <pc:docMk/>
      </pc:docMkLst>
      <pc:sldChg chg="modSp mod">
        <pc:chgData name="Ta Thi Kim Hue" userId="af176dfe-ebe0-47e4-99a4-e0f4d40f7313" providerId="ADAL" clId="{55F3777B-5B4D-F34F-95EB-4BC4C23D9DFD}" dt="2022-10-27T00:01:32.045" v="2177" actId="20577"/>
        <pc:sldMkLst>
          <pc:docMk/>
          <pc:sldMk cId="292364014" sldId="265"/>
        </pc:sldMkLst>
        <pc:spChg chg="mod">
          <ac:chgData name="Ta Thi Kim Hue" userId="af176dfe-ebe0-47e4-99a4-e0f4d40f7313" providerId="ADAL" clId="{55F3777B-5B4D-F34F-95EB-4BC4C23D9DFD}" dt="2022-10-27T00:01:32.045" v="2177" actId="20577"/>
          <ac:spMkLst>
            <pc:docMk/>
            <pc:sldMk cId="292364014" sldId="265"/>
            <ac:spMk id="3" creationId="{9EF27CAA-32BA-4E6B-B8C0-1A481E08E81D}"/>
          </ac:spMkLst>
        </pc:spChg>
      </pc:sldChg>
      <pc:sldChg chg="modSp">
        <pc:chgData name="Ta Thi Kim Hue" userId="af176dfe-ebe0-47e4-99a4-e0f4d40f7313" providerId="ADAL" clId="{55F3777B-5B4D-F34F-95EB-4BC4C23D9DFD}" dt="2022-10-27T01:40:18.176" v="2189" actId="20577"/>
        <pc:sldMkLst>
          <pc:docMk/>
          <pc:sldMk cId="2508839728" sldId="281"/>
        </pc:sldMkLst>
        <pc:spChg chg="mod">
          <ac:chgData name="Ta Thi Kim Hue" userId="af176dfe-ebe0-47e4-99a4-e0f4d40f7313" providerId="ADAL" clId="{55F3777B-5B4D-F34F-95EB-4BC4C23D9DFD}" dt="2022-10-27T01:40:18.176" v="2189" actId="20577"/>
          <ac:spMkLst>
            <pc:docMk/>
            <pc:sldMk cId="2508839728" sldId="281"/>
            <ac:spMk id="4" creationId="{6544B028-67D0-5A64-C7C8-6F81BE50B8E0}"/>
          </ac:spMkLst>
        </pc:spChg>
      </pc:sldChg>
      <pc:sldChg chg="modSp mod ord">
        <pc:chgData name="Ta Thi Kim Hue" userId="af176dfe-ebe0-47e4-99a4-e0f4d40f7313" providerId="ADAL" clId="{55F3777B-5B4D-F34F-95EB-4BC4C23D9DFD}" dt="2022-10-26T15:18:56.510" v="604" actId="20578"/>
        <pc:sldMkLst>
          <pc:docMk/>
          <pc:sldMk cId="2256585216" sldId="284"/>
        </pc:sldMkLst>
        <pc:spChg chg="mod">
          <ac:chgData name="Ta Thi Kim Hue" userId="af176dfe-ebe0-47e4-99a4-e0f4d40f7313" providerId="ADAL" clId="{55F3777B-5B4D-F34F-95EB-4BC4C23D9DFD}" dt="2022-10-26T15:07:29.883" v="6"/>
          <ac:spMkLst>
            <pc:docMk/>
            <pc:sldMk cId="2256585216" sldId="284"/>
            <ac:spMk id="3" creationId="{E50BAF10-CCF8-9CD6-7B5B-AA9B1DB1346C}"/>
          </ac:spMkLst>
        </pc:spChg>
        <pc:spChg chg="mod">
          <ac:chgData name="Ta Thi Kim Hue" userId="af176dfe-ebe0-47e4-99a4-e0f4d40f7313" providerId="ADAL" clId="{55F3777B-5B4D-F34F-95EB-4BC4C23D9DFD}" dt="2022-10-26T15:18:41.706" v="603" actId="5793"/>
          <ac:spMkLst>
            <pc:docMk/>
            <pc:sldMk cId="2256585216" sldId="284"/>
            <ac:spMk id="4" creationId="{BC4112D6-05D7-6D49-AF90-BD49388C30A1}"/>
          </ac:spMkLst>
        </pc:spChg>
      </pc:sldChg>
      <pc:sldChg chg="addSp delSp modSp mod">
        <pc:chgData name="Ta Thi Kim Hue" userId="af176dfe-ebe0-47e4-99a4-e0f4d40f7313" providerId="ADAL" clId="{55F3777B-5B4D-F34F-95EB-4BC4C23D9DFD}" dt="2022-10-26T15:07:16.454" v="5" actId="14100"/>
        <pc:sldMkLst>
          <pc:docMk/>
          <pc:sldMk cId="1578274839" sldId="289"/>
        </pc:sldMkLst>
        <pc:spChg chg="del">
          <ac:chgData name="Ta Thi Kim Hue" userId="af176dfe-ebe0-47e4-99a4-e0f4d40f7313" providerId="ADAL" clId="{55F3777B-5B4D-F34F-95EB-4BC4C23D9DFD}" dt="2022-10-26T15:07:00.882" v="0"/>
          <ac:spMkLst>
            <pc:docMk/>
            <pc:sldMk cId="1578274839" sldId="289"/>
            <ac:spMk id="4" creationId="{758667D0-E2F8-4056-81B4-AA9795534A34}"/>
          </ac:spMkLst>
        </pc:spChg>
        <pc:picChg chg="add mod">
          <ac:chgData name="Ta Thi Kim Hue" userId="af176dfe-ebe0-47e4-99a4-e0f4d40f7313" providerId="ADAL" clId="{55F3777B-5B4D-F34F-95EB-4BC4C23D9DFD}" dt="2022-10-26T15:07:16.454" v="5" actId="14100"/>
          <ac:picMkLst>
            <pc:docMk/>
            <pc:sldMk cId="1578274839" sldId="289"/>
            <ac:picMk id="6" creationId="{8D89B958-B4A9-FE7A-0609-6694ED943DAD}"/>
          </ac:picMkLst>
        </pc:picChg>
      </pc:sldChg>
      <pc:sldChg chg="addSp modSp new mod">
        <pc:chgData name="Ta Thi Kim Hue" userId="af176dfe-ebe0-47e4-99a4-e0f4d40f7313" providerId="ADAL" clId="{55F3777B-5B4D-F34F-95EB-4BC4C23D9DFD}" dt="2022-10-26T23:49:05.858" v="1607" actId="208"/>
        <pc:sldMkLst>
          <pc:docMk/>
          <pc:sldMk cId="790159097" sldId="290"/>
        </pc:sldMkLst>
        <pc:spChg chg="mod">
          <ac:chgData name="Ta Thi Kim Hue" userId="af176dfe-ebe0-47e4-99a4-e0f4d40f7313" providerId="ADAL" clId="{55F3777B-5B4D-F34F-95EB-4BC4C23D9DFD}" dt="2022-10-26T15:19:10.868" v="606"/>
          <ac:spMkLst>
            <pc:docMk/>
            <pc:sldMk cId="790159097" sldId="290"/>
            <ac:spMk id="3" creationId="{E5B6D001-13ED-BACB-276F-CB1E518E2068}"/>
          </ac:spMkLst>
        </pc:spChg>
        <pc:spChg chg="mod">
          <ac:chgData name="Ta Thi Kim Hue" userId="af176dfe-ebe0-47e4-99a4-e0f4d40f7313" providerId="ADAL" clId="{55F3777B-5B4D-F34F-95EB-4BC4C23D9DFD}" dt="2022-10-26T23:48:54.257" v="1602" actId="14100"/>
          <ac:spMkLst>
            <pc:docMk/>
            <pc:sldMk cId="790159097" sldId="290"/>
            <ac:spMk id="4" creationId="{3E9659E8-FDF3-599C-B01F-75E158CD53C0}"/>
          </ac:spMkLst>
        </pc:spChg>
        <pc:spChg chg="add mod">
          <ac:chgData name="Ta Thi Kim Hue" userId="af176dfe-ebe0-47e4-99a4-e0f4d40f7313" providerId="ADAL" clId="{55F3777B-5B4D-F34F-95EB-4BC4C23D9DFD}" dt="2022-10-26T23:49:05.858" v="1607" actId="208"/>
          <ac:spMkLst>
            <pc:docMk/>
            <pc:sldMk cId="790159097" sldId="290"/>
            <ac:spMk id="5" creationId="{1112E53D-1E4E-92E3-0AF0-A68A0B354086}"/>
          </ac:spMkLst>
        </pc:spChg>
      </pc:sldChg>
      <pc:sldChg chg="addSp modSp new mod">
        <pc:chgData name="Ta Thi Kim Hue" userId="af176dfe-ebe0-47e4-99a4-e0f4d40f7313" providerId="ADAL" clId="{55F3777B-5B4D-F34F-95EB-4BC4C23D9DFD}" dt="2022-10-26T23:53:33.178" v="2163" actId="208"/>
        <pc:sldMkLst>
          <pc:docMk/>
          <pc:sldMk cId="1075757312" sldId="291"/>
        </pc:sldMkLst>
        <pc:spChg chg="mod">
          <ac:chgData name="Ta Thi Kim Hue" userId="af176dfe-ebe0-47e4-99a4-e0f4d40f7313" providerId="ADAL" clId="{55F3777B-5B4D-F34F-95EB-4BC4C23D9DFD}" dt="2022-10-26T15:28:32.471" v="1203"/>
          <ac:spMkLst>
            <pc:docMk/>
            <pc:sldMk cId="1075757312" sldId="291"/>
            <ac:spMk id="3" creationId="{3C5EDF29-B738-7A3A-6B99-8C21485E1567}"/>
          </ac:spMkLst>
        </pc:spChg>
        <pc:spChg chg="mod">
          <ac:chgData name="Ta Thi Kim Hue" userId="af176dfe-ebe0-47e4-99a4-e0f4d40f7313" providerId="ADAL" clId="{55F3777B-5B4D-F34F-95EB-4BC4C23D9DFD}" dt="2022-10-26T23:53:23.620" v="2160" actId="14100"/>
          <ac:spMkLst>
            <pc:docMk/>
            <pc:sldMk cId="1075757312" sldId="291"/>
            <ac:spMk id="4" creationId="{416DD7EF-645F-DFDF-C372-A63367D28D80}"/>
          </ac:spMkLst>
        </pc:spChg>
        <pc:spChg chg="add mod">
          <ac:chgData name="Ta Thi Kim Hue" userId="af176dfe-ebe0-47e4-99a4-e0f4d40f7313" providerId="ADAL" clId="{55F3777B-5B4D-F34F-95EB-4BC4C23D9DFD}" dt="2022-10-26T23:53:33.178" v="2163" actId="208"/>
          <ac:spMkLst>
            <pc:docMk/>
            <pc:sldMk cId="1075757312" sldId="291"/>
            <ac:spMk id="5" creationId="{94F3CC53-8AE5-6E6E-60AE-8C6A437CD260}"/>
          </ac:spMkLst>
        </pc:spChg>
      </pc:sldChg>
      <pc:sldChg chg="modSp new mod">
        <pc:chgData name="Ta Thi Kim Hue" userId="af176dfe-ebe0-47e4-99a4-e0f4d40f7313" providerId="ADAL" clId="{55F3777B-5B4D-F34F-95EB-4BC4C23D9DFD}" dt="2022-10-26T15:29:27.696" v="1218" actId="20577"/>
        <pc:sldMkLst>
          <pc:docMk/>
          <pc:sldMk cId="2099988146" sldId="292"/>
        </pc:sldMkLst>
        <pc:spChg chg="mod">
          <ac:chgData name="Ta Thi Kim Hue" userId="af176dfe-ebe0-47e4-99a4-e0f4d40f7313" providerId="ADAL" clId="{55F3777B-5B4D-F34F-95EB-4BC4C23D9DFD}" dt="2022-10-26T15:29:27.696" v="1218" actId="20577"/>
          <ac:spMkLst>
            <pc:docMk/>
            <pc:sldMk cId="2099988146" sldId="292"/>
            <ac:spMk id="3" creationId="{544381F6-FB06-34F7-A9D0-F735976BCB08}"/>
          </ac:spMkLst>
        </pc:spChg>
      </pc:sldChg>
      <pc:sldChg chg="addSp delSp modSp new mod ord">
        <pc:chgData name="Ta Thi Kim Hue" userId="af176dfe-ebe0-47e4-99a4-e0f4d40f7313" providerId="ADAL" clId="{55F3777B-5B4D-F34F-95EB-4BC4C23D9DFD}" dt="2022-10-26T23:49:27.646" v="1614" actId="208"/>
        <pc:sldMkLst>
          <pc:docMk/>
          <pc:sldMk cId="2394994378" sldId="293"/>
        </pc:sldMkLst>
        <pc:spChg chg="mod">
          <ac:chgData name="Ta Thi Kim Hue" userId="af176dfe-ebe0-47e4-99a4-e0f4d40f7313" providerId="ADAL" clId="{55F3777B-5B4D-F34F-95EB-4BC4C23D9DFD}" dt="2022-10-26T15:27:48.925" v="1197"/>
          <ac:spMkLst>
            <pc:docMk/>
            <pc:sldMk cId="2394994378" sldId="293"/>
            <ac:spMk id="3" creationId="{DF9C0D02-E953-C3CF-1E4F-88672D72C947}"/>
          </ac:spMkLst>
        </pc:spChg>
        <pc:spChg chg="mod">
          <ac:chgData name="Ta Thi Kim Hue" userId="af176dfe-ebe0-47e4-99a4-e0f4d40f7313" providerId="ADAL" clId="{55F3777B-5B4D-F34F-95EB-4BC4C23D9DFD}" dt="2022-10-26T23:49:16.957" v="1609" actId="14100"/>
          <ac:spMkLst>
            <pc:docMk/>
            <pc:sldMk cId="2394994378" sldId="293"/>
            <ac:spMk id="4" creationId="{37BBAD88-C24D-B65E-EF51-D0A6EFB0B20D}"/>
          </ac:spMkLst>
        </pc:spChg>
        <pc:spChg chg="add del mod">
          <ac:chgData name="Ta Thi Kim Hue" userId="af176dfe-ebe0-47e4-99a4-e0f4d40f7313" providerId="ADAL" clId="{55F3777B-5B4D-F34F-95EB-4BC4C23D9DFD}" dt="2022-10-26T15:28:31.535" v="1202"/>
          <ac:spMkLst>
            <pc:docMk/>
            <pc:sldMk cId="2394994378" sldId="293"/>
            <ac:spMk id="5" creationId="{641928AF-175C-5F15-3DD8-69065CF054C3}"/>
          </ac:spMkLst>
        </pc:spChg>
        <pc:spChg chg="add mod">
          <ac:chgData name="Ta Thi Kim Hue" userId="af176dfe-ebe0-47e4-99a4-e0f4d40f7313" providerId="ADAL" clId="{55F3777B-5B4D-F34F-95EB-4BC4C23D9DFD}" dt="2022-10-26T23:49:27.646" v="1614" actId="208"/>
          <ac:spMkLst>
            <pc:docMk/>
            <pc:sldMk cId="2394994378" sldId="293"/>
            <ac:spMk id="6" creationId="{E12259AC-1AA4-F767-27C3-401AD4BDE77D}"/>
          </ac:spMkLst>
        </pc:spChg>
      </pc:sldChg>
    </pc:docChg>
  </pc:docChgLst>
  <pc:docChgLst>
    <pc:chgData name="Ta Thi Kim Hue" userId="af176dfe-ebe0-47e4-99a4-e0f4d40f7313" providerId="ADAL" clId="{54FE70A6-63C1-4E11-969B-F1F522CE7CAE}"/>
    <pc:docChg chg="undo custSel addSld modSld sldOrd">
      <pc:chgData name="Ta Thi Kim Hue" userId="af176dfe-ebe0-47e4-99a4-e0f4d40f7313" providerId="ADAL" clId="{54FE70A6-63C1-4E11-969B-F1F522CE7CAE}" dt="2022-10-26T11:54:59.244" v="3312" actId="20577"/>
      <pc:docMkLst>
        <pc:docMk/>
      </pc:docMkLst>
      <pc:sldChg chg="delSp mod">
        <pc:chgData name="Ta Thi Kim Hue" userId="af176dfe-ebe0-47e4-99a4-e0f4d40f7313" providerId="ADAL" clId="{54FE70A6-63C1-4E11-969B-F1F522CE7CAE}" dt="2022-10-26T08:44:52.452" v="535" actId="21"/>
        <pc:sldMkLst>
          <pc:docMk/>
          <pc:sldMk cId="2508839728" sldId="281"/>
        </pc:sldMkLst>
        <pc:picChg chg="del">
          <ac:chgData name="Ta Thi Kim Hue" userId="af176dfe-ebe0-47e4-99a4-e0f4d40f7313" providerId="ADAL" clId="{54FE70A6-63C1-4E11-969B-F1F522CE7CAE}" dt="2022-10-26T08:44:52.452" v="535" actId="21"/>
          <ac:picMkLst>
            <pc:docMk/>
            <pc:sldMk cId="2508839728" sldId="281"/>
            <ac:picMk id="6" creationId="{D6F1B9D1-7255-CE57-6922-97036565A46D}"/>
          </ac:picMkLst>
        </pc:picChg>
      </pc:sldChg>
      <pc:sldChg chg="ord">
        <pc:chgData name="Ta Thi Kim Hue" userId="af176dfe-ebe0-47e4-99a4-e0f4d40f7313" providerId="ADAL" clId="{54FE70A6-63C1-4E11-969B-F1F522CE7CAE}" dt="2022-10-26T11:49:52.645" v="2763"/>
        <pc:sldMkLst>
          <pc:docMk/>
          <pc:sldMk cId="3786551749" sldId="282"/>
        </pc:sldMkLst>
      </pc:sldChg>
      <pc:sldChg chg="modSp mod ord">
        <pc:chgData name="Ta Thi Kim Hue" userId="af176dfe-ebe0-47e4-99a4-e0f4d40f7313" providerId="ADAL" clId="{54FE70A6-63C1-4E11-969B-F1F522CE7CAE}" dt="2022-10-26T11:54:38.265" v="3265" actId="20577"/>
        <pc:sldMkLst>
          <pc:docMk/>
          <pc:sldMk cId="3252570683" sldId="283"/>
        </pc:sldMkLst>
        <pc:spChg chg="mod">
          <ac:chgData name="Ta Thi Kim Hue" userId="af176dfe-ebe0-47e4-99a4-e0f4d40f7313" providerId="ADAL" clId="{54FE70A6-63C1-4E11-969B-F1F522CE7CAE}" dt="2022-10-26T11:54:38.265" v="3265" actId="20577"/>
          <ac:spMkLst>
            <pc:docMk/>
            <pc:sldMk cId="3252570683" sldId="283"/>
            <ac:spMk id="4" creationId="{77A02F12-7B07-117A-B526-A940A4815973}"/>
          </ac:spMkLst>
        </pc:spChg>
      </pc:sldChg>
      <pc:sldChg chg="addSp delSp modSp new mod">
        <pc:chgData name="Ta Thi Kim Hue" userId="af176dfe-ebe0-47e4-99a4-e0f4d40f7313" providerId="ADAL" clId="{54FE70A6-63C1-4E11-969B-F1F522CE7CAE}" dt="2022-10-26T08:46:31.004" v="699" actId="20577"/>
        <pc:sldMkLst>
          <pc:docMk/>
          <pc:sldMk cId="3616470069" sldId="285"/>
        </pc:sldMkLst>
        <pc:spChg chg="mod">
          <ac:chgData name="Ta Thi Kim Hue" userId="af176dfe-ebe0-47e4-99a4-e0f4d40f7313" providerId="ADAL" clId="{54FE70A6-63C1-4E11-969B-F1F522CE7CAE}" dt="2022-10-26T08:26:57.686" v="30" actId="20577"/>
          <ac:spMkLst>
            <pc:docMk/>
            <pc:sldMk cId="3616470069" sldId="285"/>
            <ac:spMk id="3" creationId="{50159633-3230-4B35-A27C-ECC98ED567C9}"/>
          </ac:spMkLst>
        </pc:spChg>
        <pc:spChg chg="mod">
          <ac:chgData name="Ta Thi Kim Hue" userId="af176dfe-ebe0-47e4-99a4-e0f4d40f7313" providerId="ADAL" clId="{54FE70A6-63C1-4E11-969B-F1F522CE7CAE}" dt="2022-10-26T08:46:31.004" v="699" actId="20577"/>
          <ac:spMkLst>
            <pc:docMk/>
            <pc:sldMk cId="3616470069" sldId="285"/>
            <ac:spMk id="4" creationId="{7F24F5F3-E2EC-4F3A-95A6-44E55ADD19A5}"/>
          </ac:spMkLst>
        </pc:spChg>
        <pc:spChg chg="add mod">
          <ac:chgData name="Ta Thi Kim Hue" userId="af176dfe-ebe0-47e4-99a4-e0f4d40f7313" providerId="ADAL" clId="{54FE70A6-63C1-4E11-969B-F1F522CE7CAE}" dt="2022-10-26T08:33:09.670" v="113"/>
          <ac:spMkLst>
            <pc:docMk/>
            <pc:sldMk cId="3616470069" sldId="285"/>
            <ac:spMk id="6" creationId="{7B89166F-4F36-4B8F-94E1-5928E9E05C0F}"/>
          </ac:spMkLst>
        </pc:spChg>
        <pc:spChg chg="add del mod">
          <ac:chgData name="Ta Thi Kim Hue" userId="af176dfe-ebe0-47e4-99a4-e0f4d40f7313" providerId="ADAL" clId="{54FE70A6-63C1-4E11-969B-F1F522CE7CAE}" dt="2022-10-26T08:36:29.066" v="257"/>
          <ac:spMkLst>
            <pc:docMk/>
            <pc:sldMk cId="3616470069" sldId="285"/>
            <ac:spMk id="8" creationId="{05ACCA3E-5505-48F7-9D9E-D65479D6B608}"/>
          </ac:spMkLst>
        </pc:spChg>
        <pc:spChg chg="add del mod">
          <ac:chgData name="Ta Thi Kim Hue" userId="af176dfe-ebe0-47e4-99a4-e0f4d40f7313" providerId="ADAL" clId="{54FE70A6-63C1-4E11-969B-F1F522CE7CAE}" dt="2022-10-26T08:36:39.649" v="259"/>
          <ac:spMkLst>
            <pc:docMk/>
            <pc:sldMk cId="3616470069" sldId="285"/>
            <ac:spMk id="10" creationId="{5612E7BE-A554-42A3-B3B1-3898ECF556AF}"/>
          </ac:spMkLst>
        </pc:spChg>
        <pc:spChg chg="add del mod">
          <ac:chgData name="Ta Thi Kim Hue" userId="af176dfe-ebe0-47e4-99a4-e0f4d40f7313" providerId="ADAL" clId="{54FE70A6-63C1-4E11-969B-F1F522CE7CAE}" dt="2022-10-26T08:36:47.160" v="261"/>
          <ac:spMkLst>
            <pc:docMk/>
            <pc:sldMk cId="3616470069" sldId="285"/>
            <ac:spMk id="12" creationId="{6CE5ADC6-5FA4-4752-BBBC-0F6D8C3A6B60}"/>
          </ac:spMkLst>
        </pc:spChg>
        <pc:graphicFrameChg chg="add del mod">
          <ac:chgData name="Ta Thi Kim Hue" userId="af176dfe-ebe0-47e4-99a4-e0f4d40f7313" providerId="ADAL" clId="{54FE70A6-63C1-4E11-969B-F1F522CE7CAE}" dt="2022-10-26T08:36:19.303" v="255" actId="478"/>
          <ac:graphicFrameMkLst>
            <pc:docMk/>
            <pc:sldMk cId="3616470069" sldId="285"/>
            <ac:graphicFrameMk id="5" creationId="{796DD149-514E-40C8-8E60-DF8D0D6BADBF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29.066" v="257"/>
          <ac:graphicFrameMkLst>
            <pc:docMk/>
            <pc:sldMk cId="3616470069" sldId="285"/>
            <ac:graphicFrameMk id="7" creationId="{7305C54C-F894-4033-9484-477474C759BD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39.649" v="259"/>
          <ac:graphicFrameMkLst>
            <pc:docMk/>
            <pc:sldMk cId="3616470069" sldId="285"/>
            <ac:graphicFrameMk id="9" creationId="{A0F0FED6-D1D2-4154-A280-F38E1A320970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47.160" v="261"/>
          <ac:graphicFrameMkLst>
            <pc:docMk/>
            <pc:sldMk cId="3616470069" sldId="285"/>
            <ac:graphicFrameMk id="11" creationId="{C509FE5E-70C3-45E0-AEDA-6CA7CC98C8DE}"/>
          </ac:graphicFrameMkLst>
        </pc:graphicFrameChg>
        <pc:picChg chg="add mod">
          <ac:chgData name="Ta Thi Kim Hue" userId="af176dfe-ebe0-47e4-99a4-e0f4d40f7313" providerId="ADAL" clId="{54FE70A6-63C1-4E11-969B-F1F522CE7CAE}" dt="2022-10-26T08:45:03.725" v="539" actId="1076"/>
          <ac:picMkLst>
            <pc:docMk/>
            <pc:sldMk cId="3616470069" sldId="285"/>
            <ac:picMk id="13" creationId="{6C869B0B-BB10-46EC-8395-9A5221D8A2DF}"/>
          </ac:picMkLst>
        </pc:picChg>
      </pc:sldChg>
      <pc:sldChg chg="addSp modSp new mod ord modAnim">
        <pc:chgData name="Ta Thi Kim Hue" userId="af176dfe-ebe0-47e4-99a4-e0f4d40f7313" providerId="ADAL" clId="{54FE70A6-63C1-4E11-969B-F1F522CE7CAE}" dt="2022-10-26T09:32:05.798" v="1619" actId="1076"/>
        <pc:sldMkLst>
          <pc:docMk/>
          <pc:sldMk cId="2502713918" sldId="286"/>
        </pc:sldMkLst>
        <pc:spChg chg="mod">
          <ac:chgData name="Ta Thi Kim Hue" userId="af176dfe-ebe0-47e4-99a4-e0f4d40f7313" providerId="ADAL" clId="{54FE70A6-63C1-4E11-969B-F1F522CE7CAE}" dt="2022-10-26T08:49:18.310" v="710" actId="20577"/>
          <ac:spMkLst>
            <pc:docMk/>
            <pc:sldMk cId="2502713918" sldId="286"/>
            <ac:spMk id="3" creationId="{46F399AB-D08D-44C9-B659-871A9264ACEF}"/>
          </ac:spMkLst>
        </pc:spChg>
        <pc:spChg chg="mod">
          <ac:chgData name="Ta Thi Kim Hue" userId="af176dfe-ebe0-47e4-99a4-e0f4d40f7313" providerId="ADAL" clId="{54FE70A6-63C1-4E11-969B-F1F522CE7CAE}" dt="2022-10-26T09:32:01.140" v="1618" actId="15"/>
          <ac:spMkLst>
            <pc:docMk/>
            <pc:sldMk cId="2502713918" sldId="286"/>
            <ac:spMk id="4" creationId="{334C99FE-2CDA-414D-B6B4-DBF3187A40B6}"/>
          </ac:spMkLst>
        </pc:spChg>
        <pc:spChg chg="add mod">
          <ac:chgData name="Ta Thi Kim Hue" userId="af176dfe-ebe0-47e4-99a4-e0f4d40f7313" providerId="ADAL" clId="{54FE70A6-63C1-4E11-969B-F1F522CE7CAE}" dt="2022-10-26T09:32:05.798" v="1619" actId="1076"/>
          <ac:spMkLst>
            <pc:docMk/>
            <pc:sldMk cId="2502713918" sldId="286"/>
            <ac:spMk id="5" creationId="{646954CE-31F2-4DA6-8F9D-09CBA116F01A}"/>
          </ac:spMkLst>
        </pc:spChg>
      </pc:sldChg>
      <pc:sldChg chg="modSp new mod">
        <pc:chgData name="Ta Thi Kim Hue" userId="af176dfe-ebe0-47e4-99a4-e0f4d40f7313" providerId="ADAL" clId="{54FE70A6-63C1-4E11-969B-F1F522CE7CAE}" dt="2022-10-26T10:33:16.251" v="2565" actId="20577"/>
        <pc:sldMkLst>
          <pc:docMk/>
          <pc:sldMk cId="867654301" sldId="287"/>
        </pc:sldMkLst>
        <pc:spChg chg="mod">
          <ac:chgData name="Ta Thi Kim Hue" userId="af176dfe-ebe0-47e4-99a4-e0f4d40f7313" providerId="ADAL" clId="{54FE70A6-63C1-4E11-969B-F1F522CE7CAE}" dt="2022-10-26T09:34:22.575" v="1664" actId="20577"/>
          <ac:spMkLst>
            <pc:docMk/>
            <pc:sldMk cId="867654301" sldId="287"/>
            <ac:spMk id="3" creationId="{672FF09D-CCB6-43E0-B46C-FCAEF8A9A2AD}"/>
          </ac:spMkLst>
        </pc:spChg>
        <pc:spChg chg="mod">
          <ac:chgData name="Ta Thi Kim Hue" userId="af176dfe-ebe0-47e4-99a4-e0f4d40f7313" providerId="ADAL" clId="{54FE70A6-63C1-4E11-969B-F1F522CE7CAE}" dt="2022-10-26T10:33:16.251" v="2565" actId="20577"/>
          <ac:spMkLst>
            <pc:docMk/>
            <pc:sldMk cId="867654301" sldId="287"/>
            <ac:spMk id="4" creationId="{51FFAE2F-61E7-415F-9DD7-5148A7FE73EE}"/>
          </ac:spMkLst>
        </pc:spChg>
      </pc:sldChg>
      <pc:sldChg chg="addSp delSp modSp new mod">
        <pc:chgData name="Ta Thi Kim Hue" userId="af176dfe-ebe0-47e4-99a4-e0f4d40f7313" providerId="ADAL" clId="{54FE70A6-63C1-4E11-969B-F1F522CE7CAE}" dt="2022-10-26T10:39:45.807" v="2761"/>
        <pc:sldMkLst>
          <pc:docMk/>
          <pc:sldMk cId="4175955957" sldId="288"/>
        </pc:sldMkLst>
        <pc:spChg chg="mod">
          <ac:chgData name="Ta Thi Kim Hue" userId="af176dfe-ebe0-47e4-99a4-e0f4d40f7313" providerId="ADAL" clId="{54FE70A6-63C1-4E11-969B-F1F522CE7CAE}" dt="2022-10-26T10:33:45.085" v="2583" actId="20577"/>
          <ac:spMkLst>
            <pc:docMk/>
            <pc:sldMk cId="4175955957" sldId="288"/>
            <ac:spMk id="3" creationId="{8CC24C0B-92A9-419D-BE4F-0CBAD335BECE}"/>
          </ac:spMkLst>
        </pc:spChg>
        <pc:spChg chg="mod">
          <ac:chgData name="Ta Thi Kim Hue" userId="af176dfe-ebe0-47e4-99a4-e0f4d40f7313" providerId="ADAL" clId="{54FE70A6-63C1-4E11-969B-F1F522CE7CAE}" dt="2022-10-26T10:39:15.981" v="2753" actId="14100"/>
          <ac:spMkLst>
            <pc:docMk/>
            <pc:sldMk cId="4175955957" sldId="288"/>
            <ac:spMk id="4" creationId="{B310BEA8-9217-4C04-962E-065A63974FEB}"/>
          </ac:spMkLst>
        </pc:spChg>
        <pc:spChg chg="add del mod">
          <ac:chgData name="Ta Thi Kim Hue" userId="af176dfe-ebe0-47e4-99a4-e0f4d40f7313" providerId="ADAL" clId="{54FE70A6-63C1-4E11-969B-F1F522CE7CAE}" dt="2022-10-26T10:39:11.143" v="2752"/>
          <ac:spMkLst>
            <pc:docMk/>
            <pc:sldMk cId="4175955957" sldId="288"/>
            <ac:spMk id="6" creationId="{98F6DA48-2EBA-4D53-B9C7-9E6C69E11BD9}"/>
          </ac:spMkLst>
        </pc:spChg>
        <pc:spChg chg="add del mod">
          <ac:chgData name="Ta Thi Kim Hue" userId="af176dfe-ebe0-47e4-99a4-e0f4d40f7313" providerId="ADAL" clId="{54FE70A6-63C1-4E11-969B-F1F522CE7CAE}" dt="2022-10-26T10:39:19.423" v="2755"/>
          <ac:spMkLst>
            <pc:docMk/>
            <pc:sldMk cId="4175955957" sldId="288"/>
            <ac:spMk id="8" creationId="{AEEAD22A-ED2A-473C-A333-0BE7FA38B15E}"/>
          </ac:spMkLst>
        </pc:spChg>
        <pc:spChg chg="add del mod">
          <ac:chgData name="Ta Thi Kim Hue" userId="af176dfe-ebe0-47e4-99a4-e0f4d40f7313" providerId="ADAL" clId="{54FE70A6-63C1-4E11-969B-F1F522CE7CAE}" dt="2022-10-26T10:39:29.735" v="2757"/>
          <ac:spMkLst>
            <pc:docMk/>
            <pc:sldMk cId="4175955957" sldId="288"/>
            <ac:spMk id="11" creationId="{EA8A8C2C-28A3-41A5-9D0B-E818C03F8808}"/>
          </ac:spMkLst>
        </pc:spChg>
        <pc:spChg chg="add del mod">
          <ac:chgData name="Ta Thi Kim Hue" userId="af176dfe-ebe0-47e4-99a4-e0f4d40f7313" providerId="ADAL" clId="{54FE70A6-63C1-4E11-969B-F1F522CE7CAE}" dt="2022-10-26T10:39:45.807" v="2761"/>
          <ac:spMkLst>
            <pc:docMk/>
            <pc:sldMk cId="4175955957" sldId="288"/>
            <ac:spMk id="13" creationId="{51930781-BD9F-44BF-B66B-75882A5A3DDB}"/>
          </ac:spMkLst>
        </pc:spChg>
        <pc:graphicFrameChg chg="add del mod">
          <ac:chgData name="Ta Thi Kim Hue" userId="af176dfe-ebe0-47e4-99a4-e0f4d40f7313" providerId="ADAL" clId="{54FE70A6-63C1-4E11-969B-F1F522CE7CAE}" dt="2022-10-26T10:39:11.143" v="2752"/>
          <ac:graphicFrameMkLst>
            <pc:docMk/>
            <pc:sldMk cId="4175955957" sldId="288"/>
            <ac:graphicFrameMk id="5" creationId="{70C548C0-1AC9-499A-B3E9-A0CC4C2A1DB8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19.423" v="2755"/>
          <ac:graphicFrameMkLst>
            <pc:docMk/>
            <pc:sldMk cId="4175955957" sldId="288"/>
            <ac:graphicFrameMk id="7" creationId="{F726ECFE-667D-4B5E-AE06-5B551EDF4CE9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29.735" v="2757"/>
          <ac:graphicFrameMkLst>
            <pc:docMk/>
            <pc:sldMk cId="4175955957" sldId="288"/>
            <ac:graphicFrameMk id="9" creationId="{58438024-72E6-470A-9E26-083DAA9AA551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29.735" v="2757"/>
          <ac:graphicFrameMkLst>
            <pc:docMk/>
            <pc:sldMk cId="4175955957" sldId="288"/>
            <ac:graphicFrameMk id="10" creationId="{79F608BB-E003-4986-954D-F4B423F7B9F8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45.807" v="2761"/>
          <ac:graphicFrameMkLst>
            <pc:docMk/>
            <pc:sldMk cId="4175955957" sldId="288"/>
            <ac:graphicFrameMk id="12" creationId="{13928A80-7142-4A9D-962B-3CB3CF30B57E}"/>
          </ac:graphicFrameMkLst>
        </pc:graphicFrameChg>
      </pc:sldChg>
      <pc:sldChg chg="modSp new mod">
        <pc:chgData name="Ta Thi Kim Hue" userId="af176dfe-ebe0-47e4-99a4-e0f4d40f7313" providerId="ADAL" clId="{54FE70A6-63C1-4E11-969B-F1F522CE7CAE}" dt="2022-10-26T11:54:59.244" v="3312" actId="20577"/>
        <pc:sldMkLst>
          <pc:docMk/>
          <pc:sldMk cId="1578274839" sldId="289"/>
        </pc:sldMkLst>
        <pc:spChg chg="mod">
          <ac:chgData name="Ta Thi Kim Hue" userId="af176dfe-ebe0-47e4-99a4-e0f4d40f7313" providerId="ADAL" clId="{54FE70A6-63C1-4E11-969B-F1F522CE7CAE}" dt="2022-10-26T11:54:59.244" v="3312" actId="20577"/>
          <ac:spMkLst>
            <pc:docMk/>
            <pc:sldMk cId="1578274839" sldId="289"/>
            <ac:spMk id="3" creationId="{165A5BF4-201B-4CE9-A4EB-84B73A071661}"/>
          </ac:spMkLst>
        </pc:spChg>
      </pc:sldChg>
    </pc:docChg>
  </pc:docChgLst>
  <pc:docChgLst>
    <pc:chgData name="Ta Thi Kim Hue" userId="af176dfe-ebe0-47e4-99a4-e0f4d40f7313" providerId="ADAL" clId="{264C83AA-283C-D342-9895-92F40AF91AE0}"/>
    <pc:docChg chg="undo custSel addSld delSld modSld sldOrd">
      <pc:chgData name="Ta Thi Kim Hue" userId="af176dfe-ebe0-47e4-99a4-e0f4d40f7313" providerId="ADAL" clId="{264C83AA-283C-D342-9895-92F40AF91AE0}" dt="2022-10-03T17:25:56.322" v="351"/>
      <pc:docMkLst>
        <pc:docMk/>
      </pc:docMkLst>
      <pc:sldChg chg="addSp delSp modSp del mod">
        <pc:chgData name="Ta Thi Kim Hue" userId="af176dfe-ebe0-47e4-99a4-e0f4d40f7313" providerId="ADAL" clId="{264C83AA-283C-D342-9895-92F40AF91AE0}" dt="2022-10-03T17:18:29.436" v="204" actId="2696"/>
        <pc:sldMkLst>
          <pc:docMk/>
          <pc:sldMk cId="1234004128" sldId="256"/>
        </pc:sldMkLst>
        <pc:spChg chg="add del mod">
          <ac:chgData name="Ta Thi Kim Hue" userId="af176dfe-ebe0-47e4-99a4-e0f4d40f7313" providerId="ADAL" clId="{264C83AA-283C-D342-9895-92F40AF91AE0}" dt="2022-10-03T17:16:40.411" v="149"/>
          <ac:spMkLst>
            <pc:docMk/>
            <pc:sldMk cId="1234004128" sldId="256"/>
            <ac:spMk id="2" creationId="{1366DEBD-09B6-9B65-A818-F92272707176}"/>
          </ac:spMkLst>
        </pc:spChg>
      </pc:sldChg>
      <pc:sldChg chg="modSp mod">
        <pc:chgData name="Ta Thi Kim Hue" userId="af176dfe-ebe0-47e4-99a4-e0f4d40f7313" providerId="ADAL" clId="{264C83AA-283C-D342-9895-92F40AF91AE0}" dt="2022-10-03T17:16:38.018" v="147" actId="20577"/>
        <pc:sldMkLst>
          <pc:docMk/>
          <pc:sldMk cId="743172911" sldId="257"/>
        </pc:sldMkLst>
        <pc:spChg chg="mod">
          <ac:chgData name="Ta Thi Kim Hue" userId="af176dfe-ebe0-47e4-99a4-e0f4d40f7313" providerId="ADAL" clId="{264C83AA-283C-D342-9895-92F40AF91AE0}" dt="2022-10-03T17:16:21.154" v="74" actId="20577"/>
          <ac:spMkLst>
            <pc:docMk/>
            <pc:sldMk cId="743172911" sldId="257"/>
            <ac:spMk id="11" creationId="{FF8BDF70-CFA6-4031-86B7-31F910D8115D}"/>
          </ac:spMkLst>
        </pc:spChg>
        <pc:spChg chg="mod">
          <ac:chgData name="Ta Thi Kim Hue" userId="af176dfe-ebe0-47e4-99a4-e0f4d40f7313" providerId="ADAL" clId="{264C83AA-283C-D342-9895-92F40AF91AE0}" dt="2022-10-03T17:16:38.018" v="147" actId="20577"/>
          <ac:spMkLst>
            <pc:docMk/>
            <pc:sldMk cId="743172911" sldId="257"/>
            <ac:spMk id="12" creationId="{A4ACF486-B7D8-4A5A-B633-83527A2F99E2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260"/>
        </pc:sldMkLst>
      </pc:sldChg>
      <pc:sldChg chg="addSp modSp mod">
        <pc:chgData name="Ta Thi Kim Hue" userId="af176dfe-ebe0-47e4-99a4-e0f4d40f7313" providerId="ADAL" clId="{264C83AA-283C-D342-9895-92F40AF91AE0}" dt="2022-10-03T17:24:25.193" v="340"/>
        <pc:sldMkLst>
          <pc:docMk/>
          <pc:sldMk cId="64084651" sldId="261"/>
        </pc:sldMkLst>
        <pc:spChg chg="mod">
          <ac:chgData name="Ta Thi Kim Hue" userId="af176dfe-ebe0-47e4-99a4-e0f4d40f7313" providerId="ADAL" clId="{264C83AA-283C-D342-9895-92F40AF91AE0}" dt="2022-10-03T17:24:12.207" v="339"/>
          <ac:spMkLst>
            <pc:docMk/>
            <pc:sldMk cId="64084651" sldId="261"/>
            <ac:spMk id="2" creationId="{4FB6CB3A-046A-4C56-A02D-DBF672421CAF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8" creationId="{2CED3D2A-4DEB-5DDF-3DE8-A3DD973D13D9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9" creationId="{A9EB812F-DB14-932B-7D0F-23B7CB00A611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0" creationId="{AA7DF8C4-FAD6-C2ED-11ED-10F896DF8D8B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1" creationId="{399A4CD7-BD25-2D8D-EAD3-AD9764B18495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2" creationId="{641F85B2-D301-0025-1EC0-4A102E66A3BD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3" creationId="{C4930B0C-02AF-17F0-8ED8-7F7D32837739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4" creationId="{25EFF988-512F-849E-9401-13B7F1A1DB3A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5" creationId="{D0254313-AC68-6672-DCE1-F732E2CED08F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6" creationId="{BACEC70C-C9A9-0D8A-E565-7F410407855A}"/>
          </ac:spMkLst>
        </pc:spChg>
        <pc:picChg chg="add mod">
          <ac:chgData name="Ta Thi Kim Hue" userId="af176dfe-ebe0-47e4-99a4-e0f4d40f7313" providerId="ADAL" clId="{264C83AA-283C-D342-9895-92F40AF91AE0}" dt="2022-10-03T17:24:25.193" v="340"/>
          <ac:picMkLst>
            <pc:docMk/>
            <pc:sldMk cId="64084651" sldId="261"/>
            <ac:picMk id="6" creationId="{AA389299-FCA5-90F0-0B96-36DAA1F047A9}"/>
          </ac:picMkLst>
        </pc:picChg>
        <pc:picChg chg="add mod">
          <ac:chgData name="Ta Thi Kim Hue" userId="af176dfe-ebe0-47e4-99a4-e0f4d40f7313" providerId="ADAL" clId="{264C83AA-283C-D342-9895-92F40AF91AE0}" dt="2022-10-03T17:24:25.193" v="340"/>
          <ac:picMkLst>
            <pc:docMk/>
            <pc:sldMk cId="64084651" sldId="261"/>
            <ac:picMk id="7" creationId="{E91ADEC5-1F17-26D8-4584-02194CA86C2F}"/>
          </ac:picMkLst>
        </pc:picChg>
      </pc:sldChg>
      <pc:sldChg chg="addSp delSp modSp mod">
        <pc:chgData name="Ta Thi Kim Hue" userId="af176dfe-ebe0-47e4-99a4-e0f4d40f7313" providerId="ADAL" clId="{264C83AA-283C-D342-9895-92F40AF91AE0}" dt="2022-10-03T17:17:47.960" v="181"/>
        <pc:sldMkLst>
          <pc:docMk/>
          <pc:sldMk cId="292364014" sldId="265"/>
        </pc:sldMkLst>
        <pc:spChg chg="mod">
          <ac:chgData name="Ta Thi Kim Hue" userId="af176dfe-ebe0-47e4-99a4-e0f4d40f7313" providerId="ADAL" clId="{264C83AA-283C-D342-9895-92F40AF91AE0}" dt="2022-10-03T17:16:57.794" v="176" actId="20577"/>
          <ac:spMkLst>
            <pc:docMk/>
            <pc:sldMk cId="292364014" sldId="265"/>
            <ac:spMk id="3" creationId="{9EF27CAA-32BA-4E6B-B8C0-1A481E08E81D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5" creationId="{BC5D2794-FD28-3777-DC3D-26291773B0A8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7" creationId="{07072566-5420-5F8C-C9DC-ABF9EA7396E1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9" creationId="{4D3779C5-E4EA-F2E1-1481-26E2D4835008}"/>
          </ac:spMkLst>
        </pc:spChg>
        <pc:picChg chg="add del mod">
          <ac:chgData name="Ta Thi Kim Hue" userId="af176dfe-ebe0-47e4-99a4-e0f4d40f7313" providerId="ADAL" clId="{264C83AA-283C-D342-9895-92F40AF91AE0}" dt="2022-10-03T17:17:47.960" v="181"/>
          <ac:picMkLst>
            <pc:docMk/>
            <pc:sldMk cId="292364014" sldId="265"/>
            <ac:picMk id="10" creationId="{FFDCC639-8CD8-703A-9A32-E81EF93021CE}"/>
          </ac:picMkLst>
        </pc:picChg>
        <pc:inkChg chg="add del mod">
          <ac:chgData name="Ta Thi Kim Hue" userId="af176dfe-ebe0-47e4-99a4-e0f4d40f7313" providerId="ADAL" clId="{264C83AA-283C-D342-9895-92F40AF91AE0}" dt="2022-10-03T17:17:47.960" v="181"/>
          <ac:inkMkLst>
            <pc:docMk/>
            <pc:sldMk cId="292364014" sldId="265"/>
            <ac:inkMk id="8" creationId="{05510D8F-4CF3-8809-9870-4FAC8EFAA5D3}"/>
          </ac:inkMkLst>
        </pc:inkChg>
        <pc:cxnChg chg="add del mod">
          <ac:chgData name="Ta Thi Kim Hue" userId="af176dfe-ebe0-47e4-99a4-e0f4d40f7313" providerId="ADAL" clId="{264C83AA-283C-D342-9895-92F40AF91AE0}" dt="2022-10-03T17:17:47.960" v="181"/>
          <ac:cxnSpMkLst>
            <pc:docMk/>
            <pc:sldMk cId="292364014" sldId="265"/>
            <ac:cxnSpMk id="6" creationId="{6CBDACC7-2B03-14BD-A4C0-946688C1E331}"/>
          </ac:cxnSpMkLst>
        </pc:cxnChg>
      </pc:sldChg>
      <pc:sldChg chg="addSp modSp mod">
        <pc:chgData name="Ta Thi Kim Hue" userId="af176dfe-ebe0-47e4-99a4-e0f4d40f7313" providerId="ADAL" clId="{264C83AA-283C-D342-9895-92F40AF91AE0}" dt="2022-10-03T17:25:04.447" v="342"/>
        <pc:sldMkLst>
          <pc:docMk/>
          <pc:sldMk cId="2751358436" sldId="266"/>
        </pc:sldMkLst>
        <pc:spChg chg="mod">
          <ac:chgData name="Ta Thi Kim Hue" userId="af176dfe-ebe0-47e4-99a4-e0f4d40f7313" providerId="ADAL" clId="{264C83AA-283C-D342-9895-92F40AF91AE0}" dt="2022-10-03T17:24:48.588" v="341"/>
          <ac:spMkLst>
            <pc:docMk/>
            <pc:sldMk cId="2751358436" sldId="266"/>
            <ac:spMk id="3" creationId="{F39C6F49-1887-4BE4-A583-FB79B8A22935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5" creationId="{87E2A918-3C22-94EC-20BC-F6B770A0EEBF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7" creationId="{7CA85143-B018-F740-418F-ADDE59ECAAAE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8" creationId="{11FA7651-D6A0-BAD2-F77C-6703848E52FE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9" creationId="{17F9A2EB-827C-82FD-4084-A4B0A2F81657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0" creationId="{39FA5B79-7555-7666-D05C-703633343E71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2" creationId="{BE35C65F-4C28-B49C-0D25-3A893FDE9B2D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3" creationId="{D5B5670F-6C46-3D43-9E14-B378AF676911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4" creationId="{3C074F58-C3A7-8201-6774-01232066440B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6" creationId="{DE821C81-2E51-1D3A-7FA1-D380ACFDBEFB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7" creationId="{751017C4-DD77-7B67-1CE9-DAE699BF3FF8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8" creationId="{14803788-A22A-0A52-CEC2-E2633CF4F928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9" creationId="{79A88A87-5D16-136A-4AF5-3A8942A0FEC9}"/>
          </ac:spMkLst>
        </pc:s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6" creationId="{ABC11113-D102-1CC0-6D70-6924972BA30C}"/>
          </ac:grpSpMkLst>
        </pc:gr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11" creationId="{07F7696C-C74C-3EA0-240F-1178C92127E6}"/>
          </ac:grpSpMkLst>
        </pc:gr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15" creationId="{0234BF95-87BF-A76D-7AE9-4C4621F0F4EC}"/>
          </ac:grpSpMkLst>
        </pc:grpChg>
      </pc:sldChg>
      <pc:sldChg chg="addSp delSp modSp new mod">
        <pc:chgData name="Ta Thi Kim Hue" userId="af176dfe-ebe0-47e4-99a4-e0f4d40f7313" providerId="ADAL" clId="{264C83AA-283C-D342-9895-92F40AF91AE0}" dt="2022-10-03T17:22:52.601" v="305" actId="1076"/>
        <pc:sldMkLst>
          <pc:docMk/>
          <pc:sldMk cId="4020901606" sldId="270"/>
        </pc:sldMkLst>
        <pc:spChg chg="mod">
          <ac:chgData name="Ta Thi Kim Hue" userId="af176dfe-ebe0-47e4-99a4-e0f4d40f7313" providerId="ADAL" clId="{264C83AA-283C-D342-9895-92F40AF91AE0}" dt="2022-10-03T17:21:13.511" v="291" actId="20577"/>
          <ac:spMkLst>
            <pc:docMk/>
            <pc:sldMk cId="4020901606" sldId="270"/>
            <ac:spMk id="3" creationId="{1FB47786-FE68-2EC5-A77D-3A4EEBB3A333}"/>
          </ac:spMkLst>
        </pc:spChg>
        <pc:spChg chg="del">
          <ac:chgData name="Ta Thi Kim Hue" userId="af176dfe-ebe0-47e4-99a4-e0f4d40f7313" providerId="ADAL" clId="{264C83AA-283C-D342-9895-92F40AF91AE0}" dt="2022-10-03T17:22:03.131" v="297" actId="478"/>
          <ac:spMkLst>
            <pc:docMk/>
            <pc:sldMk cId="4020901606" sldId="270"/>
            <ac:spMk id="4" creationId="{24D34497-9E48-4769-8BD4-D69810305163}"/>
          </ac:spMkLst>
        </pc:spChg>
        <pc:spChg chg="add mod">
          <ac:chgData name="Ta Thi Kim Hue" userId="af176dfe-ebe0-47e4-99a4-e0f4d40f7313" providerId="ADAL" clId="{264C83AA-283C-D342-9895-92F40AF91AE0}" dt="2022-10-03T17:21:27.992" v="292"/>
          <ac:spMkLst>
            <pc:docMk/>
            <pc:sldMk cId="4020901606" sldId="270"/>
            <ac:spMk id="5" creationId="{6EE8FBD2-0DAF-F40B-778C-2133DFEFD3DF}"/>
          </ac:spMkLst>
        </pc:spChg>
        <pc:spChg chg="add mod">
          <ac:chgData name="Ta Thi Kim Hue" userId="af176dfe-ebe0-47e4-99a4-e0f4d40f7313" providerId="ADAL" clId="{264C83AA-283C-D342-9895-92F40AF91AE0}" dt="2022-10-03T17:22:52.601" v="305" actId="1076"/>
          <ac:spMkLst>
            <pc:docMk/>
            <pc:sldMk cId="4020901606" sldId="270"/>
            <ac:spMk id="6" creationId="{9A702C2B-72FC-2472-939F-FE4B24E01333}"/>
          </ac:spMkLst>
        </pc:spChg>
        <pc:spChg chg="add mod">
          <ac:chgData name="Ta Thi Kim Hue" userId="af176dfe-ebe0-47e4-99a4-e0f4d40f7313" providerId="ADAL" clId="{264C83AA-283C-D342-9895-92F40AF91AE0}" dt="2022-10-03T17:21:27.992" v="292"/>
          <ac:spMkLst>
            <pc:docMk/>
            <pc:sldMk cId="4020901606" sldId="270"/>
            <ac:spMk id="7" creationId="{5E2BFD4B-0F3A-59CC-F237-5333DF9C9708}"/>
          </ac:spMkLst>
        </pc:spChg>
        <pc:spChg chg="add mod">
          <ac:chgData name="Ta Thi Kim Hue" userId="af176dfe-ebe0-47e4-99a4-e0f4d40f7313" providerId="ADAL" clId="{264C83AA-283C-D342-9895-92F40AF91AE0}" dt="2022-10-03T17:22:50.559" v="304" actId="1076"/>
          <ac:spMkLst>
            <pc:docMk/>
            <pc:sldMk cId="4020901606" sldId="270"/>
            <ac:spMk id="8" creationId="{7DB16530-A929-8525-E399-8BBDC04FC6D2}"/>
          </ac:spMkLst>
        </pc:spChg>
        <pc:spChg chg="add mod">
          <ac:chgData name="Ta Thi Kim Hue" userId="af176dfe-ebe0-47e4-99a4-e0f4d40f7313" providerId="ADAL" clId="{264C83AA-283C-D342-9895-92F40AF91AE0}" dt="2022-10-03T17:22:48.413" v="303" actId="1076"/>
          <ac:spMkLst>
            <pc:docMk/>
            <pc:sldMk cId="4020901606" sldId="270"/>
            <ac:spMk id="9" creationId="{9DED8F4A-5DC1-5AE6-915E-69D49B0BCDCD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0" creationId="{6CE29D4A-BA26-6C49-100B-D924300B695B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1" creationId="{A14C3352-CF0B-C5B8-0344-C9D59AF1DBDF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2" creationId="{50824179-0078-BECC-239E-363AE361B74F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3" creationId="{E7B5BB0B-BECF-23D4-506F-854CD3DB5D70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4" creationId="{30DC2A48-0DE2-536E-3A98-32A3E2FC43F8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5" creationId="{ED07C36B-E328-BCC2-D06D-7F5330BAC048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6" creationId="{62019D1B-1380-FF9C-A6DC-A4C304820085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7" creationId="{148EF5F3-0D2A-B59D-4443-9452C6CA6CA9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8" creationId="{2B384C12-8323-B4E0-0339-761277DA5224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9" creationId="{F513ECF6-E768-C80D-CE35-70C26DFF8C2A}"/>
          </ac:spMkLst>
        </pc:spChg>
        <pc:spChg chg="add del mod">
          <ac:chgData name="Ta Thi Kim Hue" userId="af176dfe-ebe0-47e4-99a4-e0f4d40f7313" providerId="ADAL" clId="{264C83AA-283C-D342-9895-92F40AF91AE0}" dt="2022-10-03T17:22:07.736" v="300"/>
          <ac:spMkLst>
            <pc:docMk/>
            <pc:sldMk cId="4020901606" sldId="270"/>
            <ac:spMk id="20" creationId="{32A02944-644F-6475-8E2F-7A2099809B40}"/>
          </ac:spMkLst>
        </pc:spChg>
        <pc:spChg chg="add mod">
          <ac:chgData name="Ta Thi Kim Hue" userId="af176dfe-ebe0-47e4-99a4-e0f4d40f7313" providerId="ADAL" clId="{264C83AA-283C-D342-9895-92F40AF91AE0}" dt="2022-10-03T17:22:45.002" v="302" actId="1076"/>
          <ac:spMkLst>
            <pc:docMk/>
            <pc:sldMk cId="4020901606" sldId="270"/>
            <ac:spMk id="21" creationId="{9E8D3C19-6A47-2D40-BE78-AF6A5C73C840}"/>
          </ac:spMkLst>
        </pc:spChg>
      </pc:sldChg>
      <pc:sldChg chg="addSp modSp new mod ord">
        <pc:chgData name="Ta Thi Kim Hue" userId="af176dfe-ebe0-47e4-99a4-e0f4d40f7313" providerId="ADAL" clId="{264C83AA-283C-D342-9895-92F40AF91AE0}" dt="2022-10-03T17:20:54.593" v="233" actId="1076"/>
        <pc:sldMkLst>
          <pc:docMk/>
          <pc:sldMk cId="2807437432" sldId="271"/>
        </pc:sldMkLst>
        <pc:spChg chg="mod">
          <ac:chgData name="Ta Thi Kim Hue" userId="af176dfe-ebe0-47e4-99a4-e0f4d40f7313" providerId="ADAL" clId="{264C83AA-283C-D342-9895-92F40AF91AE0}" dt="2022-10-03T17:19:32.924" v="227"/>
          <ac:spMkLst>
            <pc:docMk/>
            <pc:sldMk cId="2807437432" sldId="271"/>
            <ac:spMk id="3" creationId="{FA9C54B2-8633-86DF-2C67-964FCB38990F}"/>
          </ac:spMkLst>
        </pc:spChg>
        <pc:picChg chg="add mod">
          <ac:chgData name="Ta Thi Kim Hue" userId="af176dfe-ebe0-47e4-99a4-e0f4d40f7313" providerId="ADAL" clId="{264C83AA-283C-D342-9895-92F40AF91AE0}" dt="2022-10-03T17:20:54.593" v="233" actId="1076"/>
          <ac:picMkLst>
            <pc:docMk/>
            <pc:sldMk cId="2807437432" sldId="271"/>
            <ac:picMk id="5" creationId="{A2CF5FE7-1852-F5A8-8524-BC56BE4AFD3F}"/>
          </ac:picMkLst>
        </pc:picChg>
        <pc:picChg chg="add mod">
          <ac:chgData name="Ta Thi Kim Hue" userId="af176dfe-ebe0-47e4-99a4-e0f4d40f7313" providerId="ADAL" clId="{264C83AA-283C-D342-9895-92F40AF91AE0}" dt="2022-10-03T17:20:52.439" v="232" actId="1076"/>
          <ac:picMkLst>
            <pc:docMk/>
            <pc:sldMk cId="2807437432" sldId="271"/>
            <ac:picMk id="6" creationId="{6055062C-DE49-D321-64C3-158097A88D38}"/>
          </ac:picMkLst>
        </pc:picChg>
        <pc:picChg chg="add mod">
          <ac:chgData name="Ta Thi Kim Hue" userId="af176dfe-ebe0-47e4-99a4-e0f4d40f7313" providerId="ADAL" clId="{264C83AA-283C-D342-9895-92F40AF91AE0}" dt="2022-10-03T17:20:48.723" v="230" actId="1076"/>
          <ac:picMkLst>
            <pc:docMk/>
            <pc:sldMk cId="2807437432" sldId="271"/>
            <ac:picMk id="7" creationId="{32199472-9BAD-6BA6-A8EE-D619611F8347}"/>
          </ac:picMkLst>
        </pc:picChg>
        <pc:picChg chg="add mod">
          <ac:chgData name="Ta Thi Kim Hue" userId="af176dfe-ebe0-47e4-99a4-e0f4d40f7313" providerId="ADAL" clId="{264C83AA-283C-D342-9895-92F40AF91AE0}" dt="2022-10-03T17:20:50.381" v="231" actId="1076"/>
          <ac:picMkLst>
            <pc:docMk/>
            <pc:sldMk cId="2807437432" sldId="271"/>
            <ac:picMk id="8" creationId="{51F43283-7EF9-5CAB-92A7-C5EF9B8A91B8}"/>
          </ac:picMkLst>
        </pc:picChg>
      </pc:sldChg>
      <pc:sldChg chg="addSp modSp new mod">
        <pc:chgData name="Ta Thi Kim Hue" userId="af176dfe-ebe0-47e4-99a4-e0f4d40f7313" providerId="ADAL" clId="{264C83AA-283C-D342-9895-92F40AF91AE0}" dt="2022-10-03T17:23:58.430" v="338" actId="1076"/>
        <pc:sldMkLst>
          <pc:docMk/>
          <pc:sldMk cId="1774508242" sldId="272"/>
        </pc:sldMkLst>
        <pc:spChg chg="mod">
          <ac:chgData name="Ta Thi Kim Hue" userId="af176dfe-ebe0-47e4-99a4-e0f4d40f7313" providerId="ADAL" clId="{264C83AA-283C-D342-9895-92F40AF91AE0}" dt="2022-10-03T17:23:07.385" v="330" actId="20577"/>
          <ac:spMkLst>
            <pc:docMk/>
            <pc:sldMk cId="1774508242" sldId="272"/>
            <ac:spMk id="3" creationId="{1F45D4C6-39F8-D101-8666-4DC0937F314A}"/>
          </ac:spMkLst>
        </pc:spChg>
        <pc:spChg chg="add mod">
          <ac:chgData name="Ta Thi Kim Hue" userId="af176dfe-ebe0-47e4-99a4-e0f4d40f7313" providerId="ADAL" clId="{264C83AA-283C-D342-9895-92F40AF91AE0}" dt="2022-10-03T17:23:19.469" v="332" actId="1076"/>
          <ac:spMkLst>
            <pc:docMk/>
            <pc:sldMk cId="1774508242" sldId="272"/>
            <ac:spMk id="5" creationId="{819E1B58-662D-6B69-651C-946B1B6B309C}"/>
          </ac:spMkLst>
        </pc:spChg>
        <pc:spChg chg="add mod">
          <ac:chgData name="Ta Thi Kim Hue" userId="af176dfe-ebe0-47e4-99a4-e0f4d40f7313" providerId="ADAL" clId="{264C83AA-283C-D342-9895-92F40AF91AE0}" dt="2022-10-03T17:23:52.023" v="336" actId="1076"/>
          <ac:spMkLst>
            <pc:docMk/>
            <pc:sldMk cId="1774508242" sldId="272"/>
            <ac:spMk id="8" creationId="{68CAF5E7-9642-BD56-9DD1-8ED98764F227}"/>
          </ac:spMkLst>
        </pc:spChg>
        <pc:spChg chg="add mod">
          <ac:chgData name="Ta Thi Kim Hue" userId="af176dfe-ebe0-47e4-99a4-e0f4d40f7313" providerId="ADAL" clId="{264C83AA-283C-D342-9895-92F40AF91AE0}" dt="2022-10-03T17:23:58.430" v="338" actId="1076"/>
          <ac:spMkLst>
            <pc:docMk/>
            <pc:sldMk cId="1774508242" sldId="272"/>
            <ac:spMk id="9" creationId="{81238C8C-CCD8-B9A0-1980-21C74A2E56A8}"/>
          </ac:spMkLst>
        </pc:spChg>
        <pc:spChg chg="add mod">
          <ac:chgData name="Ta Thi Kim Hue" userId="af176dfe-ebe0-47e4-99a4-e0f4d40f7313" providerId="ADAL" clId="{264C83AA-283C-D342-9895-92F40AF91AE0}" dt="2022-10-03T17:23:19.469" v="332" actId="1076"/>
          <ac:spMkLst>
            <pc:docMk/>
            <pc:sldMk cId="1774508242" sldId="272"/>
            <ac:spMk id="10" creationId="{BE9516AE-3C9E-9521-B511-4FCA844FB2A5}"/>
          </ac:spMkLst>
        </pc:spChg>
        <pc:picChg chg="add mod">
          <ac:chgData name="Ta Thi Kim Hue" userId="af176dfe-ebe0-47e4-99a4-e0f4d40f7313" providerId="ADAL" clId="{264C83AA-283C-D342-9895-92F40AF91AE0}" dt="2022-10-03T17:23:50.237" v="335" actId="1076"/>
          <ac:picMkLst>
            <pc:docMk/>
            <pc:sldMk cId="1774508242" sldId="272"/>
            <ac:picMk id="6" creationId="{6EB10C4B-A158-B4B8-BBDB-03E2B17A0AAC}"/>
          </ac:picMkLst>
        </pc:picChg>
        <pc:picChg chg="add mod">
          <ac:chgData name="Ta Thi Kim Hue" userId="af176dfe-ebe0-47e4-99a4-e0f4d40f7313" providerId="ADAL" clId="{264C83AA-283C-D342-9895-92F40AF91AE0}" dt="2022-10-03T17:23:53.632" v="337" actId="1076"/>
          <ac:picMkLst>
            <pc:docMk/>
            <pc:sldMk cId="1774508242" sldId="272"/>
            <ac:picMk id="7" creationId="{FE482EC2-72D7-AF69-9A3A-D5DFF5F076BC}"/>
          </ac:picMkLst>
        </pc:picChg>
      </pc:sldChg>
      <pc:sldChg chg="addSp modSp new mod">
        <pc:chgData name="Ta Thi Kim Hue" userId="af176dfe-ebe0-47e4-99a4-e0f4d40f7313" providerId="ADAL" clId="{264C83AA-283C-D342-9895-92F40AF91AE0}" dt="2022-10-03T17:25:56.322" v="351"/>
        <pc:sldMkLst>
          <pc:docMk/>
          <pc:sldMk cId="1132699619" sldId="273"/>
        </pc:sldMkLst>
        <pc:spChg chg="mod">
          <ac:chgData name="Ta Thi Kim Hue" userId="af176dfe-ebe0-47e4-99a4-e0f4d40f7313" providerId="ADAL" clId="{264C83AA-283C-D342-9895-92F40AF91AE0}" dt="2022-10-03T17:25:38.920" v="350"/>
          <ac:spMkLst>
            <pc:docMk/>
            <pc:sldMk cId="1132699619" sldId="273"/>
            <ac:spMk id="3" creationId="{88C65B9E-D23B-3F07-106D-1749312B39A3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5" creationId="{4B404572-5298-8AB1-2D91-5E3E29F5FA0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7" creationId="{8AA8C27B-23D8-F92B-8C33-DD2122E32796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8" creationId="{98DB51D0-5BA7-7BD4-05E9-F4427BD802EE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9" creationId="{FE8D6FA8-B885-B27F-1B43-D64AEEB59FB2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0" creationId="{722E1EE3-CB41-E526-F0C7-031D0F429283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2" creationId="{18CB2FAB-A2A9-A7D5-F72C-1579D555FB6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3" creationId="{AFC42845-CF6D-BBC6-0C0B-5CD9D02C176B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4" creationId="{8D5377C3-C8B7-7803-B682-5675998FD227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6" creationId="{ED86D5E1-3A35-C4E3-715C-98596EF9EAFA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7" creationId="{C093CB31-CC68-04DA-43CF-FB083EED8285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8" creationId="{FA0E7652-80C0-06E0-EB28-0A6CB416F1A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0" creationId="{97E349C1-9049-5C6A-AA90-8537C7017B28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1" creationId="{39D5B8FC-BB4A-4F5F-F301-EBFD5686E182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2" creationId="{759F5691-1E09-F22F-7EBD-A3367C6BC219}"/>
          </ac:spMkLst>
        </pc:s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6" creationId="{E4BCBA09-103E-A212-0443-0F557CF82A46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1" creationId="{652EDFBA-6493-599F-2E35-EAAA691A52B4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5" creationId="{79F18CE7-92BE-EA04-D3B3-43CE4EE15A90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9" creationId="{7A595645-CF3B-938F-476E-6982D227C750}"/>
          </ac:grpSpMkLst>
        </pc:grpChg>
      </pc:sldChg>
      <pc:sldChg chg="new">
        <pc:chgData name="Ta Thi Kim Hue" userId="af176dfe-ebe0-47e4-99a4-e0f4d40f7313" providerId="ADAL" clId="{264C83AA-283C-D342-9895-92F40AF91AE0}" dt="2022-10-03T17:25:16.831" v="344" actId="680"/>
        <pc:sldMkLst>
          <pc:docMk/>
          <pc:sldMk cId="4272548036" sldId="274"/>
        </pc:sldMkLst>
      </pc:sldChg>
      <pc:sldChg chg="new">
        <pc:chgData name="Ta Thi Kim Hue" userId="af176dfe-ebe0-47e4-99a4-e0f4d40f7313" providerId="ADAL" clId="{264C83AA-283C-D342-9895-92F40AF91AE0}" dt="2022-10-03T17:25:17.017" v="345" actId="680"/>
        <pc:sldMkLst>
          <pc:docMk/>
          <pc:sldMk cId="335698421" sldId="275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060001773" sldId="276"/>
        </pc:sldMkLst>
        <pc:spChg chg="mod">
          <ac:chgData name="Ta Thi Kim Hue" userId="af176dfe-ebe0-47e4-99a4-e0f4d40f7313" providerId="ADAL" clId="{264C83AA-283C-D342-9895-92F40AF91AE0}" dt="2022-10-03T17:25:19.308" v="347"/>
          <ac:spMkLst>
            <pc:docMk/>
            <pc:sldMk cId="1060001773" sldId="276"/>
            <ac:spMk id="3" creationId="{BC1CF879-A89F-C93C-3EB1-CDD3598CABD1}"/>
          </ac:spMkLst>
        </pc:spChg>
        <pc:spChg chg="mod">
          <ac:chgData name="Ta Thi Kim Hue" userId="af176dfe-ebe0-47e4-99a4-e0f4d40f7313" providerId="ADAL" clId="{264C83AA-283C-D342-9895-92F40AF91AE0}" dt="2022-10-03T17:25:26.272" v="349" actId="5793"/>
          <ac:spMkLst>
            <pc:docMk/>
            <pc:sldMk cId="1060001773" sldId="276"/>
            <ac:spMk id="4" creationId="{3C0E814B-1F88-B84F-36A4-0E166477BA09}"/>
          </ac:spMkLst>
        </pc:spChg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1060001773" sldId="276"/>
            <ac:spMk id="17" creationId="{00000000-0000-0000-0000-000000000000}"/>
          </ac:spMkLst>
        </pc:spChg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3380892265" sldId="278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3380892265" sldId="278"/>
            <ac:spMk id="20" creationId="{00000000-0000-0000-0000-000000000000}"/>
          </ac:spMkLst>
        </pc:spChg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304547031" sldId="279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1304547031" sldId="279"/>
            <ac:spMk id="16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18593708" sldId="28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337578397" sldId="28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3108746" sldId="2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46532803" sldId="28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101646360" sldId="28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03607449" sldId="2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0685867" sldId="28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922720921" sldId="2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91362886" sldId="29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17542271" sldId="29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49204088" sldId="2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55352288" sldId="2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78974140" sldId="2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213517322" sldId="2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49429688" sldId="29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88174673" sldId="30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4410857" sldId="30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380352959" sldId="30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670111722" sldId="30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97568543" sldId="36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4669266" sldId="37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91938231" sldId="3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7858971" sldId="38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9635482" sldId="38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910591289" sldId="38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4286006662" sldId="387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4286006662" sldId="387"/>
            <ac:spMk id="2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286042638" sldId="3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612275083" sldId="390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265923" sldId="391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265923" sldId="391"/>
            <ac:spMk id="2" creationId="{00000000-0000-0000-0000-000000000000}"/>
          </ac:spMkLst>
        </pc:spChg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13586393" sldId="392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13586393" sldId="392"/>
            <ac:spMk id="2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586158768" sldId="3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65284658" sldId="3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82829692" sldId="3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52740296" sldId="396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3376026375" sldId="397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3376026375" sldId="397"/>
            <ac:spMk id="8196" creationId="{00000000-0000-0000-0000-000000000000}"/>
          </ac:spMkLst>
        </pc:spChg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3376026375" sldId="397"/>
            <ac:spMk id="31747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66310507" sldId="39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05019817" sldId="40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623318352" sldId="403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623318352" sldId="403"/>
            <ac:spMk id="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51701239" sldId="404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01196844" sldId="407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01196844" sldId="407"/>
            <ac:spMk id="3" creationId="{00000000-0000-0000-0000-000000000000}"/>
          </ac:spMkLst>
        </pc:spChg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1951456656" sldId="409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1951456656" sldId="409"/>
            <ac:spMk id="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16260510" sldId="44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80678901" sldId="44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1036190" sldId="44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27079919" sldId="44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22715269" sldId="44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0211018" sldId="45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839962129" sldId="45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53696549" sldId="45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65312837" sldId="456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65312837" sldId="456"/>
            <ac:spMk id="2" creationId="{1CF7B67F-5525-5B40-8B68-6A57BC58E09A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00639666" sldId="45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25552731" sldId="46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93278628" sldId="46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44569391" sldId="46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55274137" sldId="463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4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0" sldId="464"/>
            <ac:spMk id="2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89546242" sldId="46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97619395" sldId="467"/>
        </pc:sldMkLst>
      </pc:sldChg>
      <pc:sldMasterChg chg="delSldLayout">
        <pc:chgData name="Ta Thi Kim Hue" userId="af176dfe-ebe0-47e4-99a4-e0f4d40f7313" providerId="ADAL" clId="{264C83AA-283C-D342-9895-92F40AF91AE0}" dt="2022-10-03T17:18:29.436" v="204" actId="2696"/>
        <pc:sldMasterMkLst>
          <pc:docMk/>
          <pc:sldMasterMk cId="2819895280" sldId="2147483658"/>
        </pc:sldMasterMkLst>
        <pc:sldLayoutChg chg="del">
          <pc:chgData name="Ta Thi Kim Hue" userId="af176dfe-ebe0-47e4-99a4-e0f4d40f7313" providerId="ADAL" clId="{264C83AA-283C-D342-9895-92F40AF91AE0}" dt="2022-10-03T17:18:29.436" v="204" actId="2696"/>
          <pc:sldLayoutMkLst>
            <pc:docMk/>
            <pc:sldMasterMk cId="2819895280" sldId="2147483658"/>
            <pc:sldLayoutMk cId="678804056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12-02-05T04:43:44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7971 5879 7366,'0'0'897,"0"-19"1890,0 19-417,19-21-1185,2 21 161,18-20-289,-19 20-193,1 0-63,18 0-545,-20 0 97,-19 20-129,21-20 320,-21 21-383,0-2-289,-21 0 480,2 1-96,-20 0-288,-2 1-160,22-1 640,-1-20-736,-20 0 544,20 0-160,20-20 97,0-1-546,0 1 321,0 0 32,20 1 160,-1-21-64,2 20-64,-1 0-384,-1 20 704,1-20-544,1 20 0,-21 20 608,19 0-319,-19 0-258,0-20 514,0 21-353,0-2 224,-19 0 256,-2 1-383,1 0-162,1-20 546,-22 0-737,22 0 672,-1 0-352,1-20-160,19 0 64,0 20 224,0-38-576,19 17 576,1 1-224,-1-20 160,2 21-512,18-2 352,-19 21 0,1 0 0,-2 21 320,-19-21-416,0 19 160,0 21 128,0-20-192,-19 1 192,-2 17-96,1-18 64,-19-20 64,18 20-192,-18-20-192,20 0 513,19-20-514,-21 20 546,21-20-706,21 1 546,-2 0-225,20-22-161,-18 21 386,18 0-225,-19 1-225,20 19 578,-20 0-385,-20 19-1,0 1-31,0 0 160,-20 0 33,20 1 95,-40-2 64,20 0 32,1-19-320,-1 20 224,-1-20-672,21 0-225,-19 0-1185,19 0-1953</inkml:trace>
  <inkml:trace contextRef="#ctx0" brushRef="#br0" timeOffset="1500.08">6244 7091 6470,'19'0'1281,"-19"0"1121,0 0-1537,20 0 608,1 0-672,-21 0-352,19-20 63,1 20 33,-1 0-33,3 0 65,16-20-1,-18 20-63,1-21-1,18 21 33,1-19-129,-20-1 0,19 20-255,1-19 63,-20 19 128,20-21-352,-20 21 256,18-19-512,3 19 608,-21-21-384,18 21 225,-16-19-258,16-1 130,-18 20-65,20-20 96,-1 0 0,-17 0-160,16 20 320,3-20-192,-22 1 64,20-1-128,2 20 64,-22-20 64,22 0-448,-2 0 576,-20 0-192,2 1-64,18-1 32,-19 0-32,1-1 0,-2 2 64,1-1-32,-1 1-64,2 19 64,-1-20 32,-1-1-64,0 1 193,1 1-193,-20 19-96,21-20 192,-2 1-192,-19 19-97,20-21 482,-1 1-225,-19 20-128,22-20-32,-3 20 224,-19-19-96,19-1 0,-19 20 0,20-19-385,-20 19 642,0-21-385,21 21 96,-21 0 160,19-20-192,-19 20 32,0-20-96,0 20 128,20-21 96,-20 21-288,0 0 192,0-18-32,19 18 0,-19-20 64,0 20 32,0-20-128,0 20-32,0 0 224,21 0-160,-21-20-128,0 20 288,-21 0-256,21 20 32,0-20 32,-19 20 32,-1 0 96,1-2-96,-2 3 32,1-21 160,1 20-96,-22 0-32,22 1 128,-1-21-128,1 19 129,-2-19-257,21 0 96,0 0 64,0 0-128,0-19 128,21-2-192,18 1 32,-20 0 32,22-1-33,-22 3 33,22-2-192,-22 20 577,1-20-514,-1 20 129,2 0-128,-21 20 513,0 0-193,20-2 64,-20 3 160,0-1-159,0 0-33,0 20-96,0-20 32,0-20-705,19 19-31,-19-19-1218,20 20-2210</inkml:trace>
  <inkml:trace contextRef="#ctx0" brushRef="#br0" timeOffset="2230.12">5729 7229 8520,'0'-19'800,"0"19"2051,0 0-353,0 0-1248,0 0 447,0 19-672,0 21-384,-22-20-129,22 20 65,0 0-449,-19-1 64,19 1-128,0 0 128,0-21-384,-20 1 192,20 0-672,0-20-193,0 0-513,0 0-351,20-20-1026,-1 0-2017</inkml:trace>
  <inkml:trace contextRef="#ctx0" brushRef="#br0" timeOffset="2477.14">5946 7150 10890,'0'0'544,"0"20"1474,-39 0-672,19 19-225,-20 1 480,1 0-512,-2-20-288,22 20 64,0-21-129,-3 1-319,22-20-193,22 0-32,-3 0 0,0 0 1,22 0-161,-2 0 32,-20 0-160,22 0-321,-2 0-320,-18 20-352,-2-20-256,1 20-705,-1-20-2050</inkml:trace>
  <inkml:trace contextRef="#ctx0" brushRef="#br0" timeOffset="2674.15">6104 7408 12716,'0'20'928,"-19"0"2372,19 0-1699,0 19 129,-19-19-257,19 20-640,0-20-321,-20 0-319,20 0-97,0-1-192,20-19-577,-20 20-1057,19-20-2914</inkml:trace>
  <inkml:trace contextRef="#ctx0" brushRef="#br0" timeOffset="4274.24">17558 9772 11434,'0'-20'1089,"21"20"161,-2-20 1312,1 20-1281,-1 0-160,2 0-192,-1 0-256,-1 20-225,1 0-224,-20-20-63,0 20-161,0-1 192,-20-19 160,-19 19-256,18-19 0,-18 0-96,-1 0 160,20 0-128,-19 0-96,20-19 257,19 19-193,0-39-193,19 19 193,1 0 0,19-1 64,1 3-224,-20-3 192,20 21 160,-20 0-63,19 0-33,-18 0 96,-21 21-64,19-3 192,-19 3-256,-19-1 257,-2-20-257,1 20 352,-19 0-224,18-20-64,-18 0-128,20 0 129,-2 0-33,1-20-32,20 0-96,0 20 192,0-20-320,20-1 224,20-18-224,-20 19 63,20 20 65,-20-19 161,-1 19-354,1 19 321,-20-19-128,21 20-64,-21 1 160,-21-21 32,21 18 1,-20 3 223,1-21-288,-1 0 256,-1 0-192,2 0-128,19 0 128,-20 0-32,20 0-256,0 0 224,20-21-256,-1 3 160,2 18-192,-1-21 192,-20 21 0,19 0 32,-19 0 0,0 0 160,-19 21-224,-1-3 192,-1 3 32,2-1-32,-1-20-32,1 20 32,-2-20 96,21 0-64,-20 0-224,20 0 160,-19 0-32,19-20-32,0 0-64,0-1 0,19 3 160,22 18-352,-22-21 384,20 1-320,-18 20 256,-1 0-192,-1 0 32,1 20 128,-20 1 0,0-3 256,-20 3-288,1-1 224,-1 0 193,-1-20-353,2 20 256,-20-20-384,18 0 320,21-20-352,-20 20-801,20 0-864,0-20-1250,0 20-3844</inkml:trace>
  <inkml:trace contextRef="#ctx0" brushRef="#br0" timeOffset="6356.36">16269 11321 8359,'0'0'1186,"19"0"2177,1-20-1441,-1 20-353,2-20-448,-1 0-320,18 1-257,-16-1 33,17 0-65,-20 20-255,22-20-33,-22 0-192,22 0 160,-22-20-32,0 21 128,22-1-223,-21 0 95,18-19-128,-16-2-32,16 22 96,3-21-64,-2 0 32,-20 20 32,22-19-32,-2 19 32,-20 0-160,22-20 128,-22 1-64,22 19 0,-22-20 128,1 20-256,-1-19 224,2 19 0,-1-1-160,-1-18-32,0 19 256,-19 1-128,22-2-96,-22 1-32,19 1 160,-19-2-64,19 2-64,-19 0 224,20 19-160,1-21-96,-21 1 160,20-1 32,-20 3-96,19-2-64,0-1-32,-19 21 64,0-19 64,22-1 96,-22-1-224,0 21 256,19-18-320,-19-2 160,0-1 0,19 2 160,-19-2-256,20 21 64,-20-18 160,0-2-256,0 20 128,21-21 32,-21 21-32,0 0 32,0-20-32,0 20 193,0 0-322,-21 0 129,21 0-32,-20 20 193,1 1-193,0-1 128,-3-2 32,-16 3 32,18-2 96,-1 2 161,1-1-225,20-2-224,-19-18 192,19 21-64,0-21-224,0 0 352,0 0-416,0-21 320,19 21-96,1-18-32,1-2-64,-21-1-32,20 2 96,-1-2-320,0 3 255,3 18 1,-3-20 0,0-1 225,-19 21-258,20 0 97,-20 0-160,0 0 192,21 21 128,-21-21-95,0 38 63,19-17 192,-19 19-128,0-20 96,0-2-352,20 3 128,-20-1-32,0-1-640,19-19-994,1 0-1024,-20 0-3236</inkml:trace>
  <inkml:trace contextRef="#ctx0" brushRef="#br0" timeOffset="7088.4">15713 11500 10634,'0'-40'1313,"0"21"192,0 19 1282,0 0-1410,0 0-320,0 19-224,0 1-481,0 20 161,0-21-65,0 21 1,0 0-289,0-1-256,-20 1 128,20-20 160,0 0-288,0 0-192,0-20-225,0 0-352,0 0-256,20 0-512,-20-20-898,19 0-1921</inkml:trace>
  <inkml:trace contextRef="#ctx0" brushRef="#br0" timeOffset="7356.42">16031 11361 8936,'38'0'3139,"-38"0"-2659,-19 0 1891,0 19-962,-22 21-320,2-19-192,-2 18-160,-17 1-353,18 0 321,1-21-161,-2 1 129,22 0-161,19 0-352,0-20 33,0 0 95,38 0 160,-16 0-256,17 0-95,21 19 127,-22-19-320,3 0 64,-2 21-385,2-21-191,-22 0-738,0 19-768,3-19-1313,-3 20-3876</inkml:trace>
  <inkml:trace contextRef="#ctx0" brushRef="#br0" timeOffset="7819.44">16149 11679 9865,'0'0'1249,"0"-21"2146,0 21-1153,19 0-768,2-19-225,-1 19-512,-1 0-161,22 19 97,-22-19-161,20 21-223,-18-2 95,-1-19-320,-1 20 224,-19 20-192,-19-20-96,-1 0 193,-20-1-97,20 2-192,-20-2 256,1 1-224,-2 0 64,2-20 96,20 0 32,0 0-160,19 0 352,19 0-224,0 0 385,41-20 255,-21 20-383,41-20-161,-20 1 64,0 19-160,-2 0 160,-17 0-159,-3 0-129,3 0-737,-22 19-897,-19 1-1857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12-02-05T04:44:09.4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11345 13049 14253,'21'0'0,"-21"0"801,19 20 832,-19-1-223,0 22-257,20-2-417,-20 21-351,0-1-417,19-20-128,2 21 64,-21-1-225,20-18-127,-1-2-1122,1-19-768,1-20-1249</inkml:trace>
  <inkml:trace contextRef="#ctx0" brushRef="#br0" timeOffset="239.01">11763 13069 13132,'-21'0'32,"2"19"641,-20 22 1377,17-2-641,-36 0-96,18 21-640,-20-1-289,21 1-448,-2-20 256,2 20-192,-1-39-512,20-3 288,20-18-962,0 0-415,0-18-33,20-23-352,1 20-480,-2-38-1602</inkml:trace>
  <inkml:trace contextRef="#ctx0" brushRef="#br0" timeOffset="395.02">11583 13049 13004,'21'20'897,"-21"-1"1089,-21 22-705,-18 18 64,20 1-480,-2-1-449,-18 1-256,19-1-416,-1 1 0,21-21-257,-19 2-319,19-22-1314,0-19-1154,0 0-3138</inkml:trace>
  <inkml:trace contextRef="#ctx0" brushRef="#br0" timeOffset="546.03">11306 13347 8135,'-20'-21'5509,"20"42"-5028,0-21 1985,0 0-1024,20 20-417,-1-20-673,22 19-96,-2-19-96,1 20-544,19-20-1442,1 0-3939</inkml:trace>
  <inkml:trace contextRef="#ctx0" brushRef="#br0" timeOffset="943.05">12476 13148 16271,'41'0'-128,"-22"0"576,1 0 1538,-1 20-1057,3 0 128,16 20-352,-18-1-545,1 20 32,18-18-288,-20 18-417,2 1-255,-1-1-578,-1-19-704,22-20-1249,-41 19-1986</inkml:trace>
  <inkml:trace contextRef="#ctx0" brushRef="#br0" timeOffset="1183.06">13033 13168 13773,'40'-20'224,"-40"20"737,-21 0 1217,2 20-769,-1 19-352,-21 2-288,3-2-161,-22 21-319,21-1-1,-2 1-224,-19-1-384,21-18 704,-1-2-864,20-18 383,1-21-1024,19 0-576,0-21-481,19 1-929,1-20-1538</inkml:trace>
  <inkml:trace contextRef="#ctx0" brushRef="#br0" timeOffset="1343.07">12874 13148 12908,'19'0'320,"-19"20"1089,-19 19 129,-1 2-129,1 18-128,-22 1-576,22-1-673,-22 1 128,22-1-608,-1-19-129,1 1-224,19-23-1345,0-18-1473</inkml:trace>
  <inkml:trace contextRef="#ctx0" brushRef="#br0" timeOffset="1498.08">12575 13426 14221,'0'0'480,"22"0"994,-22 0 480,19 0-961,20 0-129,1 19-287,-1-19-449,2 0-352,19 0-128,19 0-2627</inkml:trace>
  <inkml:trace contextRef="#ctx0" brushRef="#br0" timeOffset="1925.11">14005 13108 14221,'39'-20'192,"-18"20"1314,-1 0 640,-1 20-929,1 1 64,1 18-448,-2 0-353,1 2-320,20 18-32,-20-19-160,19 19-160,-18-20-865,-2 2 128,20-2-416,-18-19-1025,-1-20-1922</inkml:trace>
  <inkml:trace contextRef="#ctx0" brushRef="#br0" timeOffset="2153.12">14542 13029 13708,'0'20'225,"-21"0"2017,1 19-705,-18 1-31,-3 19-481,2 1-449,-21 20-416,20-21 129,1-20-225,-2 23-321,22-24 1,-20-17-577,18-2-1056,21-19-1571,0 0-2337</inkml:trace>
  <inkml:trace contextRef="#ctx0" brushRef="#br0" timeOffset="2337.13">14441 13069 15182,'22'39'448,"-22"1"-416,-22 0 801,3 0 416,-20 19-384,18 1-320,-18-1-673,20-20 31,-2 23-896,1-24-832,1 2-2051</inkml:trace>
  <inkml:trace contextRef="#ctx0" brushRef="#br0" timeOffset="2511.14">14085 13426 13324,'19'0'865,"1"0"1665,1 0-1280,18 0-322,1 19-223,-1-19-321,2 0-448,-2 21-544,1-21-3172</inkml:trace>
  <inkml:trace contextRef="#ctx0" brushRef="#br0" timeOffset="7928.45">15534 13168 8968,'-21'-20'416,"21"1"1762,0 19 449,0 0-897,21 0-33,-21 0-608,20 19-384,-1 1 64,1 19 159,20-18-960,-20 18 545,20 1-417,-20 20-32,18-21-64,-16 0-256,17 2-353,-20-2-768,2 2 288,18-2-1506,-20-18-1344</inkml:trace>
  <inkml:trace contextRef="#ctx0" brushRef="#br0" timeOffset="8189.46">16110 13168 11562,'0'-20'193,"-19"20"671,-3 20 1282,3 0-544,-20 20-353,-2-1-256,3 20-769,-3-18 513,2 18-865,-1-19 544,1 19-480,-2-39 256,22 20-256,-1-20-576,-1-20 159,21 0-928,0 0-769,0-20-352,21 1-545</inkml:trace>
  <inkml:trace contextRef="#ctx0" brushRef="#br0" timeOffset="8391.48">15891 13108 8584,'41'-59'2274,"-41"59"480,0 0-511,-22 20-514,22 19-576,-19 21-480,-20 0 320,18 19-961,2 0 160,-1-20 256,-21 3-800,41-3 288,-19-20 32,19-18-993,-19-3-96,19-18-128,0 0-1089,0 0-737,0-18-961</inkml:trace>
  <inkml:trace contextRef="#ctx0" brushRef="#br0" timeOffset="8537.48">15593 13486 9384,'-20'-20'3780,"1"-1"-1314,19 21-256,19 0-544,1-19-769,20 19-128,-1 0-449,21-20 417,0 20-641,0 0 0,20-20-32,-22 20-1281,2-19-641,0 19-3235</inkml:trace>
  <inkml:trace contextRef="#ctx0" brushRef="#br1" timeOffset="13689.78">8031 13049 5765,'0'0'1537,"-20"0"33,20 0-193,0 0 97,0 0-193,0 0-64,0-20-64,0 20-192,0 0-64,0 0-96,20 0-97,-20 0 65,0 0-417,19 0 129,1-20-33,-20 20 1,21 0-193,-2 0-192,1-20 224,20 20-192,-20 0 161,-1 0-129,22 0-160,-22 0 160,1 0 64,-1 0-224,0 0 32,3 20 32,-3-20 0,0 0 32,1 20 96,1-20-288,-21 0 160,19 20 160,-19-20-224,0 20 128,0-20 64,-19 19-192,-2 1 0,1 1 96,1-21-64,0 19 0,-22 1 0,22 0 0,-20-1 129,17 2-258,-16-21 258,18 20-258,-1-20 129,2 0 65,-1 0 95,20 0-288,-19 0 128,19 0 0,0-20 0,0 20-65,0 0 130,0 0-226,0 0 193,0 0-96,19 0 64,-19 0 0,20 20 96,-1-20-192,2 0 96,-1 19 193,18-19-322,-16 0 97,-3 0 96,20 20-96,-20-20 32,3 0 32,-3 20-32,0-20 97,-19 19-162,0 2 98,20-1 159,-20-1-256,0 1 160,-20-20-32,1 20 0,0-1-64,-3-19 192,3 21-64,-20-21 192,20 20-223,-22 1 31,2-21-64,-1 18-160,1-18 160,-2 0-32,22 0 32,-1 0 128,-1 0-512,21 0-737,0 0-577,0 0-2210</inkml:trace>
  <inkml:trace contextRef="#ctx0" brushRef="#br1" timeOffset="14914.84">9757 13049 6566,'0'-20'3299,"0"20"-1153,20 0-320,-20 0-321,0 0-480,0 0-96,0 0 0,0 0-289,0 20-31,-20-20-161,1 0-127,19 0 63,-21 0-352,1 0 224,1 0-256,0 0 64,-1 0 32,-1 0-96,2 0 193,-1-20-289,1 20 96,-3 0 224,22 0-192,-19 0-64,19 0 256,0 0-320,-19 0 288,19 0-128,0 20-96,0 0 224,0-20-96,0 19 32,0 1 1,0 1-33,0-2 128,0 1-288,0 0 160,-20-1-64,20-19 0,0 21 64,0-1 64,0-20-224,0 19 96,-21-19 0,21 0 64,0 0 32,0 0-160,21 0 0,-21 0-96,0 0 256,20-19-160,-1 19 32,0 19-160,3-19 160,-3 20 160,1 0-256,-1-1 192,2 22-192,-1-22 96,-1 21 128,0-21-64,-19 22-192,0-41 353,0 21-290,-19-21 418,19 0-193,-19 18 96,-1-18 32,-20 0-223,20 0 63,-21 0-96,22-18 224,-20 18-384,18 0 288,21 0-448,-19 0-321,19 0-736,0 0-385,0 0-1473,0 0-2242</inkml:trace>
  <inkml:trace contextRef="#ctx0" brushRef="#br1" timeOffset="15706.89">9996 13148 6277,'-20'-19'2307,"20"19"31,0 0 1153,0 0-1665,0-21-353,20 21-480,-1-20-288,1 20 32,1 0-65,18 0-191,1 0 127,-1 0-384,2 0 161,-2 20-385,-20-20 160,-19 21 0,21-2 0,-21-19 0,0 20-31,-40 0-65,20-1-32,-21 2 32,3-21-32,-3 20 192,2-20-416,20 19 448,-2-19-416,21 0 384,0 0-448,0 0 448,0 0-160,21 0-224,18 0 192,1 20-32,-20-20 32,18 20-32,3-20 0,-2 19 32,-18 22 0,-1-22 0,-1 1 128,-19 0-224,0-1 352,0 2-191,-19-1 383,-1 1-64,-1-21 33,-18 18-257,-2-18-352,-17 0 224,18 20 288,-20-20-672,21 0-609,-2 0-384,22 21-1282,-20-21-4259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5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CBC-MAC</a:t>
            </a:r>
            <a:r>
              <a:rPr lang="en-US" baseline="0" dirty="0"/>
              <a:t> used in 802.11i CCM.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2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55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, … , m2^{n/2} are distinct with </a:t>
            </a:r>
            <a:r>
              <a:rPr lang="en-US" dirty="0" err="1"/>
              <a:t>w.h.p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10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arrows to show  k1  and </a:t>
            </a:r>
            <a:r>
              <a:rPr lang="en-US" baseline="0" dirty="0"/>
              <a:t> k2.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86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example with pen</a:t>
            </a:r>
            <a:r>
              <a:rPr lang="en-US" baseline="0" dirty="0"/>
              <a:t> and eraser.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0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5DC4-1C94-9B48-9DFA-1F7502DD9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B8EA0-E74D-F547-88C0-865DB2152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E05C-F94F-A944-A7A3-959B5068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13/02/2023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450FF-033E-6648-BB4F-7DDD0FC5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28DA5-F534-7C45-966B-1D818CB5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306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3C1-E17F-4643-8D9C-E4A0C96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33CF-D39F-0C46-B29F-D5A267A58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E585-EB74-BB4A-8BF2-169EB53C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13/02/2023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DD642-D5B9-5542-9836-84972741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7F86-C4F4-394B-95F2-3239635A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164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2C0E-00A8-2F47-9911-58376B2E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01A5C-E917-204C-B745-385FFBEC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98EC9-0D32-8247-9577-4F960812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C2E8-3417-3C43-A0C5-75093E90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13/02/2023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9F04F-1DD2-3B44-84F5-3CF6AD5C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012E-A921-F649-946F-932E3027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7804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D9A40-67A4-0645-8509-7DCDAB46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13/02/2023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8CA86-B909-2248-B917-01346644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C0E0-21A8-2946-834B-8411BD6D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086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349F-7DE2-1A4F-A240-F6A764B2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1D48E-6C69-A240-B01C-A7DF732C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13/02/2023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7931-A9C4-BD49-9848-F75C6B76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09870-D97D-5F4D-86F7-AFD12C5F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981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8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7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99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LÝ THUYẾT MẬT MÃ 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TS. TẠ KIM HUỆ </a:t>
            </a:r>
          </a:p>
          <a:p>
            <a:r>
              <a:rPr lang="en-US" sz="2800" b="0" dirty="0"/>
              <a:t>TRƯỜNG ĐIỆN – ĐIỆN TỬ 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message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Có</a:t>
            </a:r>
            <a:r>
              <a:rPr lang="en-US" dirty="0"/>
              <a:t> 4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MAC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</a:t>
            </a:r>
            <a:r>
              <a:rPr lang="en-US" b="1" dirty="0"/>
              <a:t>ECBC-MAC,  CMAC</a:t>
            </a:r>
            <a:r>
              <a:rPr lang="en-US" dirty="0"/>
              <a:t>: commonly used with </a:t>
            </a:r>
            <a:r>
              <a:rPr lang="en-US" sz="2000" dirty="0"/>
              <a:t>AES  </a:t>
            </a:r>
            <a:r>
              <a:rPr lang="en-US" sz="1800" dirty="0"/>
              <a:t>(e.g. 802.11i)</a:t>
            </a:r>
            <a:r>
              <a:rPr lang="en-US" sz="2000" dirty="0"/>
              <a:t>  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</a:t>
            </a:r>
            <a:r>
              <a:rPr lang="en-US" b="1" dirty="0"/>
              <a:t>NMAC</a:t>
            </a:r>
            <a:r>
              <a:rPr lang="en-US" dirty="0"/>
              <a:t>     :   basis of HMAC  (this segment)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</a:t>
            </a:r>
            <a:r>
              <a:rPr lang="en-US" b="1" dirty="0"/>
              <a:t>PMAC</a:t>
            </a:r>
            <a:r>
              <a:rPr lang="en-US" dirty="0"/>
              <a:t>:   a parallel MAC </a:t>
            </a:r>
          </a:p>
          <a:p>
            <a:pPr marL="0" indent="0">
              <a:spcBef>
                <a:spcPts val="2976"/>
              </a:spcBef>
              <a:buNone/>
            </a:pPr>
            <a:r>
              <a:rPr lang="en-US" dirty="0"/>
              <a:t>	</a:t>
            </a:r>
            <a:r>
              <a:rPr lang="en-US" b="1" dirty="0"/>
              <a:t>Carter-</a:t>
            </a:r>
            <a:r>
              <a:rPr lang="en-US" b="1" dirty="0" err="1"/>
              <a:t>Wegman</a:t>
            </a:r>
            <a:r>
              <a:rPr lang="en-US" b="1" dirty="0"/>
              <a:t> MAC</a:t>
            </a:r>
            <a:r>
              <a:rPr lang="en-US" dirty="0"/>
              <a:t>:   built from a fast one-time MAC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38408" y="2438400"/>
            <a:ext cx="880792" cy="1676400"/>
            <a:chOff x="338408" y="1581150"/>
            <a:chExt cx="880792" cy="1676400"/>
          </a:xfrm>
        </p:grpSpPr>
        <p:sp>
          <p:nvSpPr>
            <p:cNvPr id="4" name="Left Brace 3"/>
            <p:cNvSpPr/>
            <p:nvPr/>
          </p:nvSpPr>
          <p:spPr>
            <a:xfrm>
              <a:off x="1066800" y="1581150"/>
              <a:ext cx="152400" cy="16764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38408" y="2114550"/>
              <a:ext cx="7725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PRFs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81000" y="5334001"/>
            <a:ext cx="7997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module:   MACs from collision resistance (</a:t>
            </a:r>
            <a:r>
              <a:rPr lang="en-US" sz="2400" dirty="0" err="1"/>
              <a:t>kháng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chạm</a:t>
            </a:r>
            <a:r>
              <a:rPr lang="en-US" sz="2400" dirty="0"/>
              <a:t>).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-161677" y="1349801"/>
            <a:ext cx="1380877" cy="671731"/>
            <a:chOff x="38100" y="3435350"/>
            <a:chExt cx="1380877" cy="671731"/>
          </a:xfrm>
        </p:grpSpPr>
        <p:sp>
          <p:nvSpPr>
            <p:cNvPr id="8" name="TextBox 7"/>
            <p:cNvSpPr txBox="1"/>
            <p:nvPr/>
          </p:nvSpPr>
          <p:spPr>
            <a:xfrm>
              <a:off x="38100" y="3435350"/>
              <a:ext cx="13046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randomized</a:t>
              </a:r>
            </a:p>
            <a:p>
              <a:pPr algn="ctr"/>
              <a:r>
                <a:rPr lang="en-US" dirty="0"/>
                <a:t>MAC</a:t>
              </a:r>
            </a:p>
          </p:txBody>
        </p:sp>
        <p:sp>
          <p:nvSpPr>
            <p:cNvPr id="12" name="Left Brace 11"/>
            <p:cNvSpPr/>
            <p:nvPr/>
          </p:nvSpPr>
          <p:spPr>
            <a:xfrm>
              <a:off x="1266577" y="3497481"/>
              <a:ext cx="152400" cy="60960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649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(Collision Resistance)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  H: M </a:t>
            </a:r>
            <a:r>
              <a:rPr lang="en-US" dirty="0">
                <a:sym typeface="Symbol" charset="0"/>
              </a:rPr>
              <a:t>T  be a hash function       </a:t>
            </a:r>
            <a:r>
              <a:rPr lang="en-US" sz="2100" dirty="0">
                <a:sym typeface="Symbol" charset="0"/>
              </a:rPr>
              <a:t>(  |M| &gt;&gt; |T|  )</a:t>
            </a:r>
          </a:p>
          <a:p>
            <a:pPr marL="0" indent="0">
              <a:spcBef>
                <a:spcPct val="80000"/>
              </a:spcBef>
              <a:buNone/>
            </a:pPr>
            <a:r>
              <a:rPr lang="en-US" dirty="0" err="1">
                <a:sym typeface="Symbol" charset="0"/>
              </a:rPr>
              <a:t>Một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va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chạm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với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hàm</a:t>
            </a:r>
            <a:r>
              <a:rPr lang="en-US" dirty="0">
                <a:sym typeface="Symbol" charset="0"/>
              </a:rPr>
              <a:t> H </a:t>
            </a:r>
            <a:r>
              <a:rPr lang="en-US" dirty="0" err="1">
                <a:sym typeface="Symbol" charset="0"/>
              </a:rPr>
              <a:t>là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tồn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tại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cặp</a:t>
            </a:r>
            <a:r>
              <a:rPr lang="en-US" dirty="0">
                <a:sym typeface="Symbol" charset="0"/>
              </a:rPr>
              <a:t> 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, 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  M  </a:t>
            </a:r>
            <a:r>
              <a:rPr lang="en-US" dirty="0" err="1">
                <a:sym typeface="Symbol" charset="0"/>
              </a:rPr>
              <a:t>sao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cho</a:t>
            </a:r>
            <a:r>
              <a:rPr lang="en-US" dirty="0">
                <a:sym typeface="Symbol" charset="0"/>
              </a:rPr>
              <a:t>:	</a:t>
            </a:r>
          </a:p>
          <a:p>
            <a:pPr>
              <a:buFontTx/>
              <a:buNone/>
            </a:pPr>
            <a:r>
              <a:rPr lang="en-US" dirty="0">
                <a:sym typeface="Symbol" charset="0"/>
              </a:rPr>
              <a:t>			H(m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)  =  H(m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)    and    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 m</a:t>
            </a:r>
            <a:r>
              <a:rPr lang="en-US" baseline="-25000" dirty="0">
                <a:sym typeface="Symbol" charset="0"/>
              </a:rPr>
              <a:t>1</a:t>
            </a:r>
            <a:endParaRPr lang="en-US" dirty="0">
              <a:sym typeface="Symbol" charset="0"/>
            </a:endParaRPr>
          </a:p>
          <a:p>
            <a:endParaRPr lang="en-US" dirty="0">
              <a:sym typeface="Symbol" charset="0"/>
            </a:endParaRPr>
          </a:p>
          <a:p>
            <a:pPr marL="0" indent="0">
              <a:buNone/>
            </a:pPr>
            <a:r>
              <a:rPr lang="en-US" dirty="0" err="1">
                <a:sym typeface="Symbol" charset="0"/>
              </a:rPr>
              <a:t>Hàm</a:t>
            </a:r>
            <a:r>
              <a:rPr lang="en-US" dirty="0">
                <a:sym typeface="Symbol" charset="0"/>
              </a:rPr>
              <a:t> H </a:t>
            </a:r>
            <a:r>
              <a:rPr lang="en-US" dirty="0" err="1">
                <a:sym typeface="Symbol" charset="0"/>
              </a:rPr>
              <a:t>là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kháng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va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chạm</a:t>
            </a:r>
            <a:r>
              <a:rPr lang="en-US" dirty="0">
                <a:sym typeface="Symbol" charset="0"/>
              </a:rPr>
              <a:t> (</a:t>
            </a:r>
            <a:r>
              <a:rPr lang="en-US" b="1" u="sng" dirty="0">
                <a:sym typeface="Symbol" charset="0"/>
              </a:rPr>
              <a:t>collision resistant ) </a:t>
            </a:r>
            <a:r>
              <a:rPr lang="en-US" b="1" u="sng" dirty="0" err="1">
                <a:sym typeface="Symbol" charset="0"/>
              </a:rPr>
              <a:t>nếu</a:t>
            </a:r>
            <a:r>
              <a:rPr lang="en-US" b="1" u="sng" dirty="0">
                <a:sym typeface="Symbol" charset="0"/>
              </a:rPr>
              <a:t> : </a:t>
            </a:r>
            <a:r>
              <a:rPr lang="en-US" dirty="0">
                <a:sym typeface="Symbol" charset="0"/>
              </a:rPr>
              <a:t>if for all (explicit) </a:t>
            </a:r>
            <a:r>
              <a:rPr lang="ja-JP" altLang="en-US" dirty="0">
                <a:latin typeface="Arial"/>
                <a:sym typeface="Symbol" charset="0"/>
              </a:rPr>
              <a:t>“</a:t>
            </a:r>
            <a:r>
              <a:rPr lang="en-US" dirty="0" err="1">
                <a:sym typeface="Symbol" charset="0"/>
              </a:rPr>
              <a:t>eff</a:t>
            </a:r>
            <a:r>
              <a:rPr lang="ja-JP" altLang="en-US" dirty="0">
                <a:latin typeface="Arial"/>
                <a:sym typeface="Symbol" charset="0"/>
              </a:rPr>
              <a:t>”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algs</a:t>
            </a:r>
            <a:r>
              <a:rPr lang="en-US" dirty="0">
                <a:sym typeface="Symbol" charset="0"/>
              </a:rPr>
              <a:t>. A:</a:t>
            </a:r>
          </a:p>
          <a:p>
            <a:pPr>
              <a:buFontTx/>
              <a:buNone/>
            </a:pPr>
            <a:r>
              <a:rPr lang="en-US" dirty="0">
                <a:sym typeface="Symbol" charset="0"/>
              </a:rPr>
              <a:t>		    </a:t>
            </a:r>
            <a:r>
              <a:rPr lang="en-US" b="1" dirty="0" err="1">
                <a:solidFill>
                  <a:srgbClr val="FF0000"/>
                </a:solidFill>
                <a:sym typeface="Symbol" charset="0"/>
              </a:rPr>
              <a:t>Adv</a:t>
            </a:r>
            <a:r>
              <a:rPr lang="en-US" b="1" baseline="-25000" dirty="0" err="1">
                <a:solidFill>
                  <a:srgbClr val="FF0000"/>
                </a:solidFill>
                <a:sym typeface="Symbol" charset="0"/>
              </a:rPr>
              <a:t>CR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[A,H]  =  </a:t>
            </a:r>
            <a:r>
              <a:rPr lang="en-US" b="1" dirty="0" err="1">
                <a:solidFill>
                  <a:srgbClr val="FF0000"/>
                </a:solidFill>
                <a:sym typeface="Symbol" charset="0"/>
              </a:rPr>
              <a:t>Pr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[ A outputs collision for H] </a:t>
            </a:r>
            <a:r>
              <a:rPr lang="en-US" dirty="0">
                <a:sym typeface="Symbol" charset="0"/>
              </a:rPr>
              <a:t>is </a:t>
            </a:r>
            <a:r>
              <a:rPr lang="ja-JP" altLang="en-US" dirty="0">
                <a:latin typeface="Arial"/>
                <a:sym typeface="Symbol" charset="0"/>
              </a:rPr>
              <a:t>“</a:t>
            </a:r>
            <a:r>
              <a:rPr lang="en-US" dirty="0" err="1">
                <a:sym typeface="Symbol" charset="0"/>
              </a:rPr>
              <a:t>neg</a:t>
            </a:r>
            <a:r>
              <a:rPr lang="ja-JP" altLang="en-US" dirty="0">
                <a:latin typeface="Arial"/>
                <a:sym typeface="Symbol" charset="0"/>
              </a:rPr>
              <a:t>”</a:t>
            </a:r>
            <a:r>
              <a:rPr lang="en-US" altLang="ja-JP" dirty="0">
                <a:latin typeface="Arial"/>
                <a:sym typeface="Symbol" charset="0"/>
              </a:rPr>
              <a:t>.</a:t>
            </a:r>
          </a:p>
          <a:p>
            <a:pPr>
              <a:spcBef>
                <a:spcPts val="2376"/>
              </a:spcBef>
              <a:buNone/>
            </a:pPr>
            <a:r>
              <a:rPr lang="en-US" dirty="0">
                <a:sym typeface="Symbol" charset="0"/>
              </a:rPr>
              <a:t>Example:   SHA – 256 (outputs 256 bits), SHA – 512 (outputs 512 bits)</a:t>
            </a:r>
          </a:p>
        </p:txBody>
      </p:sp>
    </p:spTree>
    <p:extLst>
      <p:ext uri="{BB962C8B-B14F-4D97-AF65-F5344CB8AC3E}">
        <p14:creationId xmlns:p14="http://schemas.microsoft.com/office/powerpoint/2010/main" val="4097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MACs from Collision Resistance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Let I = (S,V)  be a MAC for short messages over (K,M,T)     (e.g. AES)</a:t>
            </a:r>
          </a:p>
          <a:p>
            <a:pPr>
              <a:buFontTx/>
              <a:buNone/>
            </a:pPr>
            <a:r>
              <a:rPr lang="en-US" dirty="0"/>
              <a:t>Let  H: </a:t>
            </a:r>
            <a:r>
              <a:rPr lang="en-US" dirty="0" err="1"/>
              <a:t>M</a:t>
            </a:r>
            <a:r>
              <a:rPr lang="en-US" baseline="30000" dirty="0" err="1"/>
              <a:t>big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M 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dirty="0" err="1"/>
              <a:t>Def</a:t>
            </a:r>
            <a:r>
              <a:rPr lang="en-US" dirty="0"/>
              <a:t>:    </a:t>
            </a:r>
            <a:r>
              <a:rPr lang="en-US" dirty="0" err="1"/>
              <a:t>I</a:t>
            </a:r>
            <a:r>
              <a:rPr lang="en-US" baseline="30000" dirty="0" err="1"/>
              <a:t>big</a:t>
            </a:r>
            <a:r>
              <a:rPr lang="en-US" dirty="0"/>
              <a:t> = (</a:t>
            </a:r>
            <a:r>
              <a:rPr lang="en-US" dirty="0" err="1"/>
              <a:t>S</a:t>
            </a:r>
            <a:r>
              <a:rPr lang="en-US" baseline="30000" dirty="0" err="1"/>
              <a:t>big</a:t>
            </a:r>
            <a:r>
              <a:rPr lang="en-US" dirty="0"/>
              <a:t> , </a:t>
            </a:r>
            <a:r>
              <a:rPr lang="en-US" dirty="0" err="1"/>
              <a:t>V</a:t>
            </a:r>
            <a:r>
              <a:rPr lang="en-US" baseline="30000" dirty="0" err="1"/>
              <a:t>big</a:t>
            </a:r>
            <a:r>
              <a:rPr lang="en-US" dirty="0"/>
              <a:t> )    over   (K, </a:t>
            </a:r>
            <a:r>
              <a:rPr lang="en-US" dirty="0" err="1"/>
              <a:t>M</a:t>
            </a:r>
            <a:r>
              <a:rPr lang="en-US" baseline="30000" dirty="0" err="1"/>
              <a:t>big</a:t>
            </a:r>
            <a:r>
              <a:rPr lang="en-US" dirty="0"/>
              <a:t>, T)   as:</a:t>
            </a:r>
          </a:p>
          <a:p>
            <a:pPr>
              <a:spcBef>
                <a:spcPct val="80000"/>
              </a:spcBef>
              <a:buFontTx/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b="1" baseline="30000" dirty="0" err="1">
                <a:solidFill>
                  <a:srgbClr val="FF0000"/>
                </a:solidFill>
              </a:rPr>
              <a:t>big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k,m</a:t>
            </a:r>
            <a:r>
              <a:rPr lang="en-US" b="1" dirty="0">
                <a:solidFill>
                  <a:srgbClr val="FF0000"/>
                </a:solidFill>
              </a:rPr>
              <a:t>) = S(</a:t>
            </a:r>
            <a:r>
              <a:rPr lang="en-US" b="1" dirty="0" err="1">
                <a:solidFill>
                  <a:srgbClr val="FF0000"/>
                </a:solidFill>
              </a:rPr>
              <a:t>k,H</a:t>
            </a:r>
            <a:r>
              <a:rPr lang="en-US" b="1" dirty="0">
                <a:solidFill>
                  <a:srgbClr val="FF0000"/>
                </a:solidFill>
              </a:rPr>
              <a:t>(m))    ;     </a:t>
            </a:r>
            <a:r>
              <a:rPr lang="en-US" b="1" dirty="0" err="1">
                <a:solidFill>
                  <a:srgbClr val="FF0000"/>
                </a:solidFill>
              </a:rPr>
              <a:t>V</a:t>
            </a:r>
            <a:r>
              <a:rPr lang="en-US" b="1" baseline="30000" dirty="0" err="1">
                <a:solidFill>
                  <a:srgbClr val="FF0000"/>
                </a:solidFill>
              </a:rPr>
              <a:t>big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k,m,t</a:t>
            </a:r>
            <a:r>
              <a:rPr lang="en-US" b="1" dirty="0">
                <a:solidFill>
                  <a:srgbClr val="FF0000"/>
                </a:solidFill>
              </a:rPr>
              <a:t>) = V(</a:t>
            </a:r>
            <a:r>
              <a:rPr lang="en-US" b="1" dirty="0" err="1">
                <a:solidFill>
                  <a:srgbClr val="FF0000"/>
                </a:solidFill>
              </a:rPr>
              <a:t>k,H</a:t>
            </a:r>
            <a:r>
              <a:rPr lang="en-US" b="1" dirty="0">
                <a:solidFill>
                  <a:srgbClr val="FF0000"/>
                </a:solidFill>
              </a:rPr>
              <a:t>(m),t)</a:t>
            </a:r>
          </a:p>
          <a:p>
            <a:pPr marL="0" indent="0">
              <a:lnSpc>
                <a:spcPct val="130000"/>
              </a:lnSpc>
              <a:spcBef>
                <a:spcPct val="80000"/>
              </a:spcBef>
              <a:buNone/>
            </a:pPr>
            <a:r>
              <a:rPr lang="en-US" b="1" u="sng" dirty="0" err="1"/>
              <a:t>Định</a:t>
            </a:r>
            <a:r>
              <a:rPr lang="en-US" b="1" u="sng" dirty="0"/>
              <a:t> </a:t>
            </a:r>
            <a:r>
              <a:rPr lang="en-US" b="1" u="sng" dirty="0" err="1"/>
              <a:t>lý</a:t>
            </a:r>
            <a:r>
              <a:rPr lang="en-US" b="1" u="sng" dirty="0"/>
              <a:t> (</a:t>
            </a:r>
            <a:r>
              <a:rPr lang="en-US" b="1" u="sng" dirty="0" err="1"/>
              <a:t>Thm</a:t>
            </a:r>
            <a:r>
              <a:rPr lang="en-US" b="1" u="sng" dirty="0"/>
              <a:t>)</a:t>
            </a:r>
            <a:r>
              <a:rPr lang="en-US" dirty="0"/>
              <a:t>:   </a:t>
            </a:r>
            <a:r>
              <a:rPr lang="en-US" dirty="0" err="1"/>
              <a:t>Nếu</a:t>
            </a:r>
            <a:r>
              <a:rPr lang="en-US" dirty="0"/>
              <a:t>  I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MAC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H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baseline="30000" dirty="0" err="1"/>
              <a:t>big</a:t>
            </a:r>
            <a:r>
              <a:rPr lang="en-US" dirty="0"/>
              <a:t>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 MAC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dirty="0"/>
              <a:t>Example:      S(</a:t>
            </a:r>
            <a:r>
              <a:rPr lang="en-US" dirty="0" err="1"/>
              <a:t>k,m</a:t>
            </a:r>
            <a:r>
              <a:rPr lang="en-US" dirty="0"/>
              <a:t>) = AES</a:t>
            </a:r>
            <a:r>
              <a:rPr lang="en-US" baseline="-25000" dirty="0"/>
              <a:t>2-block-cbc</a:t>
            </a:r>
            <a:r>
              <a:rPr lang="en-US" dirty="0"/>
              <a:t>(k,  SHA-256(m))   is a secure MAC.</a:t>
            </a:r>
          </a:p>
        </p:txBody>
      </p:sp>
    </p:spTree>
    <p:extLst>
      <p:ext uri="{BB962C8B-B14F-4D97-AF65-F5344CB8AC3E}">
        <p14:creationId xmlns:p14="http://schemas.microsoft.com/office/powerpoint/2010/main" val="22253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MACs from Collision 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địch</a:t>
            </a:r>
            <a:r>
              <a:rPr lang="en-US" dirty="0"/>
              <a:t> (adversary)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 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  </a:t>
            </a:r>
            <a:r>
              <a:rPr lang="en-US" dirty="0" err="1">
                <a:sym typeface="Symbol" charset="0"/>
              </a:rPr>
              <a:t>sao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cho</a:t>
            </a:r>
            <a:r>
              <a:rPr lang="en-US" dirty="0">
                <a:sym typeface="Symbol" charset="0"/>
              </a:rPr>
              <a:t> H(m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) = H(m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). Do </a:t>
            </a:r>
            <a:r>
              <a:rPr lang="en-US" dirty="0" err="1">
                <a:sym typeface="Symbol" charset="0"/>
              </a:rPr>
              <a:t>đó</a:t>
            </a:r>
            <a:r>
              <a:rPr lang="en-US" dirty="0">
                <a:sym typeface="Symbol" charset="0"/>
              </a:rPr>
              <a:t>:   </a:t>
            </a:r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b="1" baseline="30000" dirty="0" err="1">
                <a:solidFill>
                  <a:srgbClr val="FF0000"/>
                </a:solidFill>
              </a:rPr>
              <a:t>big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1-chosen msg attack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>
                <a:sym typeface="Symbol" charset="0"/>
              </a:rPr>
              <a:t>		step 1:  adversary asks for  t ⟵S(k, 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Symbol" charset="0"/>
              </a:rPr>
              <a:t>		step 2:   output   (m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 , t)   as forgery (</a:t>
            </a:r>
            <a:r>
              <a:rPr lang="en-US" dirty="0" err="1">
                <a:sym typeface="Symbol" charset="0"/>
              </a:rPr>
              <a:t>giả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mạo</a:t>
            </a:r>
            <a:r>
              <a:rPr lang="en-US" dirty="0">
                <a:sym typeface="Symbol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4432301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80000"/>
              </a:spcBef>
              <a:buFontTx/>
              <a:buNone/>
            </a:pPr>
            <a:r>
              <a:rPr lang="en-US" sz="2400" dirty="0"/>
              <a:t>	</a:t>
            </a:r>
            <a:r>
              <a:rPr lang="en-US" sz="2400" b="1" dirty="0" err="1">
                <a:solidFill>
                  <a:srgbClr val="FF0000"/>
                </a:solidFill>
              </a:rPr>
              <a:t>S</a:t>
            </a:r>
            <a:r>
              <a:rPr lang="en-US" sz="2400" b="1" baseline="30000" dirty="0" err="1">
                <a:solidFill>
                  <a:srgbClr val="FF0000"/>
                </a:solidFill>
              </a:rPr>
              <a:t>big</a:t>
            </a:r>
            <a:r>
              <a:rPr lang="en-US" sz="2400" b="1" dirty="0">
                <a:solidFill>
                  <a:srgbClr val="FF0000"/>
                </a:solidFill>
              </a:rPr>
              <a:t>(k, m) = S(k, H(m))    ;     </a:t>
            </a:r>
            <a:r>
              <a:rPr lang="en-US" sz="2400" b="1" dirty="0" err="1">
                <a:solidFill>
                  <a:srgbClr val="FF0000"/>
                </a:solidFill>
              </a:rPr>
              <a:t>V</a:t>
            </a:r>
            <a:r>
              <a:rPr lang="en-US" sz="2400" b="1" baseline="30000" dirty="0" err="1">
                <a:solidFill>
                  <a:srgbClr val="FF0000"/>
                </a:solidFill>
              </a:rPr>
              <a:t>big</a:t>
            </a:r>
            <a:r>
              <a:rPr lang="en-US" sz="2400" b="1" dirty="0">
                <a:solidFill>
                  <a:srgbClr val="FF0000"/>
                </a:solidFill>
              </a:rPr>
              <a:t>(k, m, t) = V(k, H(m), t)</a:t>
            </a:r>
          </a:p>
        </p:txBody>
      </p:sp>
    </p:spTree>
    <p:extLst>
      <p:ext uri="{BB962C8B-B14F-4D97-AF65-F5344CB8AC3E}">
        <p14:creationId xmlns:p14="http://schemas.microsoft.com/office/powerpoint/2010/main" val="10289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Protecting file integrity using C.R. hash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42095" y="650401"/>
            <a:ext cx="8674100" cy="5303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Khi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hay </a:t>
            </a:r>
            <a:r>
              <a:rPr lang="en-US" dirty="0" err="1"/>
              <a:t>không</a:t>
            </a:r>
            <a:endParaRPr lang="en-US" dirty="0"/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H collision resistant   ⇒ attacker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(cannot modify package without detection)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no key needed (public verifiability),   but requires read-only space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1215A2-A20A-81F5-79AB-C945A9DFAABF}"/>
              </a:ext>
            </a:extLst>
          </p:cNvPr>
          <p:cNvGrpSpPr/>
          <p:nvPr/>
        </p:nvGrpSpPr>
        <p:grpSpPr>
          <a:xfrm>
            <a:off x="215105" y="4150199"/>
            <a:ext cx="8686800" cy="2057400"/>
            <a:chOff x="304800" y="1676400"/>
            <a:chExt cx="8686800" cy="2057400"/>
          </a:xfrm>
        </p:grpSpPr>
        <p:sp>
          <p:nvSpPr>
            <p:cNvPr id="5" name="Rectangle 4"/>
            <p:cNvSpPr/>
            <p:nvPr/>
          </p:nvSpPr>
          <p:spPr>
            <a:xfrm>
              <a:off x="609600" y="2362200"/>
              <a:ext cx="1447800" cy="990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F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38400" y="2362200"/>
              <a:ext cx="1447800" cy="990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F</a:t>
              </a:r>
              <a:r>
                <a:rPr lang="en-US" sz="2400" baseline="-25000" dirty="0"/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48200" y="2362200"/>
              <a:ext cx="1447800" cy="9906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F</a:t>
              </a:r>
              <a:r>
                <a:rPr lang="en-US" sz="2400" baseline="-25000" dirty="0" err="1"/>
                <a:t>n</a:t>
              </a:r>
              <a:endParaRPr lang="en-US" sz="2400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14801" y="2514600"/>
              <a:ext cx="62388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⋯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4201" y="2286000"/>
              <a:ext cx="1536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package name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6934200" y="1676400"/>
              <a:ext cx="2057400" cy="2057400"/>
              <a:chOff x="6934200" y="1047750"/>
              <a:chExt cx="2057400" cy="205740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6934200" y="1047750"/>
                <a:ext cx="2057400" cy="2057400"/>
              </a:xfrm>
              <a:prstGeom prst="roundRect">
                <a:avLst/>
              </a:prstGeom>
              <a:solidFill>
                <a:srgbClr val="00CC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b="1" dirty="0">
                    <a:solidFill>
                      <a:srgbClr val="000090"/>
                    </a:solidFill>
                  </a:rPr>
                  <a:t>read-only</a:t>
                </a:r>
                <a:br>
                  <a:rPr lang="en-US" sz="2400" b="1" dirty="0">
                    <a:solidFill>
                      <a:srgbClr val="000090"/>
                    </a:solidFill>
                  </a:rPr>
                </a:br>
                <a:r>
                  <a:rPr lang="en-US" sz="2400" b="1" dirty="0">
                    <a:solidFill>
                      <a:srgbClr val="000090"/>
                    </a:solidFill>
                  </a:rPr>
                  <a:t>public space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239000" y="2190750"/>
                <a:ext cx="7045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H(F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)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210885" y="2038350"/>
                <a:ext cx="7045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H(F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924800" y="2571750"/>
                <a:ext cx="707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H(</a:t>
                </a:r>
                <a:r>
                  <a:rPr lang="en-US" sz="2000" dirty="0" err="1"/>
                  <a:t>F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)</a:t>
                </a: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304800" y="1676401"/>
              <a:ext cx="26026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Software packages: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25990" y="2286000"/>
              <a:ext cx="1536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package name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35790" y="2286000"/>
              <a:ext cx="1536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package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655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attack on C.R.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 H: M </a:t>
            </a:r>
            <a:r>
              <a:rPr lang="en-US" dirty="0">
                <a:sym typeface="Symbol" charset="0"/>
              </a:rPr>
              <a:t> {0,1}</a:t>
            </a:r>
            <a:r>
              <a:rPr lang="en-US" baseline="30000" dirty="0">
                <a:sym typeface="Symbol" charset="0"/>
              </a:rPr>
              <a:t>n</a:t>
            </a:r>
            <a:r>
              <a:rPr lang="en-US" dirty="0">
                <a:sym typeface="Symbol" charset="0"/>
              </a:rPr>
              <a:t>  </a:t>
            </a:r>
            <a:r>
              <a:rPr lang="en-US" dirty="0" err="1">
                <a:sym typeface="Symbol" charset="0"/>
              </a:rPr>
              <a:t>là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một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hàm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băm</a:t>
            </a:r>
            <a:r>
              <a:rPr lang="en-US" dirty="0">
                <a:sym typeface="Symbol" charset="0"/>
              </a:rPr>
              <a:t> ( |M| &gt;&gt; 2</a:t>
            </a:r>
            <a:r>
              <a:rPr lang="en-US" baseline="30000" dirty="0">
                <a:sym typeface="Symbol" charset="0"/>
              </a:rPr>
              <a:t>n  </a:t>
            </a:r>
            <a:r>
              <a:rPr lang="en-US" dirty="0">
                <a:sym typeface="Symbol" charset="0"/>
              </a:rPr>
              <a:t>)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dirty="0">
                <a:sym typeface="Symbol" charset="0"/>
              </a:rPr>
              <a:t>Generic alg. </a:t>
            </a:r>
            <a:r>
              <a:rPr lang="en-US" dirty="0" err="1">
                <a:sym typeface="Symbol" charset="0"/>
              </a:rPr>
              <a:t>tìm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va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chạm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trong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thời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gian</a:t>
            </a:r>
            <a:r>
              <a:rPr lang="en-US" dirty="0">
                <a:sym typeface="Symbol" charset="0"/>
              </a:rPr>
              <a:t> (</a:t>
            </a:r>
            <a:r>
              <a:rPr lang="en-US" b="1" dirty="0">
                <a:sym typeface="Symbol" charset="0"/>
              </a:rPr>
              <a:t>in time)   O(2</a:t>
            </a:r>
            <a:r>
              <a:rPr lang="en-US" b="1" baseline="30000" dirty="0">
                <a:sym typeface="Symbol" charset="0"/>
              </a:rPr>
              <a:t>n/2</a:t>
            </a:r>
            <a:r>
              <a:rPr lang="en-US" b="1" dirty="0">
                <a:sym typeface="Symbol" charset="0"/>
              </a:rPr>
              <a:t>)   </a:t>
            </a:r>
            <a:r>
              <a:rPr lang="en-US" dirty="0">
                <a:sym typeface="Symbol" charset="0"/>
              </a:rPr>
              <a:t>hashes</a:t>
            </a:r>
            <a:endParaRPr lang="en-US" baseline="30000" dirty="0">
              <a:sym typeface="Symbol" charset="0"/>
            </a:endParaRPr>
          </a:p>
          <a:p>
            <a:pPr marL="0" indent="0">
              <a:spcBef>
                <a:spcPts val="2376"/>
              </a:spcBef>
              <a:buNone/>
            </a:pPr>
            <a:r>
              <a:rPr lang="en-US" dirty="0">
                <a:sym typeface="Symbol" charset="0"/>
              </a:rPr>
              <a:t>Algorithm:</a:t>
            </a:r>
          </a:p>
          <a:p>
            <a:pPr marL="457200" indent="-457200">
              <a:buAutoNum type="arabicPeriod"/>
            </a:pPr>
            <a:r>
              <a:rPr lang="en-US" dirty="0" err="1">
                <a:sym typeface="Symbol" charset="0"/>
              </a:rPr>
              <a:t>Chọn</a:t>
            </a:r>
            <a:r>
              <a:rPr lang="en-US" dirty="0">
                <a:sym typeface="Symbol" charset="0"/>
              </a:rPr>
              <a:t> </a:t>
            </a:r>
            <a:r>
              <a:rPr lang="en-US" b="1" dirty="0">
                <a:sym typeface="Symbol" charset="0"/>
              </a:rPr>
              <a:t>2</a:t>
            </a:r>
            <a:r>
              <a:rPr lang="en-US" b="1" baseline="30000" dirty="0">
                <a:sym typeface="Symbol" charset="0"/>
              </a:rPr>
              <a:t>n/2  </a:t>
            </a:r>
            <a:r>
              <a:rPr lang="en-US" dirty="0" err="1">
                <a:sym typeface="Symbol" charset="0"/>
              </a:rPr>
              <a:t>bản</a:t>
            </a:r>
            <a:r>
              <a:rPr lang="en-US" dirty="0">
                <a:sym typeface="Symbol" charset="0"/>
              </a:rPr>
              <a:t> tin </a:t>
            </a:r>
            <a:r>
              <a:rPr lang="en-US" dirty="0" err="1">
                <a:sym typeface="Symbol" charset="0"/>
              </a:rPr>
              <a:t>ngẫu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nhiên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trong</a:t>
            </a:r>
            <a:r>
              <a:rPr lang="en-US" dirty="0">
                <a:sym typeface="Symbol" charset="0"/>
              </a:rPr>
              <a:t> M:     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, …, m</a:t>
            </a:r>
            <a:r>
              <a:rPr lang="en-US" baseline="-25000" dirty="0">
                <a:sym typeface="Symbol" charset="0"/>
              </a:rPr>
              <a:t>2</a:t>
            </a:r>
            <a:r>
              <a:rPr lang="en-US" baseline="9000" dirty="0">
                <a:sym typeface="Symbol" charset="0"/>
              </a:rPr>
              <a:t>n/</a:t>
            </a:r>
            <a:r>
              <a:rPr lang="en-US" sz="1800" baseline="9000" dirty="0">
                <a:sym typeface="Symbol" charset="0"/>
              </a:rPr>
              <a:t>2      </a:t>
            </a:r>
            <a:r>
              <a:rPr lang="en-US" sz="1800" dirty="0">
                <a:sym typeface="Symbol" charset="0"/>
              </a:rPr>
              <a:t> (distinct </a:t>
            </a:r>
            <a:r>
              <a:rPr lang="en-US" sz="1800" dirty="0" err="1">
                <a:sym typeface="Symbol" charset="0"/>
              </a:rPr>
              <a:t>w.h.p</a:t>
            </a:r>
            <a:r>
              <a:rPr lang="en-US" sz="1800" dirty="0">
                <a:sym typeface="Symbol" charset="0"/>
              </a:rPr>
              <a:t> )</a:t>
            </a:r>
            <a:endParaRPr lang="en-US" baseline="9000" dirty="0">
              <a:sym typeface="Symbol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sym typeface="Symbol" charset="0"/>
              </a:rPr>
              <a:t>For </a:t>
            </a:r>
            <a:r>
              <a:rPr lang="en-US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1, …,  2</a:t>
            </a:r>
            <a:r>
              <a:rPr lang="en-US" baseline="30000" dirty="0">
                <a:sym typeface="Symbol" charset="0"/>
              </a:rPr>
              <a:t>n/2  </a:t>
            </a:r>
            <a:r>
              <a:rPr lang="en-US" dirty="0" err="1">
                <a:sym typeface="Symbol" charset="0"/>
              </a:rPr>
              <a:t>tính</a:t>
            </a:r>
            <a:r>
              <a:rPr lang="en-US" dirty="0">
                <a:sym typeface="Symbol" charset="0"/>
              </a:rPr>
              <a:t>    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H(m</a:t>
            </a:r>
            <a:r>
              <a:rPr lang="en-US" baseline="-25000" dirty="0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)    </a:t>
            </a:r>
            <a:r>
              <a:rPr lang="en-US" sz="2000" dirty="0">
                <a:sym typeface="Symbol" charset="0"/>
              </a:rPr>
              <a:t>∈{0,1}</a:t>
            </a:r>
            <a:r>
              <a:rPr lang="en-US" sz="2000" baseline="30000" dirty="0">
                <a:sym typeface="Symbol" charset="0"/>
              </a:rPr>
              <a:t>n</a:t>
            </a:r>
            <a:r>
              <a:rPr lang="en-US" sz="2000" dirty="0">
                <a:sym typeface="Symbol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dirty="0" err="1">
                <a:sym typeface="Symbol" charset="0"/>
              </a:rPr>
              <a:t>Tìm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kiếm</a:t>
            </a:r>
            <a:r>
              <a:rPr lang="en-US" dirty="0">
                <a:sym typeface="Symbol" charset="0"/>
              </a:rPr>
              <a:t> 1 </a:t>
            </a:r>
            <a:r>
              <a:rPr lang="en-US" dirty="0" err="1">
                <a:sym typeface="Symbol" charset="0"/>
              </a:rPr>
              <a:t>va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chạm</a:t>
            </a:r>
            <a:r>
              <a:rPr lang="en-US" dirty="0">
                <a:sym typeface="Symbol" charset="0"/>
              </a:rPr>
              <a:t>  (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j</a:t>
            </a:r>
            <a:r>
              <a:rPr lang="en-US" dirty="0">
                <a:sym typeface="Symbol" charset="0"/>
              </a:rPr>
              <a:t>). </a:t>
            </a:r>
            <a:r>
              <a:rPr lang="en-US" dirty="0" err="1">
                <a:sym typeface="Symbol" charset="0"/>
              </a:rPr>
              <a:t>Nếu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không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tìm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thấy</a:t>
            </a:r>
            <a:r>
              <a:rPr lang="en-US" dirty="0">
                <a:sym typeface="Symbol" charset="0"/>
              </a:rPr>
              <a:t>, </a:t>
            </a:r>
            <a:r>
              <a:rPr lang="en-US" dirty="0" err="1">
                <a:sym typeface="Symbol" charset="0"/>
              </a:rPr>
              <a:t>lặp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lại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bước</a:t>
            </a:r>
            <a:r>
              <a:rPr lang="en-US" dirty="0">
                <a:sym typeface="Symbol" charset="0"/>
              </a:rPr>
              <a:t> 1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dirty="0">
                <a:sym typeface="Symbol" charset="0"/>
              </a:rPr>
              <a:t>How well will this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3276600"/>
            <a:ext cx="8686800" cy="2057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8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/>
              <a:t>Nguyên</a:t>
            </a:r>
            <a:r>
              <a:rPr lang="en-US" sz="3600" dirty="0"/>
              <a:t> </a:t>
            </a:r>
            <a:r>
              <a:rPr lang="en-US" sz="3600" dirty="0" err="1"/>
              <a:t>lý</a:t>
            </a:r>
            <a:r>
              <a:rPr lang="en-US" sz="3600" dirty="0"/>
              <a:t> </a:t>
            </a:r>
            <a:r>
              <a:rPr lang="en-US" sz="3600" dirty="0" err="1"/>
              <a:t>ngày</a:t>
            </a:r>
            <a:r>
              <a:rPr lang="en-US" sz="3600" dirty="0"/>
              <a:t> </a:t>
            </a:r>
            <a:r>
              <a:rPr lang="en-US" sz="3600" dirty="0" err="1"/>
              <a:t>sinh</a:t>
            </a:r>
            <a:r>
              <a:rPr lang="en-US" sz="3600" dirty="0"/>
              <a:t> </a:t>
            </a:r>
            <a:r>
              <a:rPr lang="en-US" sz="3600" dirty="0" err="1"/>
              <a:t>nhật</a:t>
            </a:r>
            <a:r>
              <a:rPr lang="en-US" sz="3600" dirty="0"/>
              <a:t> (The birthday paradox)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Cho   r</a:t>
                </a:r>
                <a:r>
                  <a:rPr lang="en-US" baseline="-25000" dirty="0"/>
                  <a:t>1</a:t>
                </a:r>
                <a:r>
                  <a:rPr lang="en-US" dirty="0"/>
                  <a:t>, …,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n</a:t>
                </a:r>
                <a:r>
                  <a:rPr lang="en-US" dirty="0"/>
                  <a:t> ∈ {1,…,B}  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nguyên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bố</a:t>
                </a:r>
                <a:r>
                  <a:rPr lang="en-US" dirty="0"/>
                  <a:t> </a:t>
                </a:r>
                <a:r>
                  <a:rPr lang="en-US" dirty="0" err="1"/>
                  <a:t>độc</a:t>
                </a:r>
                <a:r>
                  <a:rPr lang="en-US" dirty="0"/>
                  <a:t> </a:t>
                </a:r>
                <a:r>
                  <a:rPr lang="en-US" dirty="0" err="1"/>
                  <a:t>lập</a:t>
                </a:r>
                <a:r>
                  <a:rPr lang="en-US" dirty="0"/>
                  <a:t>  (</a:t>
                </a:r>
                <a:r>
                  <a:rPr lang="en-US" dirty="0" err="1"/>
                  <a:t>indep</a:t>
                </a:r>
                <a:r>
                  <a:rPr lang="en-US" dirty="0"/>
                  <a:t>. identically distributed integers). </a:t>
                </a:r>
              </a:p>
              <a:p>
                <a:pPr marL="0" indent="0">
                  <a:spcBef>
                    <a:spcPts val="1824"/>
                  </a:spcBef>
                  <a:buNone/>
                </a:pPr>
                <a:r>
                  <a:rPr lang="en-US" b="1" u="sng" dirty="0" err="1"/>
                  <a:t>Thm</a:t>
                </a:r>
                <a:r>
                  <a:rPr lang="en-US" dirty="0"/>
                  <a:t>:   </a:t>
                </a:r>
                <a:r>
                  <a:rPr lang="en-US" dirty="0" err="1"/>
                  <a:t>khi</a:t>
                </a:r>
                <a:r>
                  <a:rPr lang="en-US" dirty="0"/>
                  <a:t>  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= 1.2 × </a:t>
                </a:r>
                <a:r>
                  <a:rPr lang="en-US" b="1" dirty="0">
                    <a:solidFill>
                      <a:srgbClr val="FF0000"/>
                    </a:solidFill>
                  </a:rPr>
                  <a:t>B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1/2</a:t>
                </a:r>
                <a:r>
                  <a:rPr lang="en-US" baseline="30000" dirty="0"/>
                  <a:t> </a:t>
                </a:r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  </a:t>
                </a:r>
                <a:r>
                  <a:rPr lang="en-US" dirty="0" err="1"/>
                  <a:t>Pr</a:t>
                </a:r>
                <a:r>
                  <a:rPr lang="en-US" sz="3200" dirty="0"/>
                  <a:t>[</a:t>
                </a:r>
                <a:r>
                  <a:rPr lang="en-US" dirty="0"/>
                  <a:t> ∃</a:t>
                </a:r>
                <a:r>
                  <a:rPr lang="en-US" dirty="0" err="1"/>
                  <a:t>i≠j</a:t>
                </a:r>
                <a:r>
                  <a:rPr lang="en-US" dirty="0"/>
                  <a:t>:  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i</a:t>
                </a:r>
                <a:r>
                  <a:rPr lang="en-US" dirty="0"/>
                  <a:t> =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j</a:t>
                </a:r>
                <a:r>
                  <a:rPr lang="en-US" dirty="0"/>
                  <a:t> </a:t>
                </a:r>
                <a:r>
                  <a:rPr lang="en-US" sz="3200" dirty="0"/>
                  <a:t>] </a:t>
                </a:r>
                <a:r>
                  <a:rPr lang="en-US" dirty="0"/>
                  <a:t>≥  ½ </a:t>
                </a:r>
                <a:endParaRPr lang="en-US" baseline="-25000" dirty="0"/>
              </a:p>
              <a:p>
                <a:pPr marL="0" indent="0">
                  <a:buNone/>
                </a:pPr>
                <a:r>
                  <a:rPr lang="en-US" dirty="0"/>
                  <a:t>Proof:   (for </a:t>
                </a:r>
                <a:r>
                  <a:rPr lang="en-US" u="sng" dirty="0"/>
                  <a:t>uniform</a:t>
                </a:r>
                <a:r>
                  <a:rPr lang="en-US" dirty="0"/>
                  <a:t> </a:t>
                </a:r>
                <a:r>
                  <a:rPr lang="en-US" dirty="0" err="1"/>
                  <a:t>indep</a:t>
                </a:r>
                <a:r>
                  <a:rPr lang="en-US" dirty="0"/>
                  <a:t>. r</a:t>
                </a:r>
                <a:r>
                  <a:rPr lang="en-US" baseline="-25000" dirty="0"/>
                  <a:t>1</a:t>
                </a:r>
                <a:r>
                  <a:rPr lang="en-US" dirty="0"/>
                  <a:t>, …,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n</a:t>
                </a:r>
                <a:r>
                  <a:rPr lang="en-US" dirty="0"/>
                  <a:t> 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m:rPr>
                        <m:sty m:val="p"/>
                      </m:rP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= 1-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∃ 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=1 −(</m:t>
                    </m:r>
                    <m:f>
                      <m:f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…</a:t>
                </a:r>
                <a:r>
                  <a:rPr lang="vi-V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den>
                        </m:f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=1 − </m:t>
                    </m:r>
                    <m:nary>
                      <m:naryPr>
                        <m:chr m:val="∏"/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den>
                        </m:f>
                      </m:e>
                    </m:nary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)≥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 </m:t>
                    </m:r>
                    <m:nary>
                      <m:naryPr>
                        <m:chr m:val="∏"/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e>
                    </m:nary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vi-V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nary>
                              <m:naryPr>
                                <m:chr m:val="∑"/>
                                <m:ctrlPr>
                                  <a:rPr lang="vi-V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</m:nary>
                          </m:den>
                        </m:f>
                      </m:sup>
                    </m:sSup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vi-V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sup>
                    </m:sSup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 &gt;1/2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(where, </a:t>
                </a:r>
                <a14:m>
                  <m:oMath xmlns:m="http://schemas.openxmlformats.org/officeDocument/2006/math"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vi-VN" i="1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vi-V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vi-V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5409" t="-2392" r="-102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5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938"/>
          <a:stretch/>
        </p:blipFill>
        <p:spPr>
          <a:xfrm>
            <a:off x="393700" y="914752"/>
            <a:ext cx="8216900" cy="4647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990601"/>
            <a:ext cx="921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B=10</a:t>
            </a:r>
            <a:r>
              <a:rPr lang="en-US" sz="2400" baseline="30000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1" y="5562600"/>
            <a:ext cx="1342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samples  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447800" y="3276600"/>
            <a:ext cx="1600200" cy="1981200"/>
            <a:chOff x="1447800" y="2419350"/>
            <a:chExt cx="1600200" cy="19812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447800" y="2444750"/>
              <a:ext cx="16002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048000" y="2419350"/>
              <a:ext cx="0" cy="1981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447800" y="3657600"/>
            <a:ext cx="1371600" cy="1600200"/>
            <a:chOff x="1447800" y="2800350"/>
            <a:chExt cx="1371600" cy="1600200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2781300" y="2800350"/>
              <a:ext cx="0" cy="1600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1447800" y="2800350"/>
              <a:ext cx="13716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1714500"/>
            <a:ext cx="2895600" cy="3543300"/>
            <a:chOff x="1447800" y="857250"/>
            <a:chExt cx="2895600" cy="35433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1447800" y="857250"/>
              <a:ext cx="28956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343400" y="895350"/>
              <a:ext cx="0" cy="3505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90CA27-609D-D452-3866-F4394EBA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48E7-A5F2-744E-DA40-F3A28DA7D7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634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H: M </a:t>
            </a:r>
            <a:r>
              <a:rPr lang="en-US" dirty="0">
                <a:sym typeface="Symbol" charset="0"/>
              </a:rPr>
              <a:t> {0,1}</a:t>
            </a:r>
            <a:r>
              <a:rPr lang="en-US" baseline="30000" dirty="0">
                <a:sym typeface="Symbol" charset="0"/>
              </a:rPr>
              <a:t>n</a:t>
            </a:r>
            <a:r>
              <a:rPr lang="en-US" dirty="0">
                <a:sym typeface="Symbol" charset="0"/>
              </a:rPr>
              <a:t>  .      Collision finding algorithm:</a:t>
            </a:r>
          </a:p>
          <a:p>
            <a:pPr marL="457200" indent="-457200">
              <a:buAutoNum type="arabicPeriod"/>
            </a:pPr>
            <a:r>
              <a:rPr lang="en-US" dirty="0">
                <a:sym typeface="Symbol" charset="0"/>
              </a:rPr>
              <a:t>Choose </a:t>
            </a:r>
            <a:r>
              <a:rPr lang="en-US" b="1" dirty="0">
                <a:sym typeface="Symbol" charset="0"/>
              </a:rPr>
              <a:t>2</a:t>
            </a:r>
            <a:r>
              <a:rPr lang="en-US" b="1" baseline="30000" dirty="0">
                <a:sym typeface="Symbol" charset="0"/>
              </a:rPr>
              <a:t>n/2  </a:t>
            </a:r>
            <a:r>
              <a:rPr lang="en-US" dirty="0">
                <a:sym typeface="Symbol" charset="0"/>
              </a:rPr>
              <a:t>random elements in M:     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, …, m</a:t>
            </a:r>
            <a:r>
              <a:rPr lang="en-US" baseline="-25000" dirty="0">
                <a:sym typeface="Symbol" charset="0"/>
              </a:rPr>
              <a:t>2</a:t>
            </a:r>
            <a:r>
              <a:rPr lang="en-US" baseline="9000" dirty="0">
                <a:sym typeface="Symbol" charset="0"/>
              </a:rPr>
              <a:t>n/2</a:t>
            </a:r>
          </a:p>
          <a:p>
            <a:pPr marL="457200" indent="-457200">
              <a:buAutoNum type="arabicPeriod"/>
            </a:pPr>
            <a:r>
              <a:rPr lang="en-US" dirty="0">
                <a:sym typeface="Symbol" charset="0"/>
              </a:rPr>
              <a:t>For </a:t>
            </a:r>
            <a:r>
              <a:rPr lang="en-US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1, …,  2</a:t>
            </a:r>
            <a:r>
              <a:rPr lang="en-US" baseline="30000" dirty="0">
                <a:sym typeface="Symbol" charset="0"/>
              </a:rPr>
              <a:t>n/2  </a:t>
            </a:r>
            <a:r>
              <a:rPr lang="en-US" dirty="0">
                <a:sym typeface="Symbol" charset="0"/>
              </a:rPr>
              <a:t>compute    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H(m</a:t>
            </a:r>
            <a:r>
              <a:rPr lang="en-US" baseline="-25000" dirty="0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)    ∈{0,1}</a:t>
            </a:r>
            <a:r>
              <a:rPr lang="en-US" baseline="30000" dirty="0">
                <a:sym typeface="Symbol" charset="0"/>
              </a:rPr>
              <a:t>n</a:t>
            </a:r>
            <a:r>
              <a:rPr lang="en-US" dirty="0">
                <a:sym typeface="Symbol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dirty="0">
                <a:sym typeface="Symbol" charset="0"/>
              </a:rPr>
              <a:t>Look for a collision  (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i</a:t>
            </a:r>
            <a:r>
              <a:rPr lang="en-US" dirty="0">
                <a:sym typeface="Symbol" charset="0"/>
              </a:rPr>
              <a:t> = </a:t>
            </a:r>
            <a:r>
              <a:rPr lang="en-US" dirty="0" err="1">
                <a:sym typeface="Symbol" charset="0"/>
              </a:rPr>
              <a:t>t</a:t>
            </a:r>
            <a:r>
              <a:rPr lang="en-US" baseline="-25000" dirty="0" err="1">
                <a:sym typeface="Symbol" charset="0"/>
              </a:rPr>
              <a:t>j</a:t>
            </a:r>
            <a:r>
              <a:rPr lang="en-US" dirty="0">
                <a:sym typeface="Symbol" charset="0"/>
              </a:rPr>
              <a:t>).    If not found, got back to step 1.</a:t>
            </a:r>
          </a:p>
          <a:p>
            <a:pPr marL="0" indent="0">
              <a:buNone/>
            </a:pPr>
            <a:endParaRPr lang="en-US" dirty="0">
              <a:sym typeface="Symbol" charset="0"/>
            </a:endParaRPr>
          </a:p>
          <a:p>
            <a:pPr marL="0" indent="0">
              <a:buNone/>
            </a:pPr>
            <a:r>
              <a:rPr lang="en-US" dirty="0">
                <a:sym typeface="Symbol" charset="0"/>
              </a:rPr>
              <a:t>Expected number of iteration ≈   2</a:t>
            </a:r>
          </a:p>
          <a:p>
            <a:pPr marL="0" indent="0">
              <a:buNone/>
            </a:pPr>
            <a:endParaRPr lang="en-US" dirty="0">
              <a:sym typeface="Symbol" charset="0"/>
            </a:endParaRPr>
          </a:p>
          <a:p>
            <a:pPr marL="0" indent="0">
              <a:buNone/>
            </a:pPr>
            <a:r>
              <a:rPr lang="en-US" dirty="0">
                <a:sym typeface="Symbol" charset="0"/>
              </a:rPr>
              <a:t>Running time:  </a:t>
            </a:r>
            <a:r>
              <a:rPr lang="en-US" b="1" dirty="0">
                <a:sym typeface="Symbol" charset="0"/>
              </a:rPr>
              <a:t>O(2</a:t>
            </a:r>
            <a:r>
              <a:rPr lang="en-US" b="1" baseline="30000" dirty="0">
                <a:sym typeface="Symbol" charset="0"/>
              </a:rPr>
              <a:t>n/2</a:t>
            </a:r>
            <a:r>
              <a:rPr lang="en-US" b="1" dirty="0">
                <a:sym typeface="Symbol" charset="0"/>
              </a:rPr>
              <a:t>)         </a:t>
            </a:r>
            <a:r>
              <a:rPr lang="en-US" dirty="0">
                <a:sym typeface="Symbol" charset="0"/>
              </a:rPr>
              <a:t>(space  O(2</a:t>
            </a:r>
            <a:r>
              <a:rPr lang="en-US" baseline="30000" dirty="0">
                <a:sym typeface="Symbol" charset="0"/>
              </a:rPr>
              <a:t>n/2</a:t>
            </a:r>
            <a:r>
              <a:rPr lang="en-US" dirty="0">
                <a:sym typeface="Symbol" charset="0"/>
              </a:rPr>
              <a:t>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93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C.R. hash functions:	</a:t>
            </a:r>
            <a:r>
              <a:rPr lang="en-US" sz="1600" dirty="0"/>
              <a:t>Crypto++  5.6.0      [ Wei Dai ]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  <a:tabLst>
                <a:tab pos="742950" algn="l"/>
                <a:tab pos="2628900" algn="l"/>
                <a:tab pos="2857500" algn="l"/>
                <a:tab pos="4349750" algn="l"/>
              </a:tabLst>
            </a:pPr>
            <a:r>
              <a:rPr lang="en-US" sz="2000" dirty="0"/>
              <a:t>AMD Opteron,   2.2 GHz     </a:t>
            </a:r>
            <a:r>
              <a:rPr lang="en-US" sz="1600" dirty="0"/>
              <a:t>( Linux)</a:t>
            </a:r>
          </a:p>
          <a:p>
            <a:pPr marL="0" indent="0">
              <a:spcBef>
                <a:spcPts val="1680"/>
              </a:spcBef>
              <a:buNone/>
              <a:tabLst>
                <a:tab pos="742950" algn="l"/>
                <a:tab pos="2628900" algn="l"/>
                <a:tab pos="2857500" algn="l"/>
                <a:tab pos="4349750" algn="l"/>
              </a:tabLst>
            </a:pPr>
            <a:r>
              <a:rPr lang="en-US" sz="1600" dirty="0"/>
              <a:t>			   </a:t>
            </a:r>
            <a:r>
              <a:rPr lang="en-US" dirty="0"/>
              <a:t>digest</a:t>
            </a:r>
            <a:r>
              <a:rPr lang="en-US" sz="1600" dirty="0"/>
              <a:t>					   </a:t>
            </a:r>
            <a:r>
              <a:rPr lang="en-US" sz="2000" dirty="0"/>
              <a:t>generic</a:t>
            </a:r>
          </a:p>
          <a:p>
            <a:pPr marL="0" indent="0">
              <a:spcBef>
                <a:spcPts val="0"/>
              </a:spcBef>
              <a:buNone/>
              <a:tabLst>
                <a:tab pos="1143000" algn="l"/>
                <a:tab pos="2857500" algn="l"/>
                <a:tab pos="3149600" algn="l"/>
                <a:tab pos="4864100" algn="l"/>
                <a:tab pos="5715000" algn="l"/>
              </a:tabLst>
            </a:pPr>
            <a:r>
              <a:rPr lang="en-US" sz="2000" dirty="0"/>
              <a:t>	</a:t>
            </a:r>
            <a:r>
              <a:rPr lang="en-US" u="sng" dirty="0"/>
              <a:t>function</a:t>
            </a:r>
            <a:r>
              <a:rPr lang="en-US" dirty="0"/>
              <a:t>	</a:t>
            </a:r>
            <a:r>
              <a:rPr lang="en-US" u="sng" dirty="0"/>
              <a:t>size (bits)</a:t>
            </a:r>
            <a:r>
              <a:rPr lang="en-US" dirty="0"/>
              <a:t>	</a:t>
            </a:r>
            <a:r>
              <a:rPr lang="en-US" u="sng" dirty="0"/>
              <a:t>Speed  </a:t>
            </a:r>
            <a:r>
              <a:rPr lang="en-US" sz="2000" u="sng" dirty="0"/>
              <a:t>(MB/sec)</a:t>
            </a:r>
            <a:r>
              <a:rPr lang="en-US" sz="2000" dirty="0"/>
              <a:t>	</a:t>
            </a:r>
            <a:r>
              <a:rPr lang="en-US" sz="2000" u="sng" dirty="0"/>
              <a:t>attack time</a:t>
            </a:r>
          </a:p>
          <a:p>
            <a:pPr marL="0" indent="0">
              <a:spcBef>
                <a:spcPts val="1776"/>
              </a:spcBef>
              <a:buNone/>
              <a:tabLst>
                <a:tab pos="1143000" algn="l"/>
                <a:tab pos="2857500" algn="l"/>
                <a:tab pos="3149600" algn="l"/>
                <a:tab pos="5257800" algn="l"/>
                <a:tab pos="5321300" algn="l"/>
                <a:tab pos="7658100" algn="l"/>
              </a:tabLst>
            </a:pP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SHA-1		160		153	2</a:t>
            </a:r>
            <a:r>
              <a:rPr lang="en-US" baseline="30000" dirty="0">
                <a:solidFill>
                  <a:schemeClr val="bg1">
                    <a:lumMod val="75000"/>
                  </a:schemeClr>
                </a:solidFill>
              </a:rPr>
              <a:t>80</a:t>
            </a:r>
          </a:p>
          <a:p>
            <a:pPr marL="0" indent="0">
              <a:buNone/>
              <a:tabLst>
                <a:tab pos="1143000" algn="l"/>
                <a:tab pos="2857500" algn="l"/>
                <a:tab pos="3149600" algn="l"/>
                <a:tab pos="5257800" algn="l"/>
                <a:tab pos="5321300" algn="l"/>
                <a:tab pos="7658100" algn="l"/>
              </a:tabLst>
            </a:pPr>
            <a:r>
              <a:rPr lang="en-US" dirty="0"/>
              <a:t>	SHA-256		256		111	2</a:t>
            </a:r>
            <a:r>
              <a:rPr lang="en-US" baseline="30000" dirty="0"/>
              <a:t>128</a:t>
            </a:r>
          </a:p>
          <a:p>
            <a:pPr marL="0" indent="0">
              <a:buNone/>
              <a:tabLst>
                <a:tab pos="1143000" algn="l"/>
                <a:tab pos="2857500" algn="l"/>
                <a:tab pos="3149600" algn="l"/>
                <a:tab pos="5257800" algn="l"/>
                <a:tab pos="5321300" algn="l"/>
                <a:tab pos="7658100" algn="l"/>
              </a:tabLst>
            </a:pPr>
            <a:r>
              <a:rPr lang="en-US" dirty="0"/>
              <a:t>	SHA-512		512		99	2</a:t>
            </a:r>
            <a:r>
              <a:rPr lang="en-US" baseline="30000" dirty="0"/>
              <a:t>256</a:t>
            </a:r>
            <a:endParaRPr lang="en-US" dirty="0"/>
          </a:p>
          <a:p>
            <a:pPr marL="0" indent="0">
              <a:spcBef>
                <a:spcPts val="2376"/>
              </a:spcBef>
              <a:buNone/>
              <a:tabLst>
                <a:tab pos="1143000" algn="l"/>
                <a:tab pos="2857500" algn="l"/>
                <a:tab pos="3149600" algn="l"/>
                <a:tab pos="5257800" algn="l"/>
                <a:tab pos="5321300" algn="l"/>
                <a:tab pos="7658100" algn="l"/>
              </a:tabLst>
            </a:pPr>
            <a:r>
              <a:rPr lang="en-US" dirty="0"/>
              <a:t>	Whirlpool		512		57	2</a:t>
            </a:r>
            <a:r>
              <a:rPr lang="en-US" baseline="30000" dirty="0"/>
              <a:t>256</a:t>
            </a:r>
          </a:p>
        </p:txBody>
      </p:sp>
      <p:sp>
        <p:nvSpPr>
          <p:cNvPr id="8" name="Left Brace 7"/>
          <p:cNvSpPr/>
          <p:nvPr/>
        </p:nvSpPr>
        <p:spPr>
          <a:xfrm>
            <a:off x="1219200" y="3200400"/>
            <a:ext cx="152400" cy="11430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229921" y="3580080"/>
            <a:ext cx="158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NIST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1" y="5486400"/>
            <a:ext cx="7579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* best known collision finder for SHA-1 requires 2</a:t>
            </a:r>
            <a:r>
              <a:rPr lang="en-US" sz="2000" baseline="30000" dirty="0"/>
              <a:t>51</a:t>
            </a:r>
            <a:r>
              <a:rPr lang="en-US" sz="2000" dirty="0"/>
              <a:t> hash evaluations  </a:t>
            </a:r>
          </a:p>
        </p:txBody>
      </p:sp>
    </p:spTree>
    <p:extLst>
      <p:ext uri="{BB962C8B-B14F-4D97-AF65-F5344CB8AC3E}">
        <p14:creationId xmlns:p14="http://schemas.microsoft.com/office/powerpoint/2010/main" val="219616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Collision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0E2CE-FA66-7317-5726-0961CF1A4E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905000"/>
          <a:ext cx="7010400" cy="35648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45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Classical</a:t>
                      </a:r>
                    </a:p>
                    <a:p>
                      <a:pPr algn="ctr"/>
                      <a:r>
                        <a:rPr lang="en-US" sz="2400" dirty="0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Quantum</a:t>
                      </a:r>
                    </a:p>
                    <a:p>
                      <a:pPr algn="ctr"/>
                      <a:r>
                        <a:rPr lang="en-US" sz="2400" dirty="0"/>
                        <a:t>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4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Block cipher</a:t>
                      </a:r>
                      <a:br>
                        <a:rPr lang="en-US" sz="2400" dirty="0"/>
                      </a:b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E: K × X ⟶ X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exhaustive search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O( </a:t>
                      </a:r>
                      <a:r>
                        <a:rPr lang="en-US" sz="2800" dirty="0"/>
                        <a:t>|K|</a:t>
                      </a:r>
                      <a:r>
                        <a:rPr lang="en-US" sz="2400" dirty="0"/>
                        <a:t> 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O( </a:t>
                      </a:r>
                      <a:r>
                        <a:rPr lang="en-US" sz="2800" dirty="0"/>
                        <a:t>|K|</a:t>
                      </a:r>
                      <a:r>
                        <a:rPr lang="en-US" sz="2800" baseline="30000" dirty="0"/>
                        <a:t>1/2</a:t>
                      </a:r>
                      <a:r>
                        <a:rPr lang="en-US" sz="2400" dirty="0"/>
                        <a:t> 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Hash function</a:t>
                      </a:r>
                      <a:br>
                        <a:rPr lang="en-US" sz="2400" dirty="0"/>
                      </a:b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H: M ⟶ T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collision finder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O( </a:t>
                      </a:r>
                      <a:r>
                        <a:rPr lang="en-US" sz="2800" dirty="0"/>
                        <a:t>|T|</a:t>
                      </a:r>
                      <a:r>
                        <a:rPr lang="en-US" sz="2800" baseline="30000" dirty="0"/>
                        <a:t>1/2</a:t>
                      </a:r>
                      <a:r>
                        <a:rPr lang="en-US" sz="2800" dirty="0"/>
                        <a:t> 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O( </a:t>
                      </a:r>
                      <a:r>
                        <a:rPr lang="en-US" sz="2800" dirty="0"/>
                        <a:t>|T|</a:t>
                      </a:r>
                      <a:r>
                        <a:rPr lang="en-US" sz="2800" baseline="30000" dirty="0"/>
                        <a:t>1/3</a:t>
                      </a:r>
                      <a:r>
                        <a:rPr lang="en-US" sz="2400" dirty="0"/>
                        <a:t>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313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Collision resistance: 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 H: M </a:t>
            </a:r>
            <a:r>
              <a:rPr lang="en-US" dirty="0">
                <a:sym typeface="Symbol" charset="0"/>
              </a:rPr>
              <a:t>T  be a hash function    ( |M| &gt;&gt; |T| )</a:t>
            </a:r>
          </a:p>
          <a:p>
            <a:pPr marL="0" indent="0">
              <a:spcBef>
                <a:spcPts val="4296"/>
              </a:spcBef>
              <a:buNone/>
            </a:pPr>
            <a:r>
              <a:rPr lang="en-US" dirty="0">
                <a:sym typeface="Symbol" charset="0"/>
              </a:rPr>
              <a:t>A </a:t>
            </a:r>
            <a:r>
              <a:rPr lang="en-US" b="1" u="sng" dirty="0">
                <a:sym typeface="Symbol" charset="0"/>
              </a:rPr>
              <a:t>collision</a:t>
            </a:r>
            <a:r>
              <a:rPr lang="en-US" dirty="0">
                <a:sym typeface="Symbol" charset="0"/>
              </a:rPr>
              <a:t> for H is a pair  m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, 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  M  such that:	</a:t>
            </a:r>
          </a:p>
          <a:p>
            <a:pPr>
              <a:buFontTx/>
              <a:buNone/>
            </a:pPr>
            <a:r>
              <a:rPr lang="en-US" dirty="0">
                <a:sym typeface="Symbol" charset="0"/>
              </a:rPr>
              <a:t>			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H(m</a:t>
            </a:r>
            <a:r>
              <a:rPr lang="en-US" b="1" baseline="-25000" dirty="0">
                <a:solidFill>
                  <a:srgbClr val="FF0000"/>
                </a:solidFill>
                <a:sym typeface="Symbol" charset="0"/>
              </a:rPr>
              <a:t>0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)  =  H(m</a:t>
            </a:r>
            <a:r>
              <a:rPr lang="en-US" b="1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)    and    m</a:t>
            </a:r>
            <a:r>
              <a:rPr lang="en-US" b="1" baseline="-25000" dirty="0">
                <a:solidFill>
                  <a:srgbClr val="FF0000"/>
                </a:solidFill>
                <a:sym typeface="Symbol" charset="0"/>
              </a:rPr>
              <a:t>0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  m</a:t>
            </a:r>
            <a:r>
              <a:rPr lang="en-US" b="1" baseline="-25000" dirty="0">
                <a:solidFill>
                  <a:srgbClr val="FF0000"/>
                </a:solidFill>
                <a:sym typeface="Symbol" charset="0"/>
              </a:rPr>
              <a:t>1</a:t>
            </a:r>
          </a:p>
          <a:p>
            <a:pPr>
              <a:buFontTx/>
              <a:buNone/>
            </a:pPr>
            <a:endParaRPr lang="en-US" b="1" baseline="-25000" dirty="0">
              <a:solidFill>
                <a:srgbClr val="FF0000"/>
              </a:solidFill>
              <a:sym typeface="Symbol" charset="0"/>
            </a:endParaRPr>
          </a:p>
          <a:p>
            <a:pPr>
              <a:buFontTx/>
              <a:buNone/>
            </a:pPr>
            <a:endParaRPr lang="en-US" b="1" baseline="-25000" dirty="0">
              <a:solidFill>
                <a:srgbClr val="FF0000"/>
              </a:solidFill>
              <a:sym typeface="Symbol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rgbClr val="000000"/>
                </a:solidFill>
                <a:sym typeface="Symbol" charset="0"/>
              </a:rPr>
              <a:t>Goal:  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tạo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ra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hàm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băm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kháng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va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0"/>
              </a:rPr>
              <a:t>chạm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(collision resistant (C.R.) hash functions) </a:t>
            </a:r>
          </a:p>
          <a:p>
            <a:pPr>
              <a:buFontTx/>
              <a:buNone/>
            </a:pPr>
            <a:endParaRPr lang="en-US" dirty="0">
              <a:solidFill>
                <a:srgbClr val="000000"/>
              </a:solidFill>
              <a:sym typeface="Symbol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rgbClr val="000000"/>
                </a:solidFill>
                <a:sym typeface="Symbol" charset="0"/>
              </a:rPr>
              <a:t>Step 1:  given C.R. function for </a:t>
            </a:r>
            <a:r>
              <a:rPr lang="en-US" b="1" u="sng" dirty="0">
                <a:solidFill>
                  <a:srgbClr val="000000"/>
                </a:solidFill>
                <a:sym typeface="Symbol" charset="0"/>
              </a:rPr>
              <a:t>short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messages,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sym typeface="Symbol" charset="0"/>
              </a:rPr>
              <a:t>		construct C.R. function for </a:t>
            </a:r>
            <a:r>
              <a:rPr lang="en-US" b="1" u="sng" dirty="0">
                <a:solidFill>
                  <a:srgbClr val="000000"/>
                </a:solidFill>
                <a:sym typeface="Symbol" charset="0"/>
              </a:rPr>
              <a:t>long</a:t>
            </a:r>
            <a:r>
              <a:rPr lang="en-US" dirty="0">
                <a:solidFill>
                  <a:srgbClr val="000000"/>
                </a:solidFill>
                <a:sym typeface="Symbol" charset="0"/>
              </a:rPr>
              <a:t> messages </a:t>
            </a:r>
          </a:p>
          <a:p>
            <a:pPr>
              <a:buFontTx/>
              <a:buNone/>
            </a:pPr>
            <a:endParaRPr lang="en-US" dirty="0">
              <a:solidFill>
                <a:srgbClr val="000000"/>
              </a:solidFill>
              <a:sym typeface="Symbo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10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Merkle-Damgard</a:t>
            </a:r>
            <a:r>
              <a:rPr lang="en-US" sz="3600" dirty="0"/>
              <a:t> iterated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  </a:t>
            </a:r>
            <a:r>
              <a:rPr lang="en-US" b="1" dirty="0">
                <a:solidFill>
                  <a:srgbClr val="FF0000"/>
                </a:solidFill>
              </a:rPr>
              <a:t>h: T × X ⟶ T         </a:t>
            </a:r>
            <a:r>
              <a:rPr lang="en-US" dirty="0"/>
              <a:t>(compression function)</a:t>
            </a:r>
          </a:p>
          <a:p>
            <a:pPr marL="0" indent="0">
              <a:spcBef>
                <a:spcPts val="1824"/>
              </a:spcBef>
              <a:buNone/>
            </a:pPr>
            <a:r>
              <a:rPr lang="en-US" dirty="0"/>
              <a:t>we obtain    </a:t>
            </a:r>
            <a:r>
              <a:rPr lang="en-US" b="1" dirty="0">
                <a:solidFill>
                  <a:srgbClr val="FF0000"/>
                </a:solidFill>
              </a:rPr>
              <a:t>H: X</a:t>
            </a:r>
            <a:r>
              <a:rPr lang="en-US" b="1" baseline="30000" dirty="0">
                <a:solidFill>
                  <a:srgbClr val="FF0000"/>
                </a:solidFill>
              </a:rPr>
              <a:t>≤L</a:t>
            </a:r>
            <a:r>
              <a:rPr lang="en-US" b="1" dirty="0">
                <a:solidFill>
                  <a:srgbClr val="FF0000"/>
                </a:solidFill>
              </a:rPr>
              <a:t> ⟶ T </a:t>
            </a:r>
            <a:r>
              <a:rPr lang="en-US" dirty="0"/>
              <a:t>.            H</a:t>
            </a:r>
            <a:r>
              <a:rPr lang="en-US" baseline="-25000" dirty="0"/>
              <a:t>i</a:t>
            </a:r>
            <a:r>
              <a:rPr lang="en-US" dirty="0"/>
              <a:t>  -  chaining variables</a:t>
            </a:r>
          </a:p>
          <a:p>
            <a:pPr marL="0" indent="0">
              <a:spcBef>
                <a:spcPts val="1824"/>
              </a:spcBef>
              <a:buNone/>
            </a:pPr>
            <a:r>
              <a:rPr lang="en-US" dirty="0"/>
              <a:t>PB:    padding block</a:t>
            </a:r>
            <a:r>
              <a:rPr lang="en-US" baseline="-25000" dirty="0"/>
              <a:t> 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ECDFD8-D0BE-DD47-05BE-C80CCA8928DF}"/>
              </a:ext>
            </a:extLst>
          </p:cNvPr>
          <p:cNvGrpSpPr/>
          <p:nvPr/>
        </p:nvGrpSpPr>
        <p:grpSpPr>
          <a:xfrm>
            <a:off x="0" y="2986658"/>
            <a:ext cx="8578890" cy="2057400"/>
            <a:chOff x="260310" y="1600200"/>
            <a:chExt cx="8578890" cy="2057400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831810" y="1600200"/>
              <a:ext cx="7239000" cy="2057400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FFCC"/>
                </a:solidFill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6700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3464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6230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sym typeface="Symbol" pitchFamily="18" charset="2"/>
                </a:rPr>
                <a:t>h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136610" y="1828800"/>
              <a:ext cx="15240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m[0]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660610" y="1828800"/>
              <a:ext cx="16764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FFFFCC"/>
                  </a:solidFill>
                  <a:latin typeface="Arial" charset="0"/>
                </a:rPr>
                <a:t>m[1]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337010" y="1828800"/>
              <a:ext cx="16002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m[2]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5937210" y="1828800"/>
              <a:ext cx="15240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m[3]  </a:t>
              </a:r>
              <a:r>
                <a:rPr lang="en-US" dirty="0" err="1">
                  <a:solidFill>
                    <a:srgbClr val="FFFFCC"/>
                  </a:solidFill>
                  <a:latin typeface="Arial" charset="0"/>
                </a:rPr>
                <a:t>ll</a:t>
              </a:r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   </a:t>
              </a:r>
              <a:r>
                <a:rPr lang="en-US" b="1" dirty="0">
                  <a:solidFill>
                    <a:srgbClr val="FFFF00"/>
                  </a:solidFill>
                  <a:latin typeface="Arial" charset="0"/>
                </a:rPr>
                <a:t>PB</a:t>
              </a: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50228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sym typeface="Symbol" pitchFamily="18" charset="2"/>
                </a:rPr>
                <a:t>h</a:t>
              </a:r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260310" y="2603501"/>
              <a:ext cx="1409700" cy="646331"/>
              <a:chOff x="38100" y="2908445"/>
              <a:chExt cx="1409700" cy="861777"/>
            </a:xfrm>
          </p:grpSpPr>
          <p:cxnSp>
            <p:nvCxnSpPr>
              <p:cNvPr id="32" name="Straight Arrow Connector 31"/>
              <p:cNvCxnSpPr/>
              <p:nvPr/>
            </p:nvCxnSpPr>
            <p:spPr bwMode="auto">
              <a:xfrm>
                <a:off x="304800" y="3364468"/>
                <a:ext cx="11430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35" name="TextBox 34"/>
              <p:cNvSpPr txBox="1"/>
              <p:nvPr/>
            </p:nvSpPr>
            <p:spPr>
              <a:xfrm>
                <a:off x="38100" y="2908445"/>
                <a:ext cx="782937" cy="861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IV</a:t>
                </a:r>
              </a:p>
              <a:p>
                <a:pPr algn="ctr"/>
                <a:r>
                  <a:rPr lang="en-US" dirty="0"/>
                  <a:t>(fixed)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364416" y="2115145"/>
              <a:ext cx="305594" cy="629246"/>
              <a:chOff x="1218406" y="2134394"/>
              <a:chExt cx="305594" cy="838994"/>
            </a:xfrm>
          </p:grpSpPr>
          <p:cxnSp>
            <p:nvCxnSpPr>
              <p:cNvPr id="43" name="Straight Connector 42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Arrow Connector 46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49" name="Group 48"/>
            <p:cNvGrpSpPr/>
            <p:nvPr/>
          </p:nvGrpSpPr>
          <p:grpSpPr>
            <a:xfrm>
              <a:off x="30416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0" name="Straight Connector 49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Straight Arrow Connector 50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52" name="Group 51"/>
            <p:cNvGrpSpPr/>
            <p:nvPr/>
          </p:nvGrpSpPr>
          <p:grpSpPr>
            <a:xfrm>
              <a:off x="47180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Straight Arrow Connector 53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55" name="Group 54"/>
            <p:cNvGrpSpPr/>
            <p:nvPr/>
          </p:nvGrpSpPr>
          <p:grpSpPr>
            <a:xfrm>
              <a:off x="63182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6" name="Straight Connector 55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Straight Arrow Connector 56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cxnSp>
          <p:nvCxnSpPr>
            <p:cNvPr id="59" name="Straight Arrow Connector 58"/>
            <p:cNvCxnSpPr/>
            <p:nvPr/>
          </p:nvCxnSpPr>
          <p:spPr bwMode="auto">
            <a:xfrm>
              <a:off x="2584410" y="2947834"/>
              <a:ext cx="7620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0" name="Straight Arrow Connector 59"/>
            <p:cNvCxnSpPr/>
            <p:nvPr/>
          </p:nvCxnSpPr>
          <p:spPr bwMode="auto">
            <a:xfrm>
              <a:off x="4260810" y="2947834"/>
              <a:ext cx="7620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3" name="Straight Arrow Connector 62"/>
            <p:cNvCxnSpPr/>
            <p:nvPr/>
          </p:nvCxnSpPr>
          <p:spPr bwMode="auto">
            <a:xfrm>
              <a:off x="5937210" y="2970610"/>
              <a:ext cx="6858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6" name="Straight Arrow Connector 65"/>
            <p:cNvCxnSpPr/>
            <p:nvPr/>
          </p:nvCxnSpPr>
          <p:spPr bwMode="auto">
            <a:xfrm>
              <a:off x="7537410" y="2970610"/>
              <a:ext cx="9906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9" name="TextBox 68"/>
            <p:cNvSpPr txBox="1"/>
            <p:nvPr/>
          </p:nvSpPr>
          <p:spPr>
            <a:xfrm>
              <a:off x="8134310" y="2527300"/>
              <a:ext cx="7048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H(m)</a:t>
              </a: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3346410" y="2616200"/>
              <a:ext cx="1066800" cy="285750"/>
              <a:chOff x="1524000" y="2819400"/>
              <a:chExt cx="1066800" cy="381000"/>
            </a:xfrm>
          </p:grpSpPr>
          <p:sp>
            <p:nvSpPr>
              <p:cNvPr id="75" name="Right Triangle 74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6" name="Straight Connector 75"/>
              <p:cNvCxnSpPr>
                <a:stCxn id="75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7" name="Group 76"/>
            <p:cNvGrpSpPr/>
            <p:nvPr/>
          </p:nvGrpSpPr>
          <p:grpSpPr>
            <a:xfrm>
              <a:off x="5022810" y="2616200"/>
              <a:ext cx="1066800" cy="285750"/>
              <a:chOff x="1524000" y="2819400"/>
              <a:chExt cx="1066800" cy="381000"/>
            </a:xfrm>
          </p:grpSpPr>
          <p:sp>
            <p:nvSpPr>
              <p:cNvPr id="78" name="Right Triangle 77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9" name="Straight Connector 78"/>
              <p:cNvCxnSpPr>
                <a:stCxn id="78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0" name="Group 79"/>
            <p:cNvGrpSpPr/>
            <p:nvPr/>
          </p:nvGrpSpPr>
          <p:grpSpPr>
            <a:xfrm>
              <a:off x="6623010" y="2616200"/>
              <a:ext cx="1066800" cy="285750"/>
              <a:chOff x="1524000" y="2819400"/>
              <a:chExt cx="1066800" cy="381000"/>
            </a:xfrm>
          </p:grpSpPr>
          <p:sp>
            <p:nvSpPr>
              <p:cNvPr id="81" name="Right Triangle 80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2" name="Straight Connector 81"/>
              <p:cNvCxnSpPr>
                <a:stCxn id="81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8" name="Group 57"/>
            <p:cNvGrpSpPr/>
            <p:nvPr/>
          </p:nvGrpSpPr>
          <p:grpSpPr>
            <a:xfrm flipV="1">
              <a:off x="1670010" y="2982861"/>
              <a:ext cx="1066800" cy="285750"/>
              <a:chOff x="1524000" y="2819400"/>
              <a:chExt cx="1066800" cy="381000"/>
            </a:xfrm>
          </p:grpSpPr>
          <p:sp>
            <p:nvSpPr>
              <p:cNvPr id="61" name="Right Triangle 60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2" name="Straight Connector 61"/>
              <p:cNvCxnSpPr>
                <a:stCxn id="61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/>
            <p:cNvGrpSpPr/>
            <p:nvPr/>
          </p:nvGrpSpPr>
          <p:grpSpPr>
            <a:xfrm flipV="1">
              <a:off x="3346410" y="2982861"/>
              <a:ext cx="1066800" cy="285750"/>
              <a:chOff x="1524000" y="2819400"/>
              <a:chExt cx="1066800" cy="381000"/>
            </a:xfrm>
          </p:grpSpPr>
          <p:sp>
            <p:nvSpPr>
              <p:cNvPr id="65" name="Right Triangle 64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7" name="Straight Connector 66"/>
              <p:cNvCxnSpPr>
                <a:stCxn id="65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1" name="Group 70"/>
            <p:cNvGrpSpPr/>
            <p:nvPr/>
          </p:nvGrpSpPr>
          <p:grpSpPr>
            <a:xfrm flipV="1">
              <a:off x="5022810" y="2982861"/>
              <a:ext cx="1066800" cy="285750"/>
              <a:chOff x="1524000" y="2819400"/>
              <a:chExt cx="1066800" cy="381000"/>
            </a:xfrm>
          </p:grpSpPr>
          <p:sp>
            <p:nvSpPr>
              <p:cNvPr id="83" name="Right Triangle 82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4" name="Straight Connector 83"/>
              <p:cNvCxnSpPr>
                <a:stCxn id="83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5" name="Group 84"/>
            <p:cNvGrpSpPr/>
            <p:nvPr/>
          </p:nvGrpSpPr>
          <p:grpSpPr>
            <a:xfrm flipV="1">
              <a:off x="6623010" y="2982861"/>
              <a:ext cx="1066800" cy="285750"/>
              <a:chOff x="1524000" y="2819400"/>
              <a:chExt cx="1066800" cy="381000"/>
            </a:xfrm>
          </p:grpSpPr>
          <p:sp>
            <p:nvSpPr>
              <p:cNvPr id="86" name="Right Triangle 85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7" name="Straight Connector 86"/>
              <p:cNvCxnSpPr>
                <a:stCxn id="86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8" name="Group 87"/>
            <p:cNvGrpSpPr/>
            <p:nvPr/>
          </p:nvGrpSpPr>
          <p:grpSpPr>
            <a:xfrm>
              <a:off x="1670010" y="2616200"/>
              <a:ext cx="1066800" cy="285750"/>
              <a:chOff x="1524000" y="2819400"/>
              <a:chExt cx="1066800" cy="381000"/>
            </a:xfrm>
          </p:grpSpPr>
          <p:sp>
            <p:nvSpPr>
              <p:cNvPr id="89" name="Right Triangle 88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0" name="Straight Connector 89"/>
              <p:cNvCxnSpPr>
                <a:stCxn id="89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8" name="Group 17"/>
            <p:cNvGrpSpPr/>
            <p:nvPr/>
          </p:nvGrpSpPr>
          <p:grpSpPr>
            <a:xfrm>
              <a:off x="1060410" y="2781301"/>
              <a:ext cx="7033620" cy="461665"/>
              <a:chOff x="1060410" y="1924050"/>
              <a:chExt cx="7033620" cy="461665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1060410" y="1924050"/>
                <a:ext cx="480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2743646" y="1924050"/>
                <a:ext cx="480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1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4420046" y="1924050"/>
                <a:ext cx="480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2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6096446" y="1924050"/>
                <a:ext cx="480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3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7613610" y="1924050"/>
                <a:ext cx="480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</a:t>
                </a:r>
                <a:r>
                  <a:rPr lang="en-US" sz="2400" baseline="-25000" dirty="0"/>
                  <a:t>4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276600" y="5181600"/>
            <a:ext cx="2362200" cy="825500"/>
            <a:chOff x="3276600" y="4324350"/>
            <a:chExt cx="2362200" cy="825500"/>
          </a:xfrm>
        </p:grpSpPr>
        <p:sp>
          <p:nvSpPr>
            <p:cNvPr id="5" name="Rectangle 4"/>
            <p:cNvSpPr/>
            <p:nvPr/>
          </p:nvSpPr>
          <p:spPr>
            <a:xfrm>
              <a:off x="3276600" y="4324350"/>
              <a:ext cx="2362200" cy="381000"/>
            </a:xfrm>
            <a:prstGeom prst="rect">
              <a:avLst/>
            </a:prstGeom>
            <a:solidFill>
              <a:srgbClr val="E46C0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FFCC"/>
                  </a:solidFill>
                </a:rPr>
                <a:t>1000…0  </a:t>
              </a:r>
              <a:r>
                <a:rPr lang="en-US" sz="2000" dirty="0" err="1">
                  <a:solidFill>
                    <a:srgbClr val="FFFFCC"/>
                  </a:solidFill>
                </a:rPr>
                <a:t>ll</a:t>
              </a:r>
              <a:r>
                <a:rPr lang="en-US" sz="2000" dirty="0">
                  <a:solidFill>
                    <a:srgbClr val="FFFFCC"/>
                  </a:solidFill>
                </a:rPr>
                <a:t>  </a:t>
              </a:r>
              <a:r>
                <a:rPr lang="en-US" sz="2000" dirty="0" err="1">
                  <a:solidFill>
                    <a:srgbClr val="FFFFCC"/>
                  </a:solidFill>
                </a:rPr>
                <a:t>msg</a:t>
              </a:r>
              <a:r>
                <a:rPr lang="en-US" sz="2000" dirty="0">
                  <a:solidFill>
                    <a:srgbClr val="FFFFCC"/>
                  </a:solidFill>
                </a:rPr>
                <a:t> </a:t>
              </a:r>
              <a:r>
                <a:rPr lang="en-US" sz="2000" dirty="0" err="1">
                  <a:solidFill>
                    <a:srgbClr val="FFFFCC"/>
                  </a:solidFill>
                </a:rPr>
                <a:t>len</a:t>
              </a:r>
              <a:endParaRPr lang="en-US" sz="2000" dirty="0">
                <a:solidFill>
                  <a:srgbClr val="FFFFCC"/>
                </a:solidFill>
              </a:endParaRPr>
            </a:p>
          </p:txBody>
        </p:sp>
        <p:sp>
          <p:nvSpPr>
            <p:cNvPr id="14" name="Right Brace 13"/>
            <p:cNvSpPr/>
            <p:nvPr/>
          </p:nvSpPr>
          <p:spPr>
            <a:xfrm rot="5400000">
              <a:off x="4991100" y="4324350"/>
              <a:ext cx="152400" cy="9144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73600" y="478051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 bits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248401" y="5105400"/>
            <a:ext cx="20826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no space for PB </a:t>
            </a:r>
            <a:br>
              <a:rPr lang="en-US" sz="2000" dirty="0"/>
            </a:br>
            <a:r>
              <a:rPr lang="en-US" sz="2000" dirty="0"/>
              <a:t>add another block</a:t>
            </a:r>
          </a:p>
        </p:txBody>
      </p:sp>
    </p:spTree>
    <p:extLst>
      <p:ext uri="{BB962C8B-B14F-4D97-AF65-F5344CB8AC3E}">
        <p14:creationId xmlns:p14="http://schemas.microsoft.com/office/powerpoint/2010/main" val="262722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Merkle-Damgard</a:t>
            </a:r>
            <a:r>
              <a:rPr lang="en-US" sz="3600" dirty="0"/>
              <a:t> iterated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0198" y="1107503"/>
            <a:ext cx="8674100" cy="5303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Thm</a:t>
            </a:r>
            <a:r>
              <a:rPr lang="en-US" dirty="0"/>
              <a:t>:    h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⇒    H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 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nén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h: T × X ⟶ T 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EE2F9A-6E07-D1E1-513B-CA920B7F816C}"/>
              </a:ext>
            </a:extLst>
          </p:cNvPr>
          <p:cNvGrpSpPr/>
          <p:nvPr/>
        </p:nvGrpSpPr>
        <p:grpSpPr>
          <a:xfrm>
            <a:off x="169702" y="3098800"/>
            <a:ext cx="8578890" cy="2057400"/>
            <a:chOff x="260310" y="1600200"/>
            <a:chExt cx="8578890" cy="2057400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831810" y="1600200"/>
              <a:ext cx="7239000" cy="2057400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FFCC"/>
                </a:solidFill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6700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3464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6230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sym typeface="Symbol" pitchFamily="18" charset="2"/>
                </a:rPr>
                <a:t>h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136610" y="1828800"/>
              <a:ext cx="15240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m[0]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660610" y="1828800"/>
              <a:ext cx="16764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FFFFCC"/>
                  </a:solidFill>
                  <a:latin typeface="Arial" charset="0"/>
                </a:rPr>
                <a:t>m[1]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337010" y="1828800"/>
              <a:ext cx="16002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m[2]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5937210" y="1828800"/>
              <a:ext cx="1524000" cy="2857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m[3]  </a:t>
              </a:r>
              <a:r>
                <a:rPr lang="en-US" dirty="0" err="1">
                  <a:solidFill>
                    <a:srgbClr val="FFFFCC"/>
                  </a:solidFill>
                  <a:latin typeface="Arial" charset="0"/>
                </a:rPr>
                <a:t>ll</a:t>
              </a:r>
              <a:r>
                <a:rPr lang="en-US" dirty="0">
                  <a:solidFill>
                    <a:srgbClr val="FFFFCC"/>
                  </a:solidFill>
                  <a:latin typeface="Arial" charset="0"/>
                </a:rPr>
                <a:t>   PB</a:t>
              </a: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5022810" y="262890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  <a:sym typeface="Symbol" pitchFamily="18" charset="2"/>
                </a:rPr>
                <a:t>h</a:t>
              </a:r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260310" y="2603501"/>
              <a:ext cx="1409700" cy="646331"/>
              <a:chOff x="38100" y="2908445"/>
              <a:chExt cx="1409700" cy="861777"/>
            </a:xfrm>
          </p:grpSpPr>
          <p:cxnSp>
            <p:nvCxnSpPr>
              <p:cNvPr id="32" name="Straight Arrow Connector 31"/>
              <p:cNvCxnSpPr/>
              <p:nvPr/>
            </p:nvCxnSpPr>
            <p:spPr bwMode="auto">
              <a:xfrm>
                <a:off x="304800" y="3364468"/>
                <a:ext cx="11430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35" name="TextBox 34"/>
              <p:cNvSpPr txBox="1"/>
              <p:nvPr/>
            </p:nvSpPr>
            <p:spPr>
              <a:xfrm>
                <a:off x="38100" y="2908445"/>
                <a:ext cx="782937" cy="861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IV</a:t>
                </a:r>
              </a:p>
              <a:p>
                <a:pPr algn="ctr"/>
                <a:r>
                  <a:rPr lang="en-US" dirty="0"/>
                  <a:t>(fixed)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364416" y="2115145"/>
              <a:ext cx="305594" cy="629246"/>
              <a:chOff x="1218406" y="2134394"/>
              <a:chExt cx="305594" cy="838994"/>
            </a:xfrm>
          </p:grpSpPr>
          <p:cxnSp>
            <p:nvCxnSpPr>
              <p:cNvPr id="43" name="Straight Connector 42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Arrow Connector 46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49" name="Group 48"/>
            <p:cNvGrpSpPr/>
            <p:nvPr/>
          </p:nvGrpSpPr>
          <p:grpSpPr>
            <a:xfrm>
              <a:off x="30416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0" name="Straight Connector 49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Straight Arrow Connector 50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52" name="Group 51"/>
            <p:cNvGrpSpPr/>
            <p:nvPr/>
          </p:nvGrpSpPr>
          <p:grpSpPr>
            <a:xfrm>
              <a:off x="47180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Straight Arrow Connector 53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55" name="Group 54"/>
            <p:cNvGrpSpPr/>
            <p:nvPr/>
          </p:nvGrpSpPr>
          <p:grpSpPr>
            <a:xfrm>
              <a:off x="6318210" y="2114550"/>
              <a:ext cx="305594" cy="629246"/>
              <a:chOff x="1218406" y="2134394"/>
              <a:chExt cx="305594" cy="838994"/>
            </a:xfrm>
          </p:grpSpPr>
          <p:cxnSp>
            <p:nvCxnSpPr>
              <p:cNvPr id="56" name="Straight Connector 55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Straight Arrow Connector 56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cxnSp>
          <p:nvCxnSpPr>
            <p:cNvPr id="59" name="Straight Arrow Connector 58"/>
            <p:cNvCxnSpPr/>
            <p:nvPr/>
          </p:nvCxnSpPr>
          <p:spPr bwMode="auto">
            <a:xfrm>
              <a:off x="2584410" y="2947834"/>
              <a:ext cx="7620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0" name="Straight Arrow Connector 59"/>
            <p:cNvCxnSpPr/>
            <p:nvPr/>
          </p:nvCxnSpPr>
          <p:spPr bwMode="auto">
            <a:xfrm>
              <a:off x="4260810" y="2947834"/>
              <a:ext cx="7620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3" name="Straight Arrow Connector 62"/>
            <p:cNvCxnSpPr/>
            <p:nvPr/>
          </p:nvCxnSpPr>
          <p:spPr bwMode="auto">
            <a:xfrm>
              <a:off x="5937210" y="2970610"/>
              <a:ext cx="6858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6" name="Straight Arrow Connector 65"/>
            <p:cNvCxnSpPr/>
            <p:nvPr/>
          </p:nvCxnSpPr>
          <p:spPr bwMode="auto">
            <a:xfrm>
              <a:off x="7537410" y="2970610"/>
              <a:ext cx="99060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9" name="TextBox 68"/>
            <p:cNvSpPr txBox="1"/>
            <p:nvPr/>
          </p:nvSpPr>
          <p:spPr>
            <a:xfrm>
              <a:off x="8134310" y="2527300"/>
              <a:ext cx="7048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H(m)</a:t>
              </a: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3346410" y="2616200"/>
              <a:ext cx="1066800" cy="285750"/>
              <a:chOff x="1524000" y="2819400"/>
              <a:chExt cx="1066800" cy="381000"/>
            </a:xfrm>
          </p:grpSpPr>
          <p:sp>
            <p:nvSpPr>
              <p:cNvPr id="75" name="Right Triangle 74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6" name="Straight Connector 75"/>
              <p:cNvCxnSpPr>
                <a:stCxn id="75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7" name="Group 76"/>
            <p:cNvGrpSpPr/>
            <p:nvPr/>
          </p:nvGrpSpPr>
          <p:grpSpPr>
            <a:xfrm>
              <a:off x="5022810" y="2616200"/>
              <a:ext cx="1066800" cy="285750"/>
              <a:chOff x="1524000" y="2819400"/>
              <a:chExt cx="1066800" cy="381000"/>
            </a:xfrm>
          </p:grpSpPr>
          <p:sp>
            <p:nvSpPr>
              <p:cNvPr id="78" name="Right Triangle 77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9" name="Straight Connector 78"/>
              <p:cNvCxnSpPr>
                <a:stCxn id="78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0" name="Group 79"/>
            <p:cNvGrpSpPr/>
            <p:nvPr/>
          </p:nvGrpSpPr>
          <p:grpSpPr>
            <a:xfrm>
              <a:off x="6623010" y="2616200"/>
              <a:ext cx="1066800" cy="285750"/>
              <a:chOff x="1524000" y="2819400"/>
              <a:chExt cx="1066800" cy="381000"/>
            </a:xfrm>
          </p:grpSpPr>
          <p:sp>
            <p:nvSpPr>
              <p:cNvPr id="81" name="Right Triangle 80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2" name="Straight Connector 81"/>
              <p:cNvCxnSpPr>
                <a:stCxn id="81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8" name="Group 57"/>
            <p:cNvGrpSpPr/>
            <p:nvPr/>
          </p:nvGrpSpPr>
          <p:grpSpPr>
            <a:xfrm flipV="1">
              <a:off x="1670010" y="2982861"/>
              <a:ext cx="1066800" cy="285750"/>
              <a:chOff x="1524000" y="2819400"/>
              <a:chExt cx="1066800" cy="381000"/>
            </a:xfrm>
          </p:grpSpPr>
          <p:sp>
            <p:nvSpPr>
              <p:cNvPr id="61" name="Right Triangle 60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2" name="Straight Connector 61"/>
              <p:cNvCxnSpPr>
                <a:stCxn id="61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/>
            <p:cNvGrpSpPr/>
            <p:nvPr/>
          </p:nvGrpSpPr>
          <p:grpSpPr>
            <a:xfrm flipV="1">
              <a:off x="3346410" y="2982861"/>
              <a:ext cx="1066800" cy="285750"/>
              <a:chOff x="1524000" y="2819400"/>
              <a:chExt cx="1066800" cy="381000"/>
            </a:xfrm>
          </p:grpSpPr>
          <p:sp>
            <p:nvSpPr>
              <p:cNvPr id="65" name="Right Triangle 64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7" name="Straight Connector 66"/>
              <p:cNvCxnSpPr>
                <a:stCxn id="65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1" name="Group 70"/>
            <p:cNvGrpSpPr/>
            <p:nvPr/>
          </p:nvGrpSpPr>
          <p:grpSpPr>
            <a:xfrm flipV="1">
              <a:off x="5022810" y="2982861"/>
              <a:ext cx="1066800" cy="285750"/>
              <a:chOff x="1524000" y="2819400"/>
              <a:chExt cx="1066800" cy="381000"/>
            </a:xfrm>
          </p:grpSpPr>
          <p:sp>
            <p:nvSpPr>
              <p:cNvPr id="83" name="Right Triangle 82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4" name="Straight Connector 83"/>
              <p:cNvCxnSpPr>
                <a:stCxn id="83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5" name="Group 84"/>
            <p:cNvGrpSpPr/>
            <p:nvPr/>
          </p:nvGrpSpPr>
          <p:grpSpPr>
            <a:xfrm flipV="1">
              <a:off x="6623010" y="2982861"/>
              <a:ext cx="1066800" cy="285750"/>
              <a:chOff x="1524000" y="2819400"/>
              <a:chExt cx="1066800" cy="381000"/>
            </a:xfrm>
          </p:grpSpPr>
          <p:sp>
            <p:nvSpPr>
              <p:cNvPr id="86" name="Right Triangle 85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7" name="Straight Connector 86"/>
              <p:cNvCxnSpPr>
                <a:stCxn id="86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8" name="Group 87"/>
            <p:cNvGrpSpPr/>
            <p:nvPr/>
          </p:nvGrpSpPr>
          <p:grpSpPr>
            <a:xfrm>
              <a:off x="1670010" y="2616200"/>
              <a:ext cx="1066800" cy="285750"/>
              <a:chOff x="1524000" y="2819400"/>
              <a:chExt cx="1066800" cy="381000"/>
            </a:xfrm>
          </p:grpSpPr>
          <p:sp>
            <p:nvSpPr>
              <p:cNvPr id="89" name="Right Triangle 88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0" name="Straight Connector 89"/>
              <p:cNvCxnSpPr>
                <a:stCxn id="89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4172708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Compr</a:t>
            </a:r>
            <a:r>
              <a:rPr lang="en-US" dirty="0"/>
              <a:t>. </a:t>
            </a:r>
            <a:r>
              <a:rPr lang="en-US" dirty="0" err="1"/>
              <a:t>func</a:t>
            </a:r>
            <a:r>
              <a:rPr lang="en-US" dirty="0"/>
              <a:t>. from a block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E: K× {0,1}</a:t>
            </a:r>
            <a:r>
              <a:rPr lang="en-US" b="1" baseline="30000" dirty="0"/>
              <a:t>n</a:t>
            </a:r>
            <a:r>
              <a:rPr lang="en-US" b="1" dirty="0"/>
              <a:t> ⟶ {0,1}</a:t>
            </a:r>
            <a:r>
              <a:rPr lang="en-US" b="1" baseline="30000" dirty="0"/>
              <a:t>n</a:t>
            </a:r>
            <a:r>
              <a:rPr lang="en-US" b="1" dirty="0"/>
              <a:t>  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mật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khối</a:t>
            </a:r>
            <a:r>
              <a:rPr lang="en-US" b="1" dirty="0"/>
              <a:t> </a:t>
            </a:r>
            <a:r>
              <a:rPr lang="en-US" dirty="0"/>
              <a:t>.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dirty="0"/>
              <a:t>The </a:t>
            </a:r>
            <a:r>
              <a:rPr lang="en-US" b="1" dirty="0"/>
              <a:t>Davies-Meyer </a:t>
            </a:r>
            <a:r>
              <a:rPr lang="en-US" dirty="0"/>
              <a:t>compression function</a:t>
            </a:r>
            <a:r>
              <a:rPr lang="en-US" b="1" dirty="0">
                <a:solidFill>
                  <a:srgbClr val="FF0000"/>
                </a:solidFill>
              </a:rPr>
              <a:t>:      h(H, m) = E(m, H)⨁H</a:t>
            </a:r>
          </a:p>
          <a:p>
            <a:pPr marL="0" indent="0">
              <a:spcBef>
                <a:spcPts val="2376"/>
              </a:spcBef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spcBef>
                <a:spcPts val="2376"/>
              </a:spcBef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spcBef>
                <a:spcPts val="2376"/>
              </a:spcBef>
              <a:buNone/>
            </a:pPr>
            <a:r>
              <a:rPr lang="en-US" b="1" u="sng" dirty="0" err="1"/>
              <a:t>Thm</a:t>
            </a:r>
            <a:r>
              <a:rPr lang="en-US" dirty="0"/>
              <a:t>:   Suppose E is an ideal cipher (collection of |K| random perms.).</a:t>
            </a:r>
          </a:p>
          <a:p>
            <a:pPr marL="0" indent="0">
              <a:spcBef>
                <a:spcPts val="576"/>
              </a:spcBef>
              <a:buNone/>
            </a:pPr>
            <a:r>
              <a:rPr lang="en-US" dirty="0"/>
              <a:t>Finding a collision </a:t>
            </a:r>
            <a:r>
              <a:rPr lang="en-US" b="1" dirty="0"/>
              <a:t>h(</a:t>
            </a:r>
            <a:r>
              <a:rPr lang="en-US" b="1" dirty="0" err="1"/>
              <a:t>H,m</a:t>
            </a:r>
            <a:r>
              <a:rPr lang="en-US" b="1" dirty="0"/>
              <a:t>)=h(</a:t>
            </a:r>
            <a:r>
              <a:rPr lang="en-US" b="1" dirty="0" err="1"/>
              <a:t>H’,m</a:t>
            </a:r>
            <a:r>
              <a:rPr lang="en-US" b="1" dirty="0"/>
              <a:t>’)  </a:t>
            </a:r>
            <a:r>
              <a:rPr lang="en-US" dirty="0"/>
              <a:t>takes </a:t>
            </a:r>
            <a:r>
              <a:rPr lang="en-US" b="1" dirty="0">
                <a:solidFill>
                  <a:srgbClr val="FF0000"/>
                </a:solidFill>
              </a:rPr>
              <a:t>O(2</a:t>
            </a:r>
            <a:r>
              <a:rPr lang="en-US" b="1" baseline="30000" dirty="0">
                <a:solidFill>
                  <a:srgbClr val="FF0000"/>
                </a:solidFill>
              </a:rPr>
              <a:t>n/2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dirty="0"/>
              <a:t>evaluations of (E,D).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514601" y="2667000"/>
            <a:ext cx="3517623" cy="1397000"/>
            <a:chOff x="558800" y="2546350"/>
            <a:chExt cx="3517623" cy="1397000"/>
          </a:xfrm>
        </p:grpSpPr>
        <p:grpSp>
          <p:nvGrpSpPr>
            <p:cNvPr id="26" name="Group 25"/>
            <p:cNvGrpSpPr/>
            <p:nvPr/>
          </p:nvGrpSpPr>
          <p:grpSpPr>
            <a:xfrm>
              <a:off x="2425700" y="2965450"/>
              <a:ext cx="768390" cy="654050"/>
              <a:chOff x="2425700" y="2927350"/>
              <a:chExt cx="768390" cy="654050"/>
            </a:xfrm>
          </p:grpSpPr>
          <p:sp>
            <p:nvSpPr>
              <p:cNvPr id="16" name="Rectangle 7"/>
              <p:cNvSpPr>
                <a:spLocks noChangeArrowheads="1"/>
              </p:cNvSpPr>
              <p:nvPr/>
            </p:nvSpPr>
            <p:spPr bwMode="auto">
              <a:xfrm>
                <a:off x="2514600" y="2952750"/>
                <a:ext cx="679490" cy="62865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Arial" charset="0"/>
                    <a:sym typeface="Symbol" pitchFamily="18" charset="2"/>
                  </a:rPr>
                  <a:t>E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425700" y="292735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&gt;</a:t>
                </a: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1282700" y="2546350"/>
              <a:ext cx="4776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/>
                <a:t>i</a:t>
              </a:r>
            </a:p>
          </p:txBody>
        </p:sp>
        <p:cxnSp>
          <p:nvCxnSpPr>
            <p:cNvPr id="23" name="Elbow Connector 22"/>
            <p:cNvCxnSpPr/>
            <p:nvPr/>
          </p:nvCxnSpPr>
          <p:spPr>
            <a:xfrm rot="16200000" flipH="1">
              <a:off x="1892346" y="2584405"/>
              <a:ext cx="231001" cy="967692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09600" y="3448050"/>
              <a:ext cx="190500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58800" y="3346450"/>
              <a:ext cx="3837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</a:t>
              </a:r>
              <a:r>
                <a:rPr lang="en-US" sz="2000" baseline="-25000" dirty="0"/>
                <a:t>i</a:t>
              </a:r>
            </a:p>
          </p:txBody>
        </p:sp>
        <p:cxnSp>
          <p:nvCxnSpPr>
            <p:cNvPr id="30" name="Straight Arrow Connector 29"/>
            <p:cNvCxnSpPr>
              <a:cxnSpLocks/>
              <a:stCxn id="16" idx="3"/>
            </p:cNvCxnSpPr>
            <p:nvPr/>
          </p:nvCxnSpPr>
          <p:spPr>
            <a:xfrm>
              <a:off x="3194090" y="3305175"/>
              <a:ext cx="48891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3568977" y="3046740"/>
              <a:ext cx="5074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⨁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974890" y="3412470"/>
              <a:ext cx="1828800" cy="530880"/>
              <a:chOff x="1974890" y="3412470"/>
              <a:chExt cx="1828800" cy="530880"/>
            </a:xfrm>
          </p:grpSpPr>
          <p:cxnSp>
            <p:nvCxnSpPr>
              <p:cNvPr id="34" name="Elbow Connector 33"/>
              <p:cNvCxnSpPr>
                <a:cxnSpLocks/>
              </p:cNvCxnSpPr>
              <p:nvPr/>
            </p:nvCxnSpPr>
            <p:spPr>
              <a:xfrm>
                <a:off x="1974890" y="3475781"/>
                <a:ext cx="1828800" cy="455057"/>
              </a:xfrm>
              <a:prstGeom prst="bentConnector3">
                <a:avLst>
                  <a:gd name="adj1" fmla="val -526"/>
                </a:avLst>
              </a:prstGeom>
              <a:ln>
                <a:solidFill>
                  <a:srgbClr val="000000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/>
              </p:cNvCxnSpPr>
              <p:nvPr/>
            </p:nvCxnSpPr>
            <p:spPr>
              <a:xfrm flipV="1">
                <a:off x="3803690" y="3412470"/>
                <a:ext cx="0" cy="53088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2971800" y="5486401"/>
            <a:ext cx="208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Best possible !!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26E66B-A8DC-ED4E-B90B-21533312AD5E}"/>
              </a:ext>
            </a:extLst>
          </p:cNvPr>
          <p:cNvCxnSpPr>
            <a:cxnSpLocks/>
          </p:cNvCxnSpPr>
          <p:nvPr/>
        </p:nvCxnSpPr>
        <p:spPr>
          <a:xfrm>
            <a:off x="5867400" y="3451088"/>
            <a:ext cx="53971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82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block cipher constructions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Miyaguchi-Preneel</a:t>
            </a:r>
            <a:r>
              <a:rPr lang="en-US" dirty="0"/>
              <a:t>:       </a:t>
            </a:r>
            <a:r>
              <a:rPr lang="en-US" b="1" dirty="0">
                <a:solidFill>
                  <a:srgbClr val="FF0000"/>
                </a:solidFill>
              </a:rPr>
              <a:t>h(H, m) = E(m, H)⨁</a:t>
            </a:r>
            <a:r>
              <a:rPr lang="en-US" b="1" dirty="0" err="1">
                <a:solidFill>
                  <a:srgbClr val="FF0000"/>
                </a:solidFill>
              </a:rPr>
              <a:t>H⨁m</a:t>
            </a:r>
            <a:r>
              <a:rPr lang="en-US" b="1" dirty="0">
                <a:solidFill>
                  <a:srgbClr val="FF0000"/>
                </a:solidFill>
              </a:rPr>
              <a:t>      </a:t>
            </a:r>
            <a:r>
              <a:rPr lang="en-US" b="1" dirty="0"/>
              <a:t> (Whirlpool)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spcBef>
                <a:spcPts val="1176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			  h(H, m) =  E(</a:t>
            </a:r>
            <a:r>
              <a:rPr lang="en-US" b="1" dirty="0" err="1">
                <a:solidFill>
                  <a:srgbClr val="FF0000"/>
                </a:solidFill>
              </a:rPr>
              <a:t>H⨁m</a:t>
            </a:r>
            <a:r>
              <a:rPr lang="en-US" b="1" dirty="0">
                <a:solidFill>
                  <a:srgbClr val="FF0000"/>
                </a:solidFill>
              </a:rPr>
              <a:t>, m)⨁m</a:t>
            </a:r>
            <a:endParaRPr lang="en-US" dirty="0"/>
          </a:p>
          <a:p>
            <a:pPr marL="0" indent="0">
              <a:spcBef>
                <a:spcPts val="1176"/>
              </a:spcBef>
              <a:buNone/>
            </a:pPr>
            <a:r>
              <a:rPr lang="en-US" dirty="0"/>
              <a:t>			      </a:t>
            </a:r>
            <a:r>
              <a:rPr lang="en-US" dirty="0">
                <a:solidFill>
                  <a:srgbClr val="000000"/>
                </a:solidFill>
              </a:rPr>
              <a:t>total of 12 variants like this </a:t>
            </a:r>
          </a:p>
          <a:p>
            <a:pPr marL="0" indent="0">
              <a:spcBef>
                <a:spcPts val="1176"/>
              </a:spcBef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spcBef>
                <a:spcPts val="1176"/>
              </a:spcBef>
              <a:buNone/>
            </a:pPr>
            <a:r>
              <a:rPr lang="en-US" dirty="0">
                <a:solidFill>
                  <a:srgbClr val="000000"/>
                </a:solidFill>
              </a:rPr>
              <a:t>Other natural variants are insecure:</a:t>
            </a:r>
          </a:p>
          <a:p>
            <a:pPr marL="0" indent="0">
              <a:spcBef>
                <a:spcPts val="1176"/>
              </a:spcBef>
              <a:buNone/>
            </a:pPr>
            <a:r>
              <a:rPr lang="en-US" dirty="0">
                <a:solidFill>
                  <a:srgbClr val="000000"/>
                </a:solidFill>
              </a:rPr>
              <a:t>			</a:t>
            </a:r>
            <a:r>
              <a:rPr lang="en-US" dirty="0">
                <a:solidFill>
                  <a:srgbClr val="FF0000"/>
                </a:solidFill>
              </a:rPr>
              <a:t>h(H, m) = E(m, H)⨁m </a:t>
            </a:r>
            <a:r>
              <a:rPr lang="en-US" dirty="0">
                <a:solidFill>
                  <a:srgbClr val="000000"/>
                </a:solidFill>
              </a:rPr>
              <a:t>       (HW)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823" y="2800291"/>
            <a:ext cx="5876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  </a:t>
            </a:r>
            <a:r>
              <a:rPr lang="en-US" sz="2400" b="1" dirty="0"/>
              <a:t>E: {0,1}</a:t>
            </a:r>
            <a:r>
              <a:rPr lang="en-US" sz="2400" b="1" baseline="30000" dirty="0"/>
              <a:t>n</a:t>
            </a:r>
            <a:r>
              <a:rPr lang="en-US" sz="2400" b="1" dirty="0"/>
              <a:t> × {0,1}</a:t>
            </a:r>
            <a:r>
              <a:rPr lang="en-US" sz="2400" b="1" baseline="30000" dirty="0"/>
              <a:t>n</a:t>
            </a:r>
            <a:r>
              <a:rPr lang="en-US" sz="2400" b="1" dirty="0"/>
              <a:t> ⟶ {0,1}</a:t>
            </a:r>
            <a:r>
              <a:rPr lang="en-US" sz="2400" b="1" baseline="30000" dirty="0"/>
              <a:t>n    </a:t>
            </a:r>
            <a:r>
              <a:rPr lang="en-US" sz="2400" dirty="0"/>
              <a:t>for simplicity  </a:t>
            </a:r>
          </a:p>
        </p:txBody>
      </p:sp>
    </p:spTree>
    <p:extLst>
      <p:ext uri="{BB962C8B-B14F-4D97-AF65-F5344CB8AC3E}">
        <p14:creationId xmlns:p14="http://schemas.microsoft.com/office/powerpoint/2010/main" val="1284439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8EFD-DA89-A349-AA05-431CBBE6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en-VN" dirty="0"/>
              <a:t>ase study SHA-512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231A-2B78-7D42-9128-5C0305F4C4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SHA-512 là phiên bản của SHA với bản mã băm 512 bit, dựa trên lược đồ Merkle-Damgard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SHA-512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tạo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băm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512-bit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đầu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nhỏ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hơn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128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hiệu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tối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A229817B-CB05-AF41-AA97-3CB9D85D8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6450806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478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1CD1-4A25-8448-A185-745221B5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Trường</a:t>
            </a:r>
            <a:r>
              <a:rPr lang="en-US" altLang="en-US" dirty="0"/>
              <a:t> Padding </a:t>
            </a:r>
            <a:r>
              <a:rPr lang="en-US" altLang="en-US" dirty="0" err="1"/>
              <a:t>và</a:t>
            </a:r>
            <a:r>
              <a:rPr lang="en-US" altLang="en-US" dirty="0"/>
              <a:t> length</a:t>
            </a:r>
            <a:endParaRPr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833CFFB6-E663-114A-A0A6-32F5673AB939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804" y="1246129"/>
            <a:ext cx="8674100" cy="195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D1D0A-E0AB-3C46-A4A4-DFCA15B1FDAD}"/>
              </a:ext>
            </a:extLst>
          </p:cNvPr>
          <p:cNvSpPr txBox="1"/>
          <p:nvPr/>
        </p:nvSpPr>
        <p:spPr>
          <a:xfrm>
            <a:off x="418084" y="3400003"/>
            <a:ext cx="7211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(M+P+128) ≡ 0 mod 1024 </a:t>
            </a:r>
            <a:r>
              <a:rPr lang="en-US" altLang="en-VN" dirty="0">
                <a:sym typeface="Wingdings" pitchFamily="2" charset="2"/>
              </a:rPr>
              <a:t> P (padding ) </a:t>
            </a:r>
            <a:r>
              <a:rPr lang="en-US" altLang="en-US" dirty="0"/>
              <a:t>≡</a:t>
            </a:r>
            <a:r>
              <a:rPr lang="en-US" altLang="en-VN" dirty="0">
                <a:sym typeface="Wingdings" pitchFamily="2" charset="2"/>
              </a:rPr>
              <a:t> (-M-128) mod 1024</a:t>
            </a:r>
            <a:endParaRPr lang="en-US" altLang="en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F9691-9E9D-D742-8BEF-ED2E6738BB60}"/>
              </a:ext>
            </a:extLst>
          </p:cNvPr>
          <p:cNvSpPr txBox="1"/>
          <p:nvPr/>
        </p:nvSpPr>
        <p:spPr>
          <a:xfrm>
            <a:off x="234804" y="80894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r>
              <a:rPr lang="en-US" altLang="en-US" dirty="0"/>
              <a:t>: </a:t>
            </a:r>
            <a:r>
              <a:rPr lang="en-US" altLang="en-US" dirty="0" err="1"/>
              <a:t>Số</a:t>
            </a:r>
            <a:r>
              <a:rPr lang="en-US" altLang="en-US" dirty="0"/>
              <a:t> bit </a:t>
            </a:r>
            <a:r>
              <a:rPr lang="en-US" altLang="en-US" dirty="0" err="1"/>
              <a:t>đệm</a:t>
            </a:r>
            <a:r>
              <a:rPr lang="en-US" altLang="en-US" dirty="0"/>
              <a:t> Padding </a:t>
            </a:r>
            <a:r>
              <a:rPr lang="en-US" altLang="en-US" dirty="0" err="1"/>
              <a:t>là</a:t>
            </a:r>
            <a:r>
              <a:rPr lang="en-US" altLang="en-US" dirty="0"/>
              <a:t> bao </a:t>
            </a:r>
            <a:r>
              <a:rPr lang="en-US" altLang="en-US" dirty="0" err="1"/>
              <a:t>nhiêu</a:t>
            </a:r>
            <a:r>
              <a:rPr lang="en-US" altLang="en-US" dirty="0"/>
              <a:t>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bản</a:t>
            </a:r>
            <a:r>
              <a:rPr lang="en-US" altLang="en-US" dirty="0"/>
              <a:t> tin </a:t>
            </a:r>
            <a:r>
              <a:rPr lang="en-US" altLang="en-US" dirty="0" err="1"/>
              <a:t>gốc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2590 bit?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9964411A-8C2D-0040-87D7-BEF8F3AD0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84" y="3798332"/>
            <a:ext cx="5770960" cy="60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254438-A0EE-9D41-BCE6-A5BF17F4E33E}"/>
              </a:ext>
            </a:extLst>
          </p:cNvPr>
          <p:cNvSpPr txBox="1"/>
          <p:nvPr/>
        </p:nvSpPr>
        <p:spPr>
          <a:xfrm>
            <a:off x="418085" y="4485112"/>
            <a:ext cx="588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bao </a:t>
            </a:r>
            <a:r>
              <a:rPr lang="en-US" altLang="en-US" dirty="0" err="1"/>
              <a:t>gồm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1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353 </a:t>
            </a:r>
            <a:r>
              <a:rPr lang="en-US" altLang="en-US" dirty="0" err="1"/>
              <a:t>số</a:t>
            </a:r>
            <a:r>
              <a:rPr lang="en-US" altLang="en-US" dirty="0"/>
              <a:t> 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EC23A-B668-AF40-BCB5-E7E395415702}"/>
              </a:ext>
            </a:extLst>
          </p:cNvPr>
          <p:cNvSpPr txBox="1"/>
          <p:nvPr/>
        </p:nvSpPr>
        <p:spPr>
          <a:xfrm>
            <a:off x="418085" y="4834159"/>
            <a:ext cx="7863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dirty="0" err="1"/>
              <a:t>Chúng</a:t>
            </a:r>
            <a:r>
              <a:rPr lang="en-US" altLang="en-US" dirty="0"/>
              <a:t> ta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tin </a:t>
            </a:r>
            <a:r>
              <a:rPr lang="en-US" altLang="en-US" dirty="0" err="1"/>
              <a:t>nhắn</a:t>
            </a:r>
            <a:r>
              <a:rPr lang="en-US" altLang="en-US" dirty="0"/>
              <a:t> </a:t>
            </a:r>
            <a:r>
              <a:rPr lang="en-US" altLang="en-US" dirty="0" err="1"/>
              <a:t>gốc</a:t>
            </a:r>
            <a:r>
              <a:rPr lang="en-US" altLang="en-US" dirty="0"/>
              <a:t> </a:t>
            </a:r>
            <a:r>
              <a:rPr lang="en-US" altLang="en-US" dirty="0" err="1"/>
              <a:t>đã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bội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1024 bit?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9D9AA-D8BD-874E-8401-FBF6FC2BDF30}"/>
              </a:ext>
            </a:extLst>
          </p:cNvPr>
          <p:cNvSpPr txBox="1"/>
          <p:nvPr/>
        </p:nvSpPr>
        <p:spPr>
          <a:xfrm>
            <a:off x="418084" y="5218059"/>
            <a:ext cx="8000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i="0" baseline="0"/>
            </a:lvl1pPr>
          </a:lstStyle>
          <a:p>
            <a:r>
              <a:rPr lang="vi-VN" altLang="en-US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Có, bởi vì chúng </a:t>
            </a:r>
            <a:r>
              <a:rPr lang="en-US" altLang="en-US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ta</a:t>
            </a:r>
            <a:r>
              <a:rPr lang="vi-VN" altLang="en-US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cần thêm trường độ dài. Vì vậy, cần đệm để tạo khối mới là bội số của 1024 bit</a:t>
            </a:r>
            <a:r>
              <a:rPr lang="en-US" altLang="en-US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s</a:t>
            </a:r>
            <a:r>
              <a:rPr lang="vi-VN" altLang="en-US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.</a:t>
            </a:r>
            <a:endParaRPr lang="en-US" altLang="en-US" dirty="0"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99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E52C-3999-054F-98C3-73716D1F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Trường</a:t>
            </a:r>
            <a:r>
              <a:rPr lang="en-US" altLang="en-US" dirty="0"/>
              <a:t> Padding </a:t>
            </a:r>
            <a:r>
              <a:rPr lang="en-US" altLang="en-US" dirty="0" err="1"/>
              <a:t>và</a:t>
            </a:r>
            <a:r>
              <a:rPr lang="en-US" altLang="en-US" dirty="0"/>
              <a:t> length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F6D0-60B6-6B8E-FDB1-286725A9D8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E2999-241E-7743-B806-22923DF05AA8}"/>
              </a:ext>
            </a:extLst>
          </p:cNvPr>
          <p:cNvSpPr txBox="1"/>
          <p:nvPr/>
        </p:nvSpPr>
        <p:spPr>
          <a:xfrm>
            <a:off x="5334001" y="1609636"/>
            <a:ext cx="2577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vi-VN" altLang="en-US" dirty="0"/>
              <a:t>Số bit đệm tối thiểu và tối đa có thể được thêm vào </a:t>
            </a:r>
            <a:r>
              <a:rPr lang="en-US" altLang="en-US" dirty="0" err="1"/>
              <a:t>bản</a:t>
            </a:r>
            <a:r>
              <a:rPr lang="en-US" altLang="en-US" dirty="0"/>
              <a:t> tin</a:t>
            </a:r>
            <a:r>
              <a:rPr lang="vi-VN" altLang="en-US" dirty="0"/>
              <a:t> là bao nhiêu?</a:t>
            </a:r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E220E-4E82-DF4F-A717-1740774D0881}"/>
              </a:ext>
            </a:extLst>
          </p:cNvPr>
          <p:cNvSpPr txBox="1"/>
          <p:nvPr/>
        </p:nvSpPr>
        <p:spPr>
          <a:xfrm>
            <a:off x="5083629" y="3040796"/>
            <a:ext cx="35814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thiểu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padding </a:t>
            </a:r>
            <a:r>
              <a:rPr lang="en-US" altLang="en-US" dirty="0" err="1"/>
              <a:t>là</a:t>
            </a:r>
            <a:r>
              <a:rPr lang="en-US" altLang="en-US" dirty="0"/>
              <a:t> 0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nó</a:t>
            </a:r>
            <a:r>
              <a:rPr lang="en-US" altLang="en-US" dirty="0"/>
              <a:t> </a:t>
            </a:r>
            <a:r>
              <a:rPr lang="en-US" altLang="en-US" dirty="0" err="1"/>
              <a:t>xảy</a:t>
            </a:r>
            <a:r>
              <a:rPr lang="en-US" altLang="en-US" dirty="0"/>
              <a:t> ra </a:t>
            </a:r>
            <a:r>
              <a:rPr lang="en-US" altLang="en-US" dirty="0" err="1"/>
              <a:t>khi</a:t>
            </a:r>
            <a:r>
              <a:rPr lang="en-US" altLang="en-US" dirty="0"/>
              <a:t> (−M - 128) mod 1024 </a:t>
            </a:r>
            <a:r>
              <a:rPr lang="en-US" altLang="en-US" dirty="0" err="1"/>
              <a:t>bằng</a:t>
            </a:r>
            <a:r>
              <a:rPr lang="en-US" altLang="en-US" dirty="0"/>
              <a:t> 0.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| M | = −128 mod 1024 = 896 mod 1024 bit. </a:t>
            </a:r>
            <a:r>
              <a:rPr lang="en-US" altLang="en-US" dirty="0" err="1"/>
              <a:t>Nói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khác</a:t>
            </a:r>
            <a:r>
              <a:rPr lang="en-US" altLang="en-US" dirty="0"/>
              <a:t>,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cùng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điệp</a:t>
            </a:r>
            <a:r>
              <a:rPr lang="en-US" altLang="en-US" dirty="0"/>
              <a:t> </a:t>
            </a:r>
            <a:r>
              <a:rPr lang="en-US" altLang="en-US" dirty="0" err="1"/>
              <a:t>gốc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896 bit. </a:t>
            </a:r>
            <a:r>
              <a:rPr lang="en-US" altLang="en-US" dirty="0" err="1"/>
              <a:t>Chúng</a:t>
            </a:r>
            <a:r>
              <a:rPr lang="en-US" altLang="en-US" dirty="0"/>
              <a:t> ta </a:t>
            </a:r>
            <a:r>
              <a:rPr lang="en-US" altLang="en-US" dirty="0" err="1"/>
              <a:t>thêm</a:t>
            </a:r>
            <a:r>
              <a:rPr lang="en-US" altLang="en-US" dirty="0"/>
              <a:t>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128 bit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làm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hoàn</a:t>
            </a:r>
            <a:r>
              <a:rPr lang="en-US" altLang="en-US" dirty="0"/>
              <a:t> </a:t>
            </a:r>
            <a:r>
              <a:rPr lang="en-US" altLang="en-US" dirty="0" err="1"/>
              <a:t>chỉnh</a:t>
            </a:r>
            <a:r>
              <a:rPr lang="en-US" alt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8CB4C-79AE-4C46-A675-31348B115184}"/>
              </a:ext>
            </a:extLst>
          </p:cNvPr>
          <p:cNvSpPr txBox="1"/>
          <p:nvPr/>
        </p:nvSpPr>
        <p:spPr>
          <a:xfrm>
            <a:off x="152400" y="2209800"/>
            <a:ext cx="4599214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đa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vùng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1023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xảy</a:t>
            </a:r>
            <a:r>
              <a:rPr lang="en-US" altLang="en-US" dirty="0"/>
              <a:t> ra </a:t>
            </a:r>
            <a:r>
              <a:rPr lang="en-US" altLang="en-US" dirty="0" err="1"/>
              <a:t>khi</a:t>
            </a:r>
            <a:r>
              <a:rPr lang="en-US" altLang="en-US" dirty="0"/>
              <a:t> (- | M | −128) = 1023 mod 1024.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điệp</a:t>
            </a:r>
            <a:r>
              <a:rPr lang="en-US" altLang="en-US" dirty="0"/>
              <a:t> </a:t>
            </a:r>
            <a:r>
              <a:rPr lang="en-US" altLang="en-US" dirty="0" err="1"/>
              <a:t>gốc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| M | = (−128 −1023) mod 1024 </a:t>
            </a:r>
            <a:r>
              <a:rPr lang="en-US" altLang="en-US" dirty="0" err="1"/>
              <a:t>hoặc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| M | = 897 mod 1024.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, </a:t>
            </a:r>
            <a:r>
              <a:rPr lang="en-US" altLang="en-US" dirty="0" err="1"/>
              <a:t>chúng</a:t>
            </a:r>
            <a:r>
              <a:rPr lang="en-US" altLang="en-US" dirty="0"/>
              <a:t> ta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r>
              <a:rPr lang="en-US" altLang="en-US" dirty="0"/>
              <a:t> </a:t>
            </a:r>
            <a:r>
              <a:rPr lang="en-US" altLang="en-US" dirty="0" err="1"/>
              <a:t>thêm</a:t>
            </a:r>
            <a:r>
              <a:rPr lang="en-US" altLang="en-US" dirty="0"/>
              <a:t>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cùng</a:t>
            </a:r>
            <a:r>
              <a:rPr lang="en-US" altLang="en-US" dirty="0"/>
              <a:t> </a:t>
            </a:r>
            <a:r>
              <a:rPr lang="en-US" altLang="en-US" dirty="0" err="1"/>
              <a:t>vượt</a:t>
            </a:r>
            <a:r>
              <a:rPr lang="en-US" altLang="en-US" dirty="0"/>
              <a:t> </a:t>
            </a:r>
            <a:r>
              <a:rPr lang="en-US" altLang="en-US" dirty="0" err="1"/>
              <a:t>quá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bit </a:t>
            </a:r>
            <a:r>
              <a:rPr lang="en-US" altLang="en-US" dirty="0" err="1"/>
              <a:t>nhiều</a:t>
            </a:r>
            <a:r>
              <a:rPr lang="en-US" altLang="en-US" dirty="0"/>
              <a:t> </a:t>
            </a:r>
            <a:r>
              <a:rPr lang="en-US" altLang="en-US" dirty="0" err="1"/>
              <a:t>hơn</a:t>
            </a:r>
            <a:r>
              <a:rPr lang="en-US" altLang="en-US" dirty="0"/>
              <a:t> 1024. 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vậy</a:t>
            </a:r>
            <a:r>
              <a:rPr lang="en-US" altLang="en-US" dirty="0"/>
              <a:t>, </a:t>
            </a:r>
            <a:r>
              <a:rPr lang="en-US" altLang="en-US" dirty="0" err="1"/>
              <a:t>chúng</a:t>
            </a:r>
            <a:r>
              <a:rPr lang="en-US" altLang="en-US" dirty="0"/>
              <a:t> ta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thêm</a:t>
            </a:r>
            <a:r>
              <a:rPr lang="en-US" altLang="en-US" dirty="0"/>
              <a:t> 897 bit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hoàn</a:t>
            </a:r>
            <a:r>
              <a:rPr lang="en-US" altLang="en-US" dirty="0"/>
              <a:t> </a:t>
            </a:r>
            <a:r>
              <a:rPr lang="en-US" altLang="en-US" dirty="0" err="1"/>
              <a:t>thành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thứ</a:t>
            </a:r>
            <a:r>
              <a:rPr lang="en-US" altLang="en-US" dirty="0"/>
              <a:t> </a:t>
            </a:r>
            <a:r>
              <a:rPr lang="en-US" altLang="en-US" dirty="0" err="1"/>
              <a:t>hai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896 bit. </a:t>
            </a:r>
            <a:r>
              <a:rPr lang="en-US" altLang="en-US" dirty="0" err="1"/>
              <a:t>Bây</a:t>
            </a:r>
            <a:r>
              <a:rPr lang="en-US" altLang="en-US" dirty="0"/>
              <a:t> </a:t>
            </a:r>
            <a:r>
              <a:rPr lang="en-US" altLang="en-US" dirty="0" err="1"/>
              <a:t>giờ</a:t>
            </a:r>
            <a:r>
              <a:rPr lang="en-US" altLang="en-US" dirty="0"/>
              <a:t> </a:t>
            </a:r>
            <a:r>
              <a:rPr lang="en-US" altLang="en-US" dirty="0" err="1"/>
              <a:t>chiều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thêm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làm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hoàn</a:t>
            </a:r>
            <a:r>
              <a:rPr lang="en-US" altLang="en-US" dirty="0"/>
              <a:t> </a:t>
            </a:r>
            <a:r>
              <a:rPr lang="en-US" altLang="en-US" dirty="0" err="1"/>
              <a:t>chỉnh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6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D8D8-FDBD-C246-ACC6-4BB262F5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dirty="0"/>
              <a:t>SHA - 512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DE5862-8C33-084D-913F-926481C7F72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082737" y="1487489"/>
            <a:ext cx="4978527" cy="3978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E517BE-E9DB-6D47-8D2B-08220E9AE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314" y="1764847"/>
            <a:ext cx="3614601" cy="1230652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48CB0D9-A5D7-AB45-BCBF-01053502D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49" y="1814627"/>
            <a:ext cx="3187729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2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9163-A979-D145-BF14-C17E342C1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dirty="0"/>
              <a:t>Word and </a:t>
            </a:r>
            <a:r>
              <a:rPr lang="en-US" altLang="en-US" dirty="0">
                <a:solidFill>
                  <a:schemeClr val="folHlink"/>
                </a:solidFill>
              </a:rPr>
              <a:t>Word Expansion</a:t>
            </a:r>
            <a:r>
              <a:rPr lang="en-VN" dirty="0"/>
              <a:t> </a:t>
            </a:r>
            <a:endParaRPr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2CDF09F0-CCEC-DC46-AE05-FEF0E44468DE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950" y="2395200"/>
            <a:ext cx="8674100" cy="216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9C477419-17E0-5B45-BB43-434432B3B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3453494"/>
            <a:ext cx="5225653" cy="2362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80A51D-B5C8-4F49-A4B6-91315B321ADA}"/>
              </a:ext>
            </a:extLst>
          </p:cNvPr>
          <p:cNvSpPr txBox="1"/>
          <p:nvPr/>
        </p:nvSpPr>
        <p:spPr>
          <a:xfrm>
            <a:off x="3822700" y="849982"/>
            <a:ext cx="236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A message block and the message digest as words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F0DDE-F838-8544-B0C4-D396C773100A}"/>
              </a:ext>
            </a:extLst>
          </p:cNvPr>
          <p:cNvSpPr txBox="1"/>
          <p:nvPr/>
        </p:nvSpPr>
        <p:spPr>
          <a:xfrm>
            <a:off x="6451600" y="817169"/>
            <a:ext cx="2528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altLang="en-US" dirty="0"/>
              <a:t>Cho biết W60 được tạo ra như thế nào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06CD0-EFAB-3840-B312-7A8986CE43D0}"/>
              </a:ext>
            </a:extLst>
          </p:cNvPr>
          <p:cNvSpPr txBox="1"/>
          <p:nvPr/>
        </p:nvSpPr>
        <p:spPr>
          <a:xfrm>
            <a:off x="685801" y="849982"/>
            <a:ext cx="25390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vi-VN" altLang="en-US" dirty="0"/>
              <a:t>Mỗi từ trong phạm vi W16 đến W79 được tạo từ bốn từ đã tạo trước đó. W60 được làm như sau</a:t>
            </a:r>
            <a:endParaRPr lang="en-US" altLang="en-US" dirty="0"/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C7F6718F-C430-044D-A4EC-0511BCE1A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030" y="5304628"/>
            <a:ext cx="4236770" cy="33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8596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E7C3-BC8D-7348-B2CA-9C8F6E7F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chemeClr val="folHlink"/>
                </a:solidFill>
              </a:rPr>
              <a:t>Message Digest Initialization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B2B989-0C2B-C342-974B-8C48C54111C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41550" y="2771775"/>
            <a:ext cx="4660900" cy="1409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3361EA5E-A660-E64C-9D2F-82AE82974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752601"/>
            <a:ext cx="3930253" cy="407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900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465D-9FC6-2749-A8ED-2C7AB7CF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Inside R</a:t>
            </a:r>
            <a:r>
              <a:rPr lang="en-VN" dirty="0"/>
              <a:t>ound function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DDF0-499C-71A4-A558-59B65A0144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03D37D8-C28F-154B-A03A-40C210648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1098"/>
            <a:ext cx="2343150" cy="4154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100" baseline="0" dirty="0"/>
              <a:t>Majority Function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1CBE3396-83E2-834D-9528-3B93C1A8F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0" y="2567744"/>
            <a:ext cx="4131471" cy="381241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2">
            <a:extLst>
              <a:ext uri="{FF2B5EF4-FFF2-40B4-BE49-F238E27FC236}">
                <a16:creationId xmlns:a16="http://schemas.microsoft.com/office/drawing/2014/main" id="{F1699B77-0756-4442-88CD-3482EBE11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72" y="3221251"/>
            <a:ext cx="2686050" cy="4154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100" baseline="0" dirty="0"/>
              <a:t>Conditional Function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F0C234F-0D17-EF41-9FBA-F0C739302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72" y="4381839"/>
            <a:ext cx="2571750" cy="4154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100" baseline="0" dirty="0"/>
              <a:t>Rotate Functions</a:t>
            </a:r>
          </a:p>
        </p:txBody>
      </p:sp>
      <p:pic>
        <p:nvPicPr>
          <p:cNvPr id="8" name="Picture 14">
            <a:extLst>
              <a:ext uri="{FF2B5EF4-FFF2-40B4-BE49-F238E27FC236}">
                <a16:creationId xmlns:a16="http://schemas.microsoft.com/office/drawing/2014/main" id="{CD354529-2B35-BD4D-A1CD-11A316D34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6" y="3835779"/>
            <a:ext cx="3200400" cy="347031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98675A4B-E4E2-6047-9868-3F51B3F47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6" y="4913710"/>
            <a:ext cx="4466035" cy="63773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7A613DF0-CD12-8345-97DB-F0EC3C80F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588" y="1615407"/>
            <a:ext cx="4316528" cy="4347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273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A8BC-68A2-D648-8B5D-3AD585DA8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</a:t>
            </a:r>
            <a:r>
              <a:rPr lang="en-VN" dirty="0"/>
              <a:t>í dụ về hàm Majority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9860-C081-2A47-A762-A7D783B90E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Áp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Majority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A, B, and C.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hexa</a:t>
            </a:r>
            <a:r>
              <a:rPr lang="en-US" altLang="en-US" dirty="0"/>
              <a:t> </a:t>
            </a:r>
            <a:r>
              <a:rPr lang="en-US" altLang="en-US" dirty="0" err="1"/>
              <a:t>phía</a:t>
            </a:r>
            <a:r>
              <a:rPr lang="en-US" altLang="en-US" dirty="0"/>
              <a:t> </a:t>
            </a:r>
            <a:r>
              <a:rPr lang="en-US" altLang="en-US" dirty="0" err="1"/>
              <a:t>trái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0x7, 0xA, and 0xE, </a:t>
            </a:r>
            <a:r>
              <a:rPr lang="en-US" altLang="en-US" dirty="0" err="1"/>
              <a:t>thì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hexa</a:t>
            </a:r>
            <a:r>
              <a:rPr lang="en-US" altLang="en-US" dirty="0"/>
              <a:t> </a:t>
            </a:r>
            <a:r>
              <a:rPr lang="en-US" altLang="en-US" dirty="0" err="1"/>
              <a:t>trái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Majority </a:t>
            </a:r>
            <a:r>
              <a:rPr lang="en-US" altLang="en-US" dirty="0" err="1"/>
              <a:t>là</a:t>
            </a:r>
            <a:r>
              <a:rPr lang="en-US" altLang="en-US" dirty="0"/>
              <a:t> bao </a:t>
            </a:r>
            <a:r>
              <a:rPr lang="en-US" altLang="en-US" dirty="0" err="1"/>
              <a:t>nhiêu</a:t>
            </a:r>
            <a:r>
              <a:rPr lang="en-US" altLang="en-US" dirty="0"/>
              <a:t>?</a:t>
            </a:r>
          </a:p>
          <a:p>
            <a:pPr algn="just"/>
            <a:r>
              <a:rPr lang="en-US" altLang="en-US" dirty="0">
                <a:solidFill>
                  <a:schemeClr val="hlink"/>
                </a:solidFill>
              </a:rPr>
              <a:t>Solution: </a:t>
            </a:r>
            <a:r>
              <a:rPr lang="en-US" altLang="en-US" dirty="0"/>
              <a:t>The digits in binary are 0111, 1010, and 1110.</a:t>
            </a:r>
          </a:p>
          <a:p>
            <a:pPr lvl="1" algn="just"/>
            <a:r>
              <a:rPr lang="en-US" altLang="en-US" dirty="0"/>
              <a:t>The first bits are 0, 1, and 1. The majority is 1.</a:t>
            </a:r>
          </a:p>
          <a:p>
            <a:pPr lvl="1"/>
            <a:r>
              <a:rPr lang="en-US" altLang="en-US" dirty="0"/>
              <a:t>The second bits are 1, 0, and 1. The majority is 1.</a:t>
            </a:r>
          </a:p>
          <a:p>
            <a:pPr lvl="1"/>
            <a:r>
              <a:rPr lang="en-US" altLang="en-US" dirty="0"/>
              <a:t>The third bits are 1, 1, and 1. The majority is 1.</a:t>
            </a:r>
          </a:p>
          <a:p>
            <a:pPr lvl="1"/>
            <a:r>
              <a:rPr lang="en-US" altLang="en-US" dirty="0"/>
              <a:t>The fourth bits are 1, 0, and 0. The majority is 0.</a:t>
            </a:r>
          </a:p>
          <a:p>
            <a:r>
              <a:rPr lang="en-US" altLang="en-US" dirty="0"/>
              <a:t>The result is 1110, or 0xE in hexadecimal.</a:t>
            </a:r>
          </a:p>
        </p:txBody>
      </p:sp>
    </p:spTree>
    <p:extLst>
      <p:ext uri="{BB962C8B-B14F-4D97-AF65-F5344CB8AC3E}">
        <p14:creationId xmlns:p14="http://schemas.microsoft.com/office/powerpoint/2010/main" val="89966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6BA6-772E-4944-9B1E-F4E478EC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</a:t>
            </a:r>
            <a:r>
              <a:rPr lang="en-VN" dirty="0"/>
              <a:t>í dụ về hàm Conditional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E827-64F5-1142-B487-D726F668AE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Áp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Conditional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E, F, and G.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hexa</a:t>
            </a:r>
            <a:r>
              <a:rPr lang="en-US" altLang="en-US" dirty="0"/>
              <a:t> </a:t>
            </a:r>
            <a:r>
              <a:rPr lang="en-US" altLang="en-US" dirty="0" err="1"/>
              <a:t>trái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đệm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lần</a:t>
            </a:r>
            <a:r>
              <a:rPr lang="en-US" altLang="en-US" dirty="0"/>
              <a:t> </a:t>
            </a:r>
            <a:r>
              <a:rPr lang="en-US" altLang="en-US" dirty="0" err="1"/>
              <a:t>lượt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0x9, 0xA, and 0xF,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trái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đầu</a:t>
            </a:r>
            <a:r>
              <a:rPr lang="en-US" altLang="en-US" dirty="0"/>
              <a:t> ra </a:t>
            </a:r>
            <a:r>
              <a:rPr lang="en-US" altLang="en-US" dirty="0" err="1"/>
              <a:t>là</a:t>
            </a:r>
            <a:r>
              <a:rPr lang="en-US" altLang="en-US" dirty="0"/>
              <a:t> bao </a:t>
            </a:r>
            <a:r>
              <a:rPr lang="en-US" altLang="en-US" dirty="0" err="1"/>
              <a:t>nhiêu</a:t>
            </a:r>
            <a:r>
              <a:rPr lang="en-US" altLang="en-US" dirty="0"/>
              <a:t>?</a:t>
            </a:r>
          </a:p>
          <a:p>
            <a:r>
              <a:rPr lang="en-US" altLang="en-US" dirty="0">
                <a:solidFill>
                  <a:schemeClr val="hlink"/>
                </a:solidFill>
              </a:rPr>
              <a:t>Solution:</a:t>
            </a:r>
            <a:r>
              <a:rPr lang="en-US" altLang="en-US" dirty="0"/>
              <a:t> The digits in binary are 1001, 1010, and 1111.</a:t>
            </a:r>
          </a:p>
          <a:p>
            <a:pPr lvl="1"/>
            <a:r>
              <a:rPr lang="en-US" altLang="en-US" dirty="0"/>
              <a:t>The first bits are 1, 1, and 1. The result is F</a:t>
            </a:r>
            <a:r>
              <a:rPr lang="en-US" altLang="en-US" baseline="-25000" dirty="0"/>
              <a:t>1</a:t>
            </a:r>
            <a:r>
              <a:rPr lang="en-US" altLang="en-US" dirty="0"/>
              <a:t>, which </a:t>
            </a:r>
            <a:r>
              <a:rPr lang="en-US" altLang="en-US" dirty="0">
                <a:solidFill>
                  <a:srgbClr val="FF0000"/>
                </a:solidFill>
              </a:rPr>
              <a:t>is 1.</a:t>
            </a:r>
          </a:p>
          <a:p>
            <a:pPr lvl="1"/>
            <a:r>
              <a:rPr lang="en-US" altLang="en-US" dirty="0"/>
              <a:t>The second bits are 0, 0, and 1. The result is G</a:t>
            </a:r>
            <a:r>
              <a:rPr lang="en-US" altLang="en-US" baseline="-25000" dirty="0"/>
              <a:t>2</a:t>
            </a:r>
            <a:r>
              <a:rPr lang="en-US" altLang="en-US" dirty="0"/>
              <a:t>, which is 1.</a:t>
            </a:r>
            <a:endParaRPr lang="en-US" altLang="en-US" dirty="0">
              <a:solidFill>
                <a:schemeClr val="hlink"/>
              </a:solidFill>
            </a:endParaRPr>
          </a:p>
          <a:p>
            <a:pPr lvl="1"/>
            <a:r>
              <a:rPr lang="en-US" altLang="en-US" dirty="0"/>
              <a:t>The third bits are 0, 1, and 1. The result is G</a:t>
            </a:r>
            <a:r>
              <a:rPr lang="en-US" altLang="en-US" baseline="-25000" dirty="0"/>
              <a:t>3</a:t>
            </a:r>
            <a:r>
              <a:rPr lang="en-US" altLang="en-US" dirty="0"/>
              <a:t>, which is 1.</a:t>
            </a:r>
            <a:endParaRPr lang="en-US" altLang="en-US" dirty="0">
              <a:solidFill>
                <a:schemeClr val="hlink"/>
              </a:solidFill>
            </a:endParaRPr>
          </a:p>
          <a:p>
            <a:pPr lvl="1"/>
            <a:r>
              <a:rPr lang="en-US" altLang="en-US" dirty="0"/>
              <a:t>The fourth bits are 1, 0, and 1. The result is F</a:t>
            </a:r>
            <a:r>
              <a:rPr lang="en-US" altLang="en-US" baseline="-25000" dirty="0"/>
              <a:t>4</a:t>
            </a:r>
            <a:r>
              <a:rPr lang="en-US" altLang="en-US" dirty="0"/>
              <a:t>, which is 0.</a:t>
            </a:r>
          </a:p>
          <a:p>
            <a:r>
              <a:rPr lang="en-US" altLang="en-US" dirty="0"/>
              <a:t>The result is 1110, or 0xE in hexadecimal.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728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9FC5-966D-7346-AEBB-AFF1E459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en-VN" dirty="0"/>
              <a:t>onstants </a:t>
            </a:r>
            <a:endParaRPr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C067ABA-C277-B74D-B03B-0C71183D494F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1717" y="1487489"/>
            <a:ext cx="6320567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5472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8B17-5C49-714B-AE97-15CE1E5D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</a:t>
            </a:r>
            <a:r>
              <a:rPr lang="en-VN" dirty="0"/>
              <a:t>í dụ tạo hằng số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DE6B-CE91-F54C-BE63-6D986C2EA2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dirty="0" err="1"/>
              <a:t>Có</a:t>
            </a:r>
            <a:r>
              <a:rPr lang="en-US" altLang="en-US" dirty="0"/>
              <a:t> 80 </a:t>
            </a:r>
            <a:r>
              <a:rPr lang="en-US" altLang="en-US" dirty="0" err="1"/>
              <a:t>hằng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, K</a:t>
            </a:r>
            <a:r>
              <a:rPr lang="en-US" altLang="en-US" baseline="-25000" dirty="0"/>
              <a:t>0</a:t>
            </a:r>
            <a:r>
              <a:rPr lang="en-US" altLang="en-US" dirty="0"/>
              <a:t> to K</a:t>
            </a:r>
            <a:r>
              <a:rPr lang="en-US" altLang="en-US" baseline="-25000" dirty="0"/>
              <a:t>79</a:t>
            </a:r>
            <a:r>
              <a:rPr lang="en-US" altLang="en-US" dirty="0"/>
              <a:t>,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64 bits</a:t>
            </a:r>
            <a:r>
              <a:rPr lang="en-US" altLang="en-US" dirty="0"/>
              <a:t>.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80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nguyên</a:t>
            </a:r>
            <a:r>
              <a:rPr lang="en-US" altLang="en-US" dirty="0"/>
              <a:t> </a:t>
            </a:r>
            <a:r>
              <a:rPr lang="en-US" altLang="en-US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đầu</a:t>
            </a:r>
            <a:r>
              <a:rPr lang="en-US" altLang="en-US" dirty="0"/>
              <a:t> </a:t>
            </a:r>
            <a:r>
              <a:rPr lang="en-US" altLang="en-US" dirty="0" err="1"/>
              <a:t>tiên</a:t>
            </a:r>
            <a:r>
              <a:rPr lang="en-US" altLang="en-US" dirty="0"/>
              <a:t> (2,3,5 …409). </a:t>
            </a:r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r>
              <a:rPr lang="en-US" altLang="en-US" dirty="0"/>
              <a:t>,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nguyên</a:t>
            </a:r>
            <a:r>
              <a:rPr lang="en-US" altLang="en-US" dirty="0"/>
              <a:t> </a:t>
            </a:r>
            <a:r>
              <a:rPr lang="en-US" altLang="en-US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thứ</a:t>
            </a:r>
            <a:r>
              <a:rPr lang="en-US" altLang="en-US" dirty="0"/>
              <a:t> 80 </a:t>
            </a:r>
            <a:r>
              <a:rPr lang="en-US" altLang="en-US" dirty="0" err="1"/>
              <a:t>là</a:t>
            </a:r>
            <a:r>
              <a:rPr lang="en-US" altLang="en-US" dirty="0"/>
              <a:t> 409, </a:t>
            </a:r>
            <a:r>
              <a:rPr lang="en-US" altLang="en-US" dirty="0" err="1"/>
              <a:t>lấy</a:t>
            </a:r>
            <a:r>
              <a:rPr lang="en-US" altLang="en-US" dirty="0"/>
              <a:t> </a:t>
            </a:r>
            <a:r>
              <a:rPr lang="en-US" altLang="en-US" dirty="0" err="1"/>
              <a:t>căn</a:t>
            </a:r>
            <a:r>
              <a:rPr lang="en-US" altLang="en-US" dirty="0"/>
              <a:t> </a:t>
            </a:r>
            <a:r>
              <a:rPr lang="en-US" altLang="en-US" dirty="0" err="1"/>
              <a:t>bậc</a:t>
            </a:r>
            <a:r>
              <a:rPr lang="en-US" altLang="en-US" dirty="0"/>
              <a:t> 3 (cubic root) </a:t>
            </a:r>
            <a:r>
              <a:rPr lang="en-US" altLang="en-US" dirty="0" err="1"/>
              <a:t>của</a:t>
            </a:r>
            <a:r>
              <a:rPr lang="en-US" altLang="en-US" dirty="0"/>
              <a:t> 409 </a:t>
            </a:r>
            <a:r>
              <a:rPr lang="en-US" altLang="en-US" dirty="0" err="1"/>
              <a:t>là</a:t>
            </a:r>
            <a:r>
              <a:rPr lang="en-US" altLang="en-US" dirty="0"/>
              <a:t> (409)</a:t>
            </a:r>
            <a:r>
              <a:rPr lang="en-US" altLang="en-US" baseline="30000" dirty="0"/>
              <a:t>1/3</a:t>
            </a:r>
            <a:r>
              <a:rPr lang="en-US" altLang="en-US" dirty="0"/>
              <a:t> = 7.42291412044… </a:t>
            </a:r>
          </a:p>
          <a:p>
            <a:r>
              <a:rPr lang="en-US" altLang="en-US" dirty="0" err="1"/>
              <a:t>Chuyển</a:t>
            </a:r>
            <a:r>
              <a:rPr lang="en-US" altLang="en-US" dirty="0"/>
              <a:t> </a:t>
            </a:r>
            <a:r>
              <a:rPr lang="en-US" altLang="en-US" dirty="0" err="1"/>
              <a:t>đổi</a:t>
            </a:r>
            <a:r>
              <a:rPr lang="en-US" altLang="en-US" dirty="0"/>
              <a:t> </a:t>
            </a:r>
            <a:r>
              <a:rPr lang="en-US" altLang="en-US" dirty="0" err="1"/>
              <a:t>dưới</a:t>
            </a:r>
            <a:r>
              <a:rPr lang="en-US" altLang="en-US" dirty="0"/>
              <a:t> </a:t>
            </a:r>
            <a:r>
              <a:rPr lang="en-US" altLang="en-US" dirty="0" err="1"/>
              <a:t>dạng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 </a:t>
            </a:r>
            <a:r>
              <a:rPr lang="en-US" altLang="en-US" dirty="0" err="1"/>
              <a:t>nhị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64 bit ta </a:t>
            </a:r>
            <a:r>
              <a:rPr lang="en-US" altLang="en-US" dirty="0" err="1"/>
              <a:t>có</a:t>
            </a:r>
            <a:endParaRPr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F861EAB8-015A-9044-85C4-5877521FB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4020742"/>
            <a:ext cx="5848350" cy="345281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8FEE6-109E-9C41-8353-66ECC2FA42F8}"/>
              </a:ext>
            </a:extLst>
          </p:cNvPr>
          <p:cNvSpPr txBox="1"/>
          <p:nvPr/>
        </p:nvSpPr>
        <p:spPr>
          <a:xfrm>
            <a:off x="1647825" y="4634401"/>
            <a:ext cx="459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dirty="0"/>
              <a:t>The fraction part: </a:t>
            </a:r>
            <a:r>
              <a:rPr lang="en-US" altLang="en-US" dirty="0">
                <a:solidFill>
                  <a:schemeClr val="hlink"/>
                </a:solidFill>
              </a:rPr>
              <a:t>(6C44198C4A475817)</a:t>
            </a:r>
            <a:r>
              <a:rPr lang="en-US" altLang="en-US" baseline="-25000" dirty="0">
                <a:solidFill>
                  <a:schemeClr val="hlink"/>
                </a:solidFill>
              </a:rPr>
              <a:t>16</a:t>
            </a:r>
            <a:endParaRPr lang="en-US" altLang="en-US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753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B4A3-3ABD-6641-8464-0EE04DC5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Bài tập SHA 512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A4015-2AC7-E245-8930-32424F18D1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include here an example based on one in FIPS 180. We wish to hash a one-block message consisting of three ASCII characters: “</a:t>
            </a:r>
            <a:r>
              <a:rPr lang="en-US" dirty="0" err="1"/>
              <a:t>abc</a:t>
            </a:r>
            <a:r>
              <a:rPr lang="en-US" dirty="0"/>
              <a:t>”, which is equivalent to the following 24-bit binary string: </a:t>
            </a:r>
            <a:r>
              <a:rPr lang="en-VN" dirty="0"/>
              <a:t>01100001 01100010 01100011 </a:t>
            </a:r>
            <a:endParaRPr lang="en-US" dirty="0"/>
          </a:p>
          <a:p>
            <a:r>
              <a:rPr lang="en-US" dirty="0"/>
              <a:t>The padding consists of 896 - 24 = 872bits, consisting of a “1” bit followed by 871 “0” bits.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ra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2 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44D93-68D0-3D4B-8AA3-ED2D4061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3492945"/>
            <a:ext cx="7770666" cy="11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5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02480" y="2971800"/>
            <a:ext cx="2636520" cy="60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Provable compression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p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2000 bit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1 ≤ u, v  ≤ p  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Cho  </a:t>
            </a:r>
            <a:r>
              <a:rPr lang="en-US" dirty="0" err="1"/>
              <a:t>m,h</a:t>
            </a:r>
            <a:r>
              <a:rPr lang="en-US" dirty="0"/>
              <a:t> ∈ {0,…,p-1} 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      </a:t>
            </a:r>
            <a:r>
              <a:rPr lang="en-US" b="1" dirty="0">
                <a:solidFill>
                  <a:srgbClr val="FF0000"/>
                </a:solidFill>
              </a:rPr>
              <a:t>h(</a:t>
            </a:r>
            <a:r>
              <a:rPr lang="en-US" b="1" dirty="0" err="1">
                <a:solidFill>
                  <a:srgbClr val="FF0000"/>
                </a:solidFill>
              </a:rPr>
              <a:t>H,m</a:t>
            </a:r>
            <a:r>
              <a:rPr lang="en-US" b="1" dirty="0">
                <a:solidFill>
                  <a:srgbClr val="FF0000"/>
                </a:solidFill>
              </a:rPr>
              <a:t>) = </a:t>
            </a:r>
            <a:r>
              <a:rPr lang="en-US" b="1" dirty="0" err="1">
                <a:solidFill>
                  <a:srgbClr val="FF0000"/>
                </a:solidFill>
              </a:rPr>
              <a:t>u</a:t>
            </a:r>
            <a:r>
              <a:rPr lang="en-US" b="1" baseline="30000" dirty="0" err="1">
                <a:solidFill>
                  <a:srgbClr val="FF0000"/>
                </a:solidFill>
              </a:rPr>
              <a:t>H</a:t>
            </a:r>
            <a:r>
              <a:rPr lang="en-US" b="1" dirty="0">
                <a:solidFill>
                  <a:srgbClr val="FF0000"/>
                </a:solidFill>
              </a:rPr>
              <a:t> ⋅ </a:t>
            </a:r>
            <a:r>
              <a:rPr lang="en-US" b="1" dirty="0" err="1">
                <a:solidFill>
                  <a:srgbClr val="FF0000"/>
                </a:solidFill>
              </a:rPr>
              <a:t>v</a:t>
            </a:r>
            <a:r>
              <a:rPr lang="en-US" b="1" baseline="30000" dirty="0" err="1">
                <a:solidFill>
                  <a:srgbClr val="FF0000"/>
                </a:solidFill>
              </a:rPr>
              <a:t>m</a:t>
            </a:r>
            <a:r>
              <a:rPr lang="en-US" b="1" baseline="30000" dirty="0">
                <a:solidFill>
                  <a:srgbClr val="FF0000"/>
                </a:solidFill>
              </a:rPr>
              <a:t>     </a:t>
            </a:r>
            <a:r>
              <a:rPr lang="en-US" b="1" dirty="0">
                <a:solidFill>
                  <a:srgbClr val="FF0000"/>
                </a:solidFill>
              </a:rPr>
              <a:t> (mod p)</a:t>
            </a:r>
          </a:p>
          <a:p>
            <a:pPr marL="0" indent="0">
              <a:buNone/>
            </a:pPr>
            <a:endParaRPr lang="en-US" b="1" baseline="30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baseline="30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u="sng" dirty="0"/>
              <a:t>Fact:</a:t>
            </a:r>
            <a:r>
              <a:rPr lang="en-US" dirty="0"/>
              <a:t>  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h (.,.)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solving “discrete-log” modulo p.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Problem:    slow.</a:t>
            </a:r>
          </a:p>
        </p:txBody>
      </p:sp>
    </p:spTree>
    <p:extLst>
      <p:ext uri="{BB962C8B-B14F-4D97-AF65-F5344CB8AC3E}">
        <p14:creationId xmlns:p14="http://schemas.microsoft.com/office/powerpoint/2010/main" val="26957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The </a:t>
            </a:r>
            <a:r>
              <a:rPr lang="en-US" sz="3600" dirty="0" err="1"/>
              <a:t>Merkle-Damgard</a:t>
            </a:r>
            <a:r>
              <a:rPr lang="en-US" sz="3600" dirty="0"/>
              <a:t> iterated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Thm</a:t>
            </a:r>
            <a:r>
              <a:rPr lang="en-US" dirty="0"/>
              <a:t>:    h collision resistant   ⇒    H collision resistant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we use  H(.)  to directly build a MAC?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831810" y="1600200"/>
            <a:ext cx="7239000" cy="20574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FFFFCC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6700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</a:rPr>
              <a:t>h</a:t>
            </a:r>
            <a:endParaRPr lang="en-US" dirty="0">
              <a:latin typeface="Arial" charset="0"/>
              <a:sym typeface="Symbol" pitchFamily="18" charset="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3464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</a:rPr>
              <a:t>h</a:t>
            </a:r>
            <a:endParaRPr lang="en-US" dirty="0">
              <a:latin typeface="Arial" charset="0"/>
              <a:sym typeface="Symbol" pitchFamily="18" charset="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6230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sym typeface="Symbol" pitchFamily="18" charset="2"/>
              </a:rPr>
              <a:t>h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136610" y="1828800"/>
            <a:ext cx="15240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FFFFCC"/>
                </a:solidFill>
                <a:latin typeface="Arial" charset="0"/>
              </a:rPr>
              <a:t>m[0]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660610" y="1828800"/>
            <a:ext cx="16764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FFCC"/>
                </a:solidFill>
                <a:latin typeface="Arial" charset="0"/>
              </a:rPr>
              <a:t>m[1]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337010" y="1828800"/>
            <a:ext cx="16002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FFFFCC"/>
                </a:solidFill>
                <a:latin typeface="Arial" charset="0"/>
              </a:rPr>
              <a:t>m[2]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937210" y="1828800"/>
            <a:ext cx="15240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>
                <a:solidFill>
                  <a:srgbClr val="FFFFCC"/>
                </a:solidFill>
                <a:latin typeface="Arial" charset="0"/>
              </a:rPr>
              <a:t>m[3]  </a:t>
            </a:r>
            <a:r>
              <a:rPr lang="en-US" dirty="0" err="1">
                <a:solidFill>
                  <a:srgbClr val="FFFFCC"/>
                </a:solidFill>
                <a:latin typeface="Arial" charset="0"/>
              </a:rPr>
              <a:t>ll</a:t>
            </a:r>
            <a:r>
              <a:rPr lang="en-US" dirty="0">
                <a:solidFill>
                  <a:srgbClr val="FFFFCC"/>
                </a:solidFill>
                <a:latin typeface="Arial" charset="0"/>
              </a:rPr>
              <a:t>   PB</a:t>
            </a:r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50228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sym typeface="Symbol" pitchFamily="18" charset="2"/>
              </a:rPr>
              <a:t>h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260310" y="2603501"/>
            <a:ext cx="1409700" cy="646331"/>
            <a:chOff x="38100" y="2908445"/>
            <a:chExt cx="1409700" cy="861777"/>
          </a:xfrm>
        </p:grpSpPr>
        <p:cxnSp>
          <p:nvCxnSpPr>
            <p:cNvPr id="32" name="Straight Arrow Connector 31"/>
            <p:cNvCxnSpPr/>
            <p:nvPr/>
          </p:nvCxnSpPr>
          <p:spPr bwMode="auto">
            <a:xfrm>
              <a:off x="304800" y="3364468"/>
              <a:ext cx="11430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38100" y="2908445"/>
              <a:ext cx="782937" cy="861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IV</a:t>
              </a:r>
            </a:p>
            <a:p>
              <a:pPr algn="ctr"/>
              <a:r>
                <a:rPr lang="en-US" dirty="0"/>
                <a:t>(fixed)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364416" y="2115145"/>
            <a:ext cx="305594" cy="629246"/>
            <a:chOff x="1218406" y="2134394"/>
            <a:chExt cx="305594" cy="838994"/>
          </a:xfrm>
        </p:grpSpPr>
        <p:cxnSp>
          <p:nvCxnSpPr>
            <p:cNvPr id="43" name="Straight Connector 42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Arrow Connector 46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9" name="Group 48"/>
          <p:cNvGrpSpPr/>
          <p:nvPr/>
        </p:nvGrpSpPr>
        <p:grpSpPr>
          <a:xfrm>
            <a:off x="3041610" y="2114550"/>
            <a:ext cx="305594" cy="629246"/>
            <a:chOff x="1218406" y="2134394"/>
            <a:chExt cx="305594" cy="838994"/>
          </a:xfrm>
        </p:grpSpPr>
        <p:cxnSp>
          <p:nvCxnSpPr>
            <p:cNvPr id="50" name="Straight Connector 49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Arrow Connector 50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2" name="Group 51"/>
          <p:cNvGrpSpPr/>
          <p:nvPr/>
        </p:nvGrpSpPr>
        <p:grpSpPr>
          <a:xfrm>
            <a:off x="4718010" y="2114550"/>
            <a:ext cx="305594" cy="629246"/>
            <a:chOff x="1218406" y="2134394"/>
            <a:chExt cx="305594" cy="838994"/>
          </a:xfrm>
        </p:grpSpPr>
        <p:cxnSp>
          <p:nvCxnSpPr>
            <p:cNvPr id="53" name="Straight Connector 52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Arrow Connector 53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5" name="Group 54"/>
          <p:cNvGrpSpPr/>
          <p:nvPr/>
        </p:nvGrpSpPr>
        <p:grpSpPr>
          <a:xfrm>
            <a:off x="6318210" y="2114550"/>
            <a:ext cx="305594" cy="629246"/>
            <a:chOff x="1218406" y="2134394"/>
            <a:chExt cx="305594" cy="838994"/>
          </a:xfrm>
        </p:grpSpPr>
        <p:cxnSp>
          <p:nvCxnSpPr>
            <p:cNvPr id="56" name="Straight Connector 55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Straight Arrow Connector 56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59" name="Straight Arrow Connector 58"/>
          <p:cNvCxnSpPr/>
          <p:nvPr/>
        </p:nvCxnSpPr>
        <p:spPr bwMode="auto">
          <a:xfrm>
            <a:off x="2584410" y="2947834"/>
            <a:ext cx="7620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>
            <a:off x="4260810" y="2947834"/>
            <a:ext cx="7620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Straight Arrow Connector 62"/>
          <p:cNvCxnSpPr/>
          <p:nvPr/>
        </p:nvCxnSpPr>
        <p:spPr bwMode="auto">
          <a:xfrm>
            <a:off x="5937210" y="2970610"/>
            <a:ext cx="6858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Straight Arrow Connector 65"/>
          <p:cNvCxnSpPr/>
          <p:nvPr/>
        </p:nvCxnSpPr>
        <p:spPr bwMode="auto">
          <a:xfrm>
            <a:off x="7537410" y="2970610"/>
            <a:ext cx="9906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8134310" y="2527300"/>
            <a:ext cx="704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H(m)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3346410" y="2616200"/>
            <a:ext cx="1066800" cy="285750"/>
            <a:chOff x="1524000" y="2819400"/>
            <a:chExt cx="1066800" cy="381000"/>
          </a:xfrm>
        </p:grpSpPr>
        <p:sp>
          <p:nvSpPr>
            <p:cNvPr id="75" name="Right Triangle 74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6" name="Straight Connector 75"/>
            <p:cNvCxnSpPr>
              <a:stCxn id="75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Group 76"/>
          <p:cNvGrpSpPr/>
          <p:nvPr/>
        </p:nvGrpSpPr>
        <p:grpSpPr>
          <a:xfrm>
            <a:off x="5022810" y="2616200"/>
            <a:ext cx="1066800" cy="285750"/>
            <a:chOff x="1524000" y="2819400"/>
            <a:chExt cx="1066800" cy="381000"/>
          </a:xfrm>
        </p:grpSpPr>
        <p:sp>
          <p:nvSpPr>
            <p:cNvPr id="78" name="Right Triangle 77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9" name="Straight Connector 78"/>
            <p:cNvCxnSpPr>
              <a:stCxn id="78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0" name="Group 79"/>
          <p:cNvGrpSpPr/>
          <p:nvPr/>
        </p:nvGrpSpPr>
        <p:grpSpPr>
          <a:xfrm>
            <a:off x="6623010" y="2616200"/>
            <a:ext cx="1066800" cy="285750"/>
            <a:chOff x="1524000" y="2819400"/>
            <a:chExt cx="1066800" cy="381000"/>
          </a:xfrm>
        </p:grpSpPr>
        <p:sp>
          <p:nvSpPr>
            <p:cNvPr id="81" name="Right Triangle 80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2" name="Straight Connector 81"/>
            <p:cNvCxnSpPr>
              <a:stCxn id="81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8" name="Group 57"/>
          <p:cNvGrpSpPr/>
          <p:nvPr/>
        </p:nvGrpSpPr>
        <p:grpSpPr>
          <a:xfrm flipV="1">
            <a:off x="1670010" y="2982861"/>
            <a:ext cx="1066800" cy="285750"/>
            <a:chOff x="1524000" y="2819400"/>
            <a:chExt cx="1066800" cy="381000"/>
          </a:xfrm>
        </p:grpSpPr>
        <p:sp>
          <p:nvSpPr>
            <p:cNvPr id="61" name="Right Triangle 60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2" name="Straight Connector 61"/>
            <p:cNvCxnSpPr>
              <a:stCxn id="61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4" name="Group 63"/>
          <p:cNvGrpSpPr/>
          <p:nvPr/>
        </p:nvGrpSpPr>
        <p:grpSpPr>
          <a:xfrm flipV="1">
            <a:off x="3346410" y="2982861"/>
            <a:ext cx="1066800" cy="285750"/>
            <a:chOff x="1524000" y="2819400"/>
            <a:chExt cx="1066800" cy="381000"/>
          </a:xfrm>
        </p:grpSpPr>
        <p:sp>
          <p:nvSpPr>
            <p:cNvPr id="65" name="Right Triangle 64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Connector 66"/>
            <p:cNvCxnSpPr>
              <a:stCxn id="65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1" name="Group 70"/>
          <p:cNvGrpSpPr/>
          <p:nvPr/>
        </p:nvGrpSpPr>
        <p:grpSpPr>
          <a:xfrm flipV="1">
            <a:off x="5022810" y="2982861"/>
            <a:ext cx="1066800" cy="285750"/>
            <a:chOff x="1524000" y="2819400"/>
            <a:chExt cx="1066800" cy="381000"/>
          </a:xfrm>
        </p:grpSpPr>
        <p:sp>
          <p:nvSpPr>
            <p:cNvPr id="83" name="Right Triangle 82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4" name="Straight Connector 83"/>
            <p:cNvCxnSpPr>
              <a:stCxn id="83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5" name="Group 84"/>
          <p:cNvGrpSpPr/>
          <p:nvPr/>
        </p:nvGrpSpPr>
        <p:grpSpPr>
          <a:xfrm flipV="1">
            <a:off x="6623010" y="2982861"/>
            <a:ext cx="1066800" cy="285750"/>
            <a:chOff x="1524000" y="2819400"/>
            <a:chExt cx="1066800" cy="381000"/>
          </a:xfrm>
        </p:grpSpPr>
        <p:sp>
          <p:nvSpPr>
            <p:cNvPr id="86" name="Right Triangle 85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7" name="Straight Connector 86"/>
            <p:cNvCxnSpPr>
              <a:stCxn id="86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8" name="Group 87"/>
          <p:cNvGrpSpPr/>
          <p:nvPr/>
        </p:nvGrpSpPr>
        <p:grpSpPr>
          <a:xfrm>
            <a:off x="1670010" y="2616200"/>
            <a:ext cx="1066800" cy="285750"/>
            <a:chOff x="1524000" y="2819400"/>
            <a:chExt cx="1066800" cy="381000"/>
          </a:xfrm>
        </p:grpSpPr>
        <p:sp>
          <p:nvSpPr>
            <p:cNvPr id="89" name="Right Triangle 88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0" name="Straight Connector 89"/>
            <p:cNvCxnSpPr>
              <a:stCxn id="89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59445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MAC from a </a:t>
            </a:r>
            <a:r>
              <a:rPr lang="en-US" sz="3600" dirty="0" err="1"/>
              <a:t>Merkle-Damgard</a:t>
            </a:r>
            <a:r>
              <a:rPr lang="en-US" sz="3600" dirty="0"/>
              <a:t> Hash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H: X</a:t>
            </a:r>
            <a:r>
              <a:rPr lang="en-US" sz="2400" b="1" baseline="30000" dirty="0">
                <a:solidFill>
                  <a:srgbClr val="FF0000"/>
                </a:solidFill>
              </a:rPr>
              <a:t>≤L</a:t>
            </a:r>
            <a:r>
              <a:rPr lang="en-US" sz="2400" b="1" dirty="0">
                <a:solidFill>
                  <a:srgbClr val="FF0000"/>
                </a:solidFill>
              </a:rPr>
              <a:t> ⟶ T </a:t>
            </a:r>
            <a:r>
              <a:rPr lang="en-US" sz="2400" dirty="0"/>
              <a:t>  a C.R. </a:t>
            </a:r>
            <a:r>
              <a:rPr lang="en-US" sz="2400" dirty="0" err="1"/>
              <a:t>Merkle-Damgard</a:t>
            </a:r>
            <a:r>
              <a:rPr lang="en-US" sz="2400" dirty="0"/>
              <a:t> Hash Function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sz="2400" b="1" u="sng" dirty="0"/>
              <a:t>Attempt #1</a:t>
            </a:r>
            <a:r>
              <a:rPr lang="en-US" sz="2400" dirty="0"/>
              <a:t>:     </a:t>
            </a:r>
            <a:r>
              <a:rPr lang="en-US" sz="2400" b="1" dirty="0">
                <a:solidFill>
                  <a:srgbClr val="FF0000"/>
                </a:solidFill>
              </a:rPr>
              <a:t>S(k, m) = H( k </a:t>
            </a:r>
            <a:r>
              <a:rPr lang="en-US" sz="2000" b="1" dirty="0" err="1">
                <a:solidFill>
                  <a:srgbClr val="FF0000"/>
                </a:solidFill>
              </a:rPr>
              <a:t>ll</a:t>
            </a:r>
            <a:r>
              <a:rPr lang="en-US" sz="2400" b="1" dirty="0">
                <a:solidFill>
                  <a:srgbClr val="FF0000"/>
                </a:solidFill>
              </a:rPr>
              <a:t> m)</a:t>
            </a:r>
            <a:endParaRPr lang="en-US" sz="2400" dirty="0"/>
          </a:p>
          <a:p>
            <a:pPr marL="0" indent="0">
              <a:spcBef>
                <a:spcPts val="2376"/>
              </a:spcBef>
              <a:buNone/>
            </a:pPr>
            <a:r>
              <a:rPr lang="en-US" sz="2400" dirty="0"/>
              <a:t>This MAC is insecure because: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457701"/>
            <a:ext cx="797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Given  H( k </a:t>
            </a:r>
            <a:r>
              <a:rPr lang="en-US" sz="2000" dirty="0" err="1"/>
              <a:t>ll</a:t>
            </a:r>
            <a:r>
              <a:rPr lang="en-US" sz="2400" dirty="0"/>
              <a:t> m)   can compute   H( k </a:t>
            </a:r>
            <a:r>
              <a:rPr lang="en-US" sz="2000" dirty="0" err="1"/>
              <a:t>ll</a:t>
            </a:r>
            <a:r>
              <a:rPr lang="en-US" sz="2400" dirty="0"/>
              <a:t> m </a:t>
            </a:r>
            <a:r>
              <a:rPr lang="en-US" sz="2400" dirty="0" err="1"/>
              <a:t>ll</a:t>
            </a:r>
            <a:r>
              <a:rPr lang="en-US" sz="2400" dirty="0"/>
              <a:t> PB </a:t>
            </a:r>
            <a:r>
              <a:rPr lang="en-US" sz="2400" dirty="0" err="1"/>
              <a:t>ll</a:t>
            </a:r>
            <a:r>
              <a:rPr lang="en-US" sz="2400" dirty="0"/>
              <a:t> w )  for any  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0" y="4000501"/>
            <a:ext cx="723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Given  H( k </a:t>
            </a:r>
            <a:r>
              <a:rPr lang="en-US" sz="2000" dirty="0" err="1"/>
              <a:t>ll</a:t>
            </a:r>
            <a:r>
              <a:rPr lang="en-US" sz="2400" dirty="0"/>
              <a:t> m)   can compute   H( k </a:t>
            </a:r>
            <a:r>
              <a:rPr lang="en-US" sz="2000" dirty="0" err="1"/>
              <a:t>ll</a:t>
            </a:r>
            <a:r>
              <a:rPr lang="en-US" sz="2400" dirty="0"/>
              <a:t> m </a:t>
            </a:r>
            <a:r>
              <a:rPr lang="en-US" sz="2400" dirty="0" err="1"/>
              <a:t>ll</a:t>
            </a:r>
            <a:r>
              <a:rPr lang="en-US" sz="2400" dirty="0"/>
              <a:t> w )  for any  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1" y="3556001"/>
            <a:ext cx="78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Given  H( k </a:t>
            </a:r>
            <a:r>
              <a:rPr lang="en-US" sz="2000" dirty="0" err="1"/>
              <a:t>ll</a:t>
            </a:r>
            <a:r>
              <a:rPr lang="en-US" sz="2400" dirty="0"/>
              <a:t> m)   can compute   H( w </a:t>
            </a:r>
            <a:r>
              <a:rPr lang="en-US" sz="2400" dirty="0" err="1"/>
              <a:t>ll</a:t>
            </a:r>
            <a:r>
              <a:rPr lang="en-US" sz="2400" dirty="0"/>
              <a:t> k </a:t>
            </a:r>
            <a:r>
              <a:rPr lang="en-US" sz="2000" dirty="0" err="1"/>
              <a:t>ll</a:t>
            </a:r>
            <a:r>
              <a:rPr lang="en-US" sz="2400" dirty="0"/>
              <a:t> m </a:t>
            </a:r>
            <a:r>
              <a:rPr lang="en-US" sz="2400" dirty="0" err="1"/>
              <a:t>ll</a:t>
            </a:r>
            <a:r>
              <a:rPr lang="en-US" sz="2400" dirty="0"/>
              <a:t> PB)  for any  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948536"/>
            <a:ext cx="5689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Anyone can compute   H( k </a:t>
            </a:r>
            <a:r>
              <a:rPr lang="en-US" sz="2000" dirty="0" err="1"/>
              <a:t>ll</a:t>
            </a:r>
            <a:r>
              <a:rPr lang="en-US" sz="2400" dirty="0"/>
              <a:t> m )  for any  m.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9577D9B-EAF8-DC43-B62F-6FE0880D5B1F}"/>
              </a:ext>
            </a:extLst>
          </p:cNvPr>
          <p:cNvSpPr/>
          <p:nvPr/>
        </p:nvSpPr>
        <p:spPr>
          <a:xfrm>
            <a:off x="76200" y="4191000"/>
            <a:ext cx="685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55141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457200" y="4876800"/>
            <a:ext cx="7772400" cy="9144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ym typeface="Symbol" pitchFamily="18" charset="2"/>
              </a:rPr>
              <a:t>Standardized </a:t>
            </a:r>
            <a:r>
              <a:rPr lang="en-US" sz="4000" dirty="0"/>
              <a:t>method:   HMAC  </a:t>
            </a:r>
            <a:r>
              <a:rPr lang="en-US" sz="2800" dirty="0"/>
              <a:t>(Hash-MAC)</a:t>
            </a:r>
            <a:endParaRPr lang="en-US" sz="4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widely used MAC on the Internet.</a:t>
            </a:r>
          </a:p>
          <a:p>
            <a:pPr marL="0" indent="0"/>
            <a:endParaRPr lang="en-US" dirty="0"/>
          </a:p>
          <a:p>
            <a:pPr marL="0" indent="0">
              <a:buNone/>
            </a:pPr>
            <a:r>
              <a:rPr lang="en-US" b="0" dirty="0"/>
              <a:t>	H:   hash function.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      </a:t>
            </a:r>
            <a:r>
              <a:rPr lang="en-US" b="0" dirty="0"/>
              <a:t>example</a:t>
            </a:r>
            <a:r>
              <a:rPr lang="en-US" dirty="0"/>
              <a:t>:   SHA-256</a:t>
            </a:r>
            <a:r>
              <a:rPr lang="en-US" dirty="0">
                <a:sym typeface="Symbol" pitchFamily="18" charset="2"/>
              </a:rPr>
              <a:t>    ;    </a:t>
            </a:r>
            <a:r>
              <a:rPr lang="en-US" b="0" dirty="0">
                <a:sym typeface="Symbol" pitchFamily="18" charset="2"/>
              </a:rPr>
              <a:t>output is 256 bits</a:t>
            </a:r>
            <a:endParaRPr lang="en-US" b="0" baseline="30000" dirty="0">
              <a:sym typeface="Symbol" pitchFamily="18" charset="2"/>
            </a:endParaRPr>
          </a:p>
          <a:p>
            <a:pPr marL="0" indent="0"/>
            <a:endParaRPr lang="en-US" baseline="30000" dirty="0">
              <a:sym typeface="Symbol" pitchFamily="18" charset="2"/>
            </a:endParaRPr>
          </a:p>
          <a:p>
            <a:pPr marL="0" indent="0">
              <a:spcBef>
                <a:spcPct val="100000"/>
              </a:spcBef>
              <a:buNone/>
            </a:pPr>
            <a:r>
              <a:rPr lang="en-US" dirty="0">
                <a:sym typeface="Symbol" pitchFamily="18" charset="2"/>
              </a:rPr>
              <a:t>Building a MAC out of a hash function:</a:t>
            </a:r>
          </a:p>
          <a:p>
            <a:pPr marL="0" indent="0"/>
            <a:endParaRPr lang="en-US" dirty="0">
              <a:sym typeface="Symbol" pitchFamily="18" charset="2"/>
            </a:endParaRPr>
          </a:p>
          <a:p>
            <a:pPr marL="457200" lvl="1" indent="0">
              <a:buNone/>
            </a:pPr>
            <a:r>
              <a:rPr lang="en-US" dirty="0">
                <a:sym typeface="Symbol" pitchFamily="18" charset="2"/>
              </a:rPr>
              <a:t>HMAC:       </a:t>
            </a:r>
            <a:r>
              <a:rPr lang="en-US" sz="2800" dirty="0">
                <a:sym typeface="Symbol" pitchFamily="18" charset="2"/>
              </a:rPr>
              <a:t>S(</a:t>
            </a:r>
            <a:r>
              <a:rPr lang="en-US" dirty="0">
                <a:sym typeface="Symbol" pitchFamily="18" charset="2"/>
              </a:rPr>
              <a:t> k, m </a:t>
            </a:r>
            <a:r>
              <a:rPr lang="en-US" sz="2800" dirty="0">
                <a:sym typeface="Symbol" pitchFamily="18" charset="2"/>
              </a:rPr>
              <a:t>)</a:t>
            </a:r>
            <a:r>
              <a:rPr lang="en-US" dirty="0">
                <a:sym typeface="Symbol" pitchFamily="18" charset="2"/>
              </a:rPr>
              <a:t> =  H</a:t>
            </a:r>
            <a:r>
              <a:rPr lang="en-US" sz="3200" dirty="0">
                <a:sym typeface="Symbol" pitchFamily="18" charset="2"/>
              </a:rPr>
              <a:t>( 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kopad</a:t>
            </a:r>
            <a:r>
              <a:rPr lang="en-US" dirty="0">
                <a:sym typeface="Symbol" pitchFamily="18" charset="2"/>
              </a:rPr>
              <a:t>  </a:t>
            </a:r>
            <a:r>
              <a:rPr lang="en-US">
                <a:sym typeface="Symbol" pitchFamily="18" charset="2"/>
              </a:rPr>
              <a:t>ll  </a:t>
            </a:r>
            <a:r>
              <a:rPr lang="en-US" b="1" dirty="0">
                <a:sym typeface="Symbol" pitchFamily="18" charset="2"/>
              </a:rPr>
              <a:t>H( </a:t>
            </a:r>
            <a:r>
              <a:rPr lang="en-US" b="1" dirty="0" err="1">
                <a:sym typeface="Symbol" pitchFamily="18" charset="2"/>
              </a:rPr>
              <a:t>kipad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 err="1">
                <a:sym typeface="Symbol" pitchFamily="18" charset="2"/>
              </a:rPr>
              <a:t>ll</a:t>
            </a:r>
            <a:r>
              <a:rPr lang="en-US" b="1" dirty="0">
                <a:sym typeface="Symbol" pitchFamily="18" charset="2"/>
              </a:rPr>
              <a:t> m ) 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3200" dirty="0">
                <a:sym typeface="Symbol" pitchFamily="18" charset="2"/>
              </a:rPr>
              <a:t>)</a:t>
            </a:r>
          </a:p>
          <a:p>
            <a:pPr marL="0" indent="0"/>
            <a:endParaRPr lang="en-US" sz="2000" dirty="0"/>
          </a:p>
        </p:txBody>
      </p:sp>
      <p:sp>
        <p:nvSpPr>
          <p:cNvPr id="29703" name="Rectangle 5"/>
          <p:cNvSpPr>
            <a:spLocks noChangeArrowheads="1"/>
          </p:cNvSpPr>
          <p:nvPr/>
        </p:nvSpPr>
        <p:spPr bwMode="auto">
          <a:xfrm>
            <a:off x="1066800" y="2748360"/>
            <a:ext cx="7315200" cy="7822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HMAC in pictures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Similar to the NMAC PRF.        </a:t>
            </a:r>
          </a:p>
          <a:p>
            <a:pPr marL="0" indent="0">
              <a:spcBef>
                <a:spcPts val="1176"/>
              </a:spcBef>
              <a:buNone/>
            </a:pPr>
            <a:r>
              <a:rPr lang="en-US" dirty="0"/>
              <a:t>	main difference:  the two keys k</a:t>
            </a:r>
            <a:r>
              <a:rPr lang="en-US" baseline="-25000" dirty="0"/>
              <a:t>1</a:t>
            </a:r>
            <a:r>
              <a:rPr lang="en-US" dirty="0"/>
              <a:t>, k</a:t>
            </a:r>
            <a:r>
              <a:rPr lang="en-US" baseline="-25000" dirty="0"/>
              <a:t>2</a:t>
            </a:r>
            <a:r>
              <a:rPr lang="en-US" dirty="0"/>
              <a:t> are dependent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831810" y="1600200"/>
            <a:ext cx="7239000" cy="3276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rgbClr val="FFFFCC"/>
              </a:solidFill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3464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</a:rPr>
              <a:t>h</a:t>
            </a:r>
            <a:endParaRPr lang="en-US" dirty="0">
              <a:latin typeface="Arial" charset="0"/>
              <a:sym typeface="Symbol" pitchFamily="18" charset="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66230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sym typeface="Symbol" pitchFamily="18" charset="2"/>
              </a:rPr>
              <a:t>h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660610" y="1828800"/>
            <a:ext cx="16764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FFFFCC"/>
                </a:solidFill>
                <a:latin typeface="Arial" charset="0"/>
              </a:rPr>
              <a:t>m[0]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337010" y="1828800"/>
            <a:ext cx="16002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FFFFCC"/>
                </a:solidFill>
                <a:latin typeface="Arial" charset="0"/>
              </a:rPr>
              <a:t>m[1]</a:t>
            </a: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5937210" y="1828800"/>
            <a:ext cx="1524000" cy="2857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>
                <a:solidFill>
                  <a:srgbClr val="FFFFCC"/>
                </a:solidFill>
                <a:latin typeface="Arial" charset="0"/>
              </a:rPr>
              <a:t>m[2]  </a:t>
            </a:r>
            <a:r>
              <a:rPr lang="en-US" dirty="0" err="1">
                <a:solidFill>
                  <a:srgbClr val="FFFFCC"/>
                </a:solidFill>
                <a:latin typeface="Arial" charset="0"/>
              </a:rPr>
              <a:t>ll</a:t>
            </a:r>
            <a:r>
              <a:rPr lang="en-US" dirty="0">
                <a:solidFill>
                  <a:srgbClr val="FFFFCC"/>
                </a:solidFill>
                <a:latin typeface="Arial" charset="0"/>
              </a:rPr>
              <a:t>   PB</a:t>
            </a:r>
          </a:p>
        </p:txBody>
      </p:sp>
      <p:sp>
        <p:nvSpPr>
          <p:cNvPr id="12" name="Rectangle 26"/>
          <p:cNvSpPr>
            <a:spLocks noChangeArrowheads="1"/>
          </p:cNvSpPr>
          <p:nvPr/>
        </p:nvSpPr>
        <p:spPr bwMode="auto">
          <a:xfrm>
            <a:off x="5022810" y="26289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sym typeface="Symbol" pitchFamily="18" charset="2"/>
              </a:rPr>
              <a:t>h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041610" y="2114550"/>
            <a:ext cx="305594" cy="629246"/>
            <a:chOff x="1218406" y="2134394"/>
            <a:chExt cx="305594" cy="838994"/>
          </a:xfrm>
        </p:grpSpPr>
        <p:cxnSp>
          <p:nvCxnSpPr>
            <p:cNvPr id="20" name="Straight Connector 19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Arrow Connector 20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" name="Group 21"/>
          <p:cNvGrpSpPr/>
          <p:nvPr/>
        </p:nvGrpSpPr>
        <p:grpSpPr>
          <a:xfrm>
            <a:off x="4718010" y="2114550"/>
            <a:ext cx="305594" cy="629246"/>
            <a:chOff x="1218406" y="2134394"/>
            <a:chExt cx="305594" cy="838994"/>
          </a:xfrm>
        </p:grpSpPr>
        <p:cxnSp>
          <p:nvCxnSpPr>
            <p:cNvPr id="23" name="Straight Connector 22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318210" y="2114550"/>
            <a:ext cx="305594" cy="629246"/>
            <a:chOff x="1218406" y="2134394"/>
            <a:chExt cx="305594" cy="838994"/>
          </a:xfrm>
        </p:grpSpPr>
        <p:cxnSp>
          <p:nvCxnSpPr>
            <p:cNvPr id="26" name="Straight Connector 25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28" name="Straight Arrow Connector 27"/>
          <p:cNvCxnSpPr/>
          <p:nvPr/>
        </p:nvCxnSpPr>
        <p:spPr bwMode="auto">
          <a:xfrm>
            <a:off x="2584410" y="2947834"/>
            <a:ext cx="7620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4260810" y="2947834"/>
            <a:ext cx="7620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>
            <a:off x="5937210" y="2970610"/>
            <a:ext cx="6858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>
            <a:off x="7537410" y="2970610"/>
            <a:ext cx="31119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33" name="Group 32"/>
          <p:cNvGrpSpPr/>
          <p:nvPr/>
        </p:nvGrpSpPr>
        <p:grpSpPr>
          <a:xfrm>
            <a:off x="3346410" y="2616200"/>
            <a:ext cx="1066800" cy="285750"/>
            <a:chOff x="1524000" y="2819400"/>
            <a:chExt cx="1066800" cy="381000"/>
          </a:xfrm>
        </p:grpSpPr>
        <p:sp>
          <p:nvSpPr>
            <p:cNvPr id="34" name="Right Triangle 33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Connector 34"/>
            <p:cNvCxnSpPr>
              <a:stCxn id="34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" name="Group 35"/>
          <p:cNvGrpSpPr/>
          <p:nvPr/>
        </p:nvGrpSpPr>
        <p:grpSpPr>
          <a:xfrm>
            <a:off x="5022810" y="2616200"/>
            <a:ext cx="1066800" cy="285750"/>
            <a:chOff x="1524000" y="2819400"/>
            <a:chExt cx="1066800" cy="381000"/>
          </a:xfrm>
        </p:grpSpPr>
        <p:sp>
          <p:nvSpPr>
            <p:cNvPr id="37" name="Right Triangle 36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/>
            <p:cNvCxnSpPr>
              <a:stCxn id="37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9" name="Group 38"/>
          <p:cNvGrpSpPr/>
          <p:nvPr/>
        </p:nvGrpSpPr>
        <p:grpSpPr>
          <a:xfrm>
            <a:off x="6623010" y="2616200"/>
            <a:ext cx="1066800" cy="285750"/>
            <a:chOff x="1524000" y="2819400"/>
            <a:chExt cx="1066800" cy="381000"/>
          </a:xfrm>
        </p:grpSpPr>
        <p:sp>
          <p:nvSpPr>
            <p:cNvPr id="40" name="Right Triangle 39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1" name="Straight Connector 40"/>
            <p:cNvCxnSpPr>
              <a:stCxn id="40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5" name="Group 44"/>
          <p:cNvGrpSpPr/>
          <p:nvPr/>
        </p:nvGrpSpPr>
        <p:grpSpPr>
          <a:xfrm flipV="1">
            <a:off x="3346410" y="2982861"/>
            <a:ext cx="1066800" cy="285750"/>
            <a:chOff x="1524000" y="2819400"/>
            <a:chExt cx="1066800" cy="381000"/>
          </a:xfrm>
        </p:grpSpPr>
        <p:sp>
          <p:nvSpPr>
            <p:cNvPr id="46" name="Right Triangle 45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7" name="Straight Connector 46"/>
            <p:cNvCxnSpPr>
              <a:stCxn id="46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8" name="Group 47"/>
          <p:cNvGrpSpPr/>
          <p:nvPr/>
        </p:nvGrpSpPr>
        <p:grpSpPr>
          <a:xfrm flipV="1">
            <a:off x="5022810" y="2982861"/>
            <a:ext cx="1066800" cy="285750"/>
            <a:chOff x="1524000" y="2819400"/>
            <a:chExt cx="1066800" cy="381000"/>
          </a:xfrm>
        </p:grpSpPr>
        <p:sp>
          <p:nvSpPr>
            <p:cNvPr id="49" name="Right Triangle 48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0" name="Straight Connector 49"/>
            <p:cNvCxnSpPr>
              <a:stCxn id="49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1" name="Group 50"/>
          <p:cNvGrpSpPr/>
          <p:nvPr/>
        </p:nvGrpSpPr>
        <p:grpSpPr>
          <a:xfrm flipV="1">
            <a:off x="6623010" y="2982861"/>
            <a:ext cx="1066800" cy="285750"/>
            <a:chOff x="1524000" y="2819400"/>
            <a:chExt cx="1066800" cy="381000"/>
          </a:xfrm>
        </p:grpSpPr>
        <p:sp>
          <p:nvSpPr>
            <p:cNvPr id="52" name="Right Triangle 51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3" name="Straight Connector 52"/>
            <p:cNvCxnSpPr>
              <a:stCxn id="52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6781800" y="3975100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  <a:sym typeface="Symbol" pitchFamily="18" charset="2"/>
              </a:rPr>
              <a:t>h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6400800" y="3581400"/>
            <a:ext cx="381794" cy="508596"/>
            <a:chOff x="1218406" y="2134394"/>
            <a:chExt cx="305594" cy="838994"/>
          </a:xfrm>
        </p:grpSpPr>
        <p:cxnSp>
          <p:nvCxnSpPr>
            <p:cNvPr id="59" name="Straight Connector 58"/>
            <p:cNvCxnSpPr/>
            <p:nvPr/>
          </p:nvCxnSpPr>
          <p:spPr bwMode="auto">
            <a:xfrm rot="5400000">
              <a:off x="800100" y="2552700"/>
              <a:ext cx="838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Arrow Connector 59"/>
            <p:cNvCxnSpPr/>
            <p:nvPr/>
          </p:nvCxnSpPr>
          <p:spPr bwMode="auto">
            <a:xfrm>
              <a:off x="1219200" y="2971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1" name="Straight Arrow Connector 60"/>
          <p:cNvCxnSpPr/>
          <p:nvPr/>
        </p:nvCxnSpPr>
        <p:spPr bwMode="auto">
          <a:xfrm>
            <a:off x="7696200" y="4316810"/>
            <a:ext cx="9906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8293100" y="3873500"/>
            <a:ext cx="514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tag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781800" y="3962400"/>
            <a:ext cx="1066800" cy="285750"/>
            <a:chOff x="1524000" y="2819400"/>
            <a:chExt cx="1066800" cy="381000"/>
          </a:xfrm>
        </p:grpSpPr>
        <p:sp>
          <p:nvSpPr>
            <p:cNvPr id="64" name="Right Triangle 63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5" name="Straight Connector 64"/>
            <p:cNvCxnSpPr>
              <a:stCxn id="64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6" name="Group 65"/>
          <p:cNvGrpSpPr/>
          <p:nvPr/>
        </p:nvGrpSpPr>
        <p:grpSpPr>
          <a:xfrm flipV="1">
            <a:off x="6781800" y="4329061"/>
            <a:ext cx="1066800" cy="285750"/>
            <a:chOff x="1524000" y="2819400"/>
            <a:chExt cx="1066800" cy="381000"/>
          </a:xfrm>
        </p:grpSpPr>
        <p:sp>
          <p:nvSpPr>
            <p:cNvPr id="67" name="Right Triangle 66"/>
            <p:cNvSpPr/>
            <p:nvPr/>
          </p:nvSpPr>
          <p:spPr bwMode="auto">
            <a:xfrm flipH="1" flipV="1">
              <a:off x="1524000" y="2819400"/>
              <a:ext cx="1066800" cy="381000"/>
            </a:xfrm>
            <a:prstGeom prst="rtTriangle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8" name="Straight Connector 67"/>
            <p:cNvCxnSpPr>
              <a:stCxn id="67" idx="4"/>
            </p:cNvCxnSpPr>
            <p:nvPr/>
          </p:nvCxnSpPr>
          <p:spPr bwMode="auto">
            <a:xfrm rot="16200000" flipH="1">
              <a:off x="1828800" y="2514600"/>
              <a:ext cx="30480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83" name="Straight Arrow Connector 82"/>
          <p:cNvCxnSpPr/>
          <p:nvPr/>
        </p:nvCxnSpPr>
        <p:spPr bwMode="auto">
          <a:xfrm>
            <a:off x="6019800" y="4342210"/>
            <a:ext cx="685800" cy="1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Elbow Connector 86"/>
          <p:cNvCxnSpPr/>
          <p:nvPr/>
        </p:nvCxnSpPr>
        <p:spPr>
          <a:xfrm rot="10800000" flipV="1">
            <a:off x="6400800" y="2971800"/>
            <a:ext cx="1447800" cy="609600"/>
          </a:xfrm>
          <a:prstGeom prst="bentConnector3">
            <a:avLst>
              <a:gd name="adj1" fmla="val 0"/>
            </a:avLst>
          </a:prstGeom>
          <a:ln w="190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251200" y="2743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27600" y="27305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27800" y="27559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60310" y="1828801"/>
            <a:ext cx="2476500" cy="1439811"/>
            <a:chOff x="260310" y="971550"/>
            <a:chExt cx="2476500" cy="1439811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670010" y="1771650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1136610" y="971550"/>
              <a:ext cx="1524000" cy="285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000000"/>
                  </a:solidFill>
                  <a:latin typeface="Arial" charset="0"/>
                </a:rPr>
                <a:t>k⨁ipad</a:t>
              </a:r>
              <a:endParaRPr lang="en-US" b="1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260310" y="1746250"/>
              <a:ext cx="1409700" cy="646331"/>
              <a:chOff x="38100" y="2908445"/>
              <a:chExt cx="1409700" cy="861777"/>
            </a:xfrm>
          </p:grpSpPr>
          <p:cxnSp>
            <p:nvCxnSpPr>
              <p:cNvPr id="14" name="Straight Arrow Connector 13"/>
              <p:cNvCxnSpPr/>
              <p:nvPr/>
            </p:nvCxnSpPr>
            <p:spPr bwMode="auto">
              <a:xfrm>
                <a:off x="304800" y="3364468"/>
                <a:ext cx="11430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5" name="TextBox 14"/>
              <p:cNvSpPr txBox="1"/>
              <p:nvPr/>
            </p:nvSpPr>
            <p:spPr>
              <a:xfrm>
                <a:off x="38100" y="2908445"/>
                <a:ext cx="782937" cy="861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IV</a:t>
                </a:r>
              </a:p>
              <a:p>
                <a:pPr algn="ctr"/>
                <a:r>
                  <a:rPr lang="en-US" dirty="0"/>
                  <a:t>(fixed)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364416" y="1257895"/>
              <a:ext cx="305594" cy="629246"/>
              <a:chOff x="1218406" y="2134394"/>
              <a:chExt cx="305594" cy="838994"/>
            </a:xfrm>
          </p:grpSpPr>
          <p:cxnSp>
            <p:nvCxnSpPr>
              <p:cNvPr id="17" name="Straight Connector 16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Straight Arrow Connector 17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42" name="Group 41"/>
            <p:cNvGrpSpPr/>
            <p:nvPr/>
          </p:nvGrpSpPr>
          <p:grpSpPr>
            <a:xfrm flipV="1">
              <a:off x="1670010" y="2125611"/>
              <a:ext cx="1066800" cy="285750"/>
              <a:chOff x="1524000" y="2819400"/>
              <a:chExt cx="1066800" cy="381000"/>
            </a:xfrm>
          </p:grpSpPr>
          <p:sp>
            <p:nvSpPr>
              <p:cNvPr id="43" name="Right Triangle 42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4" name="Straight Connector 43"/>
              <p:cNvCxnSpPr>
                <a:stCxn id="43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4" name="Group 53"/>
            <p:cNvGrpSpPr/>
            <p:nvPr/>
          </p:nvGrpSpPr>
          <p:grpSpPr>
            <a:xfrm>
              <a:off x="1670010" y="1758950"/>
              <a:ext cx="1066800" cy="285750"/>
              <a:chOff x="1524000" y="2819400"/>
              <a:chExt cx="1066800" cy="381000"/>
            </a:xfrm>
          </p:grpSpPr>
          <p:sp>
            <p:nvSpPr>
              <p:cNvPr id="55" name="Right Triangle 54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6" name="Straight Connector 55"/>
              <p:cNvCxnSpPr>
                <a:stCxn id="55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95" name="TextBox 94"/>
            <p:cNvSpPr txBox="1"/>
            <p:nvPr/>
          </p:nvSpPr>
          <p:spPr>
            <a:xfrm>
              <a:off x="1574800" y="16700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6692900" y="4114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3200400" y="3657600"/>
            <a:ext cx="2971800" cy="1219200"/>
            <a:chOff x="3200400" y="2800350"/>
            <a:chExt cx="2971800" cy="1219200"/>
          </a:xfrm>
        </p:grpSpPr>
        <p:grpSp>
          <p:nvGrpSpPr>
            <p:cNvPr id="69" name="Group 68"/>
            <p:cNvGrpSpPr/>
            <p:nvPr/>
          </p:nvGrpSpPr>
          <p:grpSpPr>
            <a:xfrm>
              <a:off x="3657600" y="3373219"/>
              <a:ext cx="1409700" cy="646331"/>
              <a:chOff x="38100" y="2908445"/>
              <a:chExt cx="1409700" cy="861777"/>
            </a:xfrm>
          </p:grpSpPr>
          <p:cxnSp>
            <p:nvCxnSpPr>
              <p:cNvPr id="70" name="Straight Arrow Connector 69"/>
              <p:cNvCxnSpPr/>
              <p:nvPr/>
            </p:nvCxnSpPr>
            <p:spPr bwMode="auto">
              <a:xfrm>
                <a:off x="304800" y="3364468"/>
                <a:ext cx="11430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71" name="TextBox 70"/>
              <p:cNvSpPr txBox="1"/>
              <p:nvPr/>
            </p:nvSpPr>
            <p:spPr>
              <a:xfrm>
                <a:off x="38100" y="2908445"/>
                <a:ext cx="782937" cy="861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IV</a:t>
                </a:r>
              </a:p>
              <a:p>
                <a:pPr algn="ctr"/>
                <a:r>
                  <a:rPr lang="en-US" dirty="0"/>
                  <a:t>(fixed)</a:t>
                </a:r>
              </a:p>
            </p:txBody>
          </p:sp>
        </p:grpSp>
        <p:sp>
          <p:nvSpPr>
            <p:cNvPr id="72" name="Rectangle 7"/>
            <p:cNvSpPr>
              <a:spLocks noChangeArrowheads="1"/>
            </p:cNvSpPr>
            <p:nvPr/>
          </p:nvSpPr>
          <p:spPr bwMode="auto">
            <a:xfrm>
              <a:off x="5105400" y="3151239"/>
              <a:ext cx="914400" cy="6286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Arial" charset="0"/>
                </a:rPr>
                <a:t>h</a:t>
              </a:r>
              <a:endParaRPr lang="en-US" dirty="0">
                <a:latin typeface="Arial" charset="0"/>
                <a:sym typeface="Symbol" pitchFamily="18" charset="2"/>
              </a:endParaRPr>
            </a:p>
          </p:txBody>
        </p:sp>
        <p:grpSp>
          <p:nvGrpSpPr>
            <p:cNvPr id="73" name="Group 72"/>
            <p:cNvGrpSpPr/>
            <p:nvPr/>
          </p:nvGrpSpPr>
          <p:grpSpPr>
            <a:xfrm flipV="1">
              <a:off x="5105400" y="3505200"/>
              <a:ext cx="1066800" cy="285750"/>
              <a:chOff x="1524000" y="2819400"/>
              <a:chExt cx="1066800" cy="381000"/>
            </a:xfrm>
          </p:grpSpPr>
          <p:sp>
            <p:nvSpPr>
              <p:cNvPr id="74" name="Right Triangle 73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5" name="Straight Connector 74"/>
              <p:cNvCxnSpPr>
                <a:stCxn id="74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6" name="Group 75"/>
            <p:cNvGrpSpPr/>
            <p:nvPr/>
          </p:nvGrpSpPr>
          <p:grpSpPr>
            <a:xfrm>
              <a:off x="5105400" y="3138539"/>
              <a:ext cx="1066800" cy="285750"/>
              <a:chOff x="1524000" y="2819400"/>
              <a:chExt cx="1066800" cy="381000"/>
            </a:xfrm>
          </p:grpSpPr>
          <p:sp>
            <p:nvSpPr>
              <p:cNvPr id="77" name="Right Triangle 76"/>
              <p:cNvSpPr/>
              <p:nvPr/>
            </p:nvSpPr>
            <p:spPr bwMode="auto">
              <a:xfrm flipH="1" flipV="1">
                <a:off x="1524000" y="2819400"/>
                <a:ext cx="1066800" cy="381000"/>
              </a:xfrm>
              <a:prstGeom prst="rtTriangle">
                <a:avLst/>
              </a:prstGeom>
              <a:solidFill>
                <a:srgbClr val="CCFF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8" name="Straight Connector 77"/>
              <p:cNvCxnSpPr>
                <a:stCxn id="77" idx="4"/>
              </p:cNvCxnSpPr>
              <p:nvPr/>
            </p:nvCxnSpPr>
            <p:spPr bwMode="auto">
              <a:xfrm rot="16200000" flipH="1">
                <a:off x="1828800" y="2514600"/>
                <a:ext cx="304800" cy="9144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79" name="Group 78"/>
            <p:cNvGrpSpPr/>
            <p:nvPr/>
          </p:nvGrpSpPr>
          <p:grpSpPr>
            <a:xfrm>
              <a:off x="4000500" y="2964418"/>
              <a:ext cx="1104900" cy="369332"/>
              <a:chOff x="304800" y="2908445"/>
              <a:chExt cx="1143000" cy="492444"/>
            </a:xfrm>
          </p:grpSpPr>
          <p:cxnSp>
            <p:nvCxnSpPr>
              <p:cNvPr id="80" name="Straight Arrow Connector 79"/>
              <p:cNvCxnSpPr/>
              <p:nvPr/>
            </p:nvCxnSpPr>
            <p:spPr bwMode="auto">
              <a:xfrm>
                <a:off x="304800" y="3364468"/>
                <a:ext cx="11430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81" name="TextBox 80"/>
              <p:cNvSpPr txBox="1"/>
              <p:nvPr/>
            </p:nvSpPr>
            <p:spPr>
              <a:xfrm>
                <a:off x="334017" y="2908445"/>
                <a:ext cx="191101" cy="492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5016500" y="30797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&gt;</a:t>
              </a:r>
            </a:p>
          </p:txBody>
        </p:sp>
        <p:sp>
          <p:nvSpPr>
            <p:cNvPr id="101" name="Rectangle 10"/>
            <p:cNvSpPr>
              <a:spLocks noChangeArrowheads="1"/>
            </p:cNvSpPr>
            <p:nvPr/>
          </p:nvSpPr>
          <p:spPr bwMode="auto">
            <a:xfrm>
              <a:off x="3200400" y="2800350"/>
              <a:ext cx="1524000" cy="285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000000"/>
                  </a:solidFill>
                  <a:latin typeface="Arial" charset="0"/>
                </a:rPr>
                <a:t>k⨁opad</a:t>
              </a:r>
              <a:endParaRPr lang="en-US" b="1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3810000" y="3105150"/>
              <a:ext cx="228600" cy="203200"/>
              <a:chOff x="1218406" y="2134394"/>
              <a:chExt cx="305594" cy="838994"/>
            </a:xfrm>
          </p:grpSpPr>
          <p:cxnSp>
            <p:nvCxnSpPr>
              <p:cNvPr id="103" name="Straight Connector 102"/>
              <p:cNvCxnSpPr/>
              <p:nvPr/>
            </p:nvCxnSpPr>
            <p:spPr bwMode="auto">
              <a:xfrm rot="5400000">
                <a:off x="800100" y="2552700"/>
                <a:ext cx="8382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Straight Arrow Connector 103"/>
              <p:cNvCxnSpPr/>
              <p:nvPr/>
            </p:nvCxnSpPr>
            <p:spPr bwMode="auto">
              <a:xfrm>
                <a:off x="1219200" y="2971800"/>
                <a:ext cx="304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4" name="Ink 83"/>
              <p14:cNvContentPartPr/>
              <p14:nvPr/>
            </p14:nvContentPartPr>
            <p14:xfrm>
              <a:off x="2040480" y="2923290"/>
              <a:ext cx="4352400" cy="2217240"/>
            </p14:xfrm>
          </p:contentPart>
        </mc:Choice>
        <mc:Fallback>
          <p:pic>
            <p:nvPicPr>
              <p:cNvPr id="84" name="Ink 8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1120" y="2913930"/>
                <a:ext cx="4371120" cy="223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534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HMAC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Built from a black-box implementation of SHA-256.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/>
              <a:t>HMAC is assumed to be a secure PRF</a:t>
            </a:r>
          </a:p>
          <a:p>
            <a:r>
              <a:rPr lang="en-US" dirty="0"/>
              <a:t>Can be proven under certain PRF assumptions about h(.,.)</a:t>
            </a:r>
          </a:p>
          <a:p>
            <a:r>
              <a:rPr lang="en-US" dirty="0"/>
              <a:t>Security bounds similar to NMAC</a:t>
            </a:r>
          </a:p>
          <a:p>
            <a:pPr lvl="1"/>
            <a:r>
              <a:rPr lang="en-US" dirty="0"/>
              <a:t>Need  q</a:t>
            </a:r>
            <a:r>
              <a:rPr lang="en-US" baseline="30000" dirty="0"/>
              <a:t>2</a:t>
            </a:r>
            <a:r>
              <a:rPr lang="en-US" dirty="0"/>
              <a:t>/|T|  to be negligible    ( q &lt;&lt; |T|</a:t>
            </a:r>
            <a:r>
              <a:rPr lang="en-US" baseline="30000" dirty="0"/>
              <a:t>½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TLS:    must support   HMAC-SHA1-96</a:t>
            </a:r>
          </a:p>
        </p:txBody>
      </p:sp>
    </p:spTree>
    <p:extLst>
      <p:ext uri="{BB962C8B-B14F-4D97-AF65-F5344CB8AC3E}">
        <p14:creationId xmlns:p14="http://schemas.microsoft.com/office/powerpoint/2010/main" val="306595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Warning:  verification timing attacks  </a:t>
            </a:r>
            <a:r>
              <a:rPr lang="en-US" sz="2200" dirty="0"/>
              <a:t>[L’09]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dirty="0" err="1"/>
              <a:t>Keyczar</a:t>
            </a:r>
            <a:r>
              <a:rPr lang="en-US" dirty="0"/>
              <a:t> crypto library  (Python)       </a:t>
            </a:r>
            <a:r>
              <a:rPr lang="en-US" sz="2000" dirty="0"/>
              <a:t>[simplified]</a:t>
            </a:r>
            <a:endParaRPr lang="en-US" dirty="0"/>
          </a:p>
          <a:p>
            <a:pPr marL="0" indent="0">
              <a:spcBef>
                <a:spcPts val="2376"/>
              </a:spcBef>
              <a:buNone/>
            </a:pPr>
            <a:r>
              <a:rPr lang="en-US" dirty="0"/>
              <a:t>	</a:t>
            </a:r>
            <a:r>
              <a:rPr lang="en-US" b="1" dirty="0" err="1">
                <a:solidFill>
                  <a:srgbClr val="000090"/>
                </a:solidFill>
              </a:rPr>
              <a:t>def</a:t>
            </a:r>
            <a:r>
              <a:rPr lang="en-US" b="1" dirty="0">
                <a:solidFill>
                  <a:srgbClr val="000090"/>
                </a:solidFill>
              </a:rPr>
              <a:t> Verify(key, </a:t>
            </a:r>
            <a:r>
              <a:rPr lang="en-US" b="1" dirty="0" err="1">
                <a:solidFill>
                  <a:srgbClr val="000090"/>
                </a:solidFill>
              </a:rPr>
              <a:t>msg</a:t>
            </a:r>
            <a:r>
              <a:rPr lang="en-US" b="1" dirty="0">
                <a:solidFill>
                  <a:srgbClr val="000090"/>
                </a:solidFill>
              </a:rPr>
              <a:t>,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r>
              <a:rPr lang="en-US" b="1" dirty="0">
                <a:solidFill>
                  <a:srgbClr val="000090"/>
                </a:solidFill>
              </a:rPr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90"/>
                </a:solidFill>
              </a:rPr>
              <a:t>		return HMAC(key, </a:t>
            </a:r>
            <a:r>
              <a:rPr lang="en-US" b="1" dirty="0" err="1">
                <a:solidFill>
                  <a:srgbClr val="000090"/>
                </a:solidFill>
              </a:rPr>
              <a:t>msg</a:t>
            </a:r>
            <a:r>
              <a:rPr lang="en-US" b="1" dirty="0">
                <a:solidFill>
                  <a:srgbClr val="000090"/>
                </a:solidFill>
              </a:rPr>
              <a:t>) ==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endParaRPr lang="en-US" b="1" dirty="0">
              <a:solidFill>
                <a:srgbClr val="00009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problem:    ‘==‘   implemented as a byte-by-byte comparison</a:t>
            </a:r>
          </a:p>
          <a:p>
            <a:r>
              <a:rPr lang="en-US" dirty="0"/>
              <a:t>Comparator returns false when first inequality found</a:t>
            </a:r>
          </a:p>
        </p:txBody>
      </p:sp>
    </p:spTree>
    <p:extLst>
      <p:ext uri="{BB962C8B-B14F-4D97-AF65-F5344CB8AC3E}">
        <p14:creationId xmlns:p14="http://schemas.microsoft.com/office/powerpoint/2010/main" val="2568515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Warning:  verification timing attacks  </a:t>
            </a:r>
            <a:r>
              <a:rPr lang="en-US" sz="2200" dirty="0"/>
              <a:t>[L’09]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Timing attack:   to compute tag for target message m do:</a:t>
            </a:r>
          </a:p>
          <a:p>
            <a:pPr marL="0" indent="0">
              <a:buNone/>
            </a:pPr>
            <a:r>
              <a:rPr lang="en-US" dirty="0"/>
              <a:t>Step 1:   Query server with random tag</a:t>
            </a:r>
          </a:p>
          <a:p>
            <a:pPr marL="0" indent="0">
              <a:buNone/>
            </a:pPr>
            <a:r>
              <a:rPr lang="en-US" dirty="0"/>
              <a:t>Step 2:   Loop over all possible first bytes and query server.</a:t>
            </a:r>
          </a:p>
          <a:p>
            <a:pPr marL="0" indent="0">
              <a:buNone/>
            </a:pPr>
            <a:r>
              <a:rPr lang="en-US" dirty="0"/>
              <a:t>	stop when verification takes a little longer than in step 1</a:t>
            </a:r>
          </a:p>
          <a:p>
            <a:pPr marL="0" indent="0">
              <a:buNone/>
            </a:pPr>
            <a:r>
              <a:rPr lang="en-US" dirty="0"/>
              <a:t>Step 3:   repeat for all tag bytes until valid tag found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96000" y="1600200"/>
            <a:ext cx="1282446" cy="129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837960"/>
            <a:ext cx="863600" cy="90524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286000" y="1981200"/>
            <a:ext cx="3733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1" y="1638300"/>
            <a:ext cx="87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, 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5260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286000" y="2590800"/>
            <a:ext cx="3657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76601" y="2260600"/>
            <a:ext cx="165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accept or 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1" y="1891100"/>
            <a:ext cx="923651" cy="644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dirty="0"/>
              <a:t>target </a:t>
            </a:r>
            <a:br>
              <a:rPr lang="en-US" dirty="0"/>
            </a:br>
            <a:r>
              <a:rPr lang="en-US" dirty="0" err="1"/>
              <a:t>msg</a:t>
            </a:r>
            <a:r>
              <a:rPr lang="en-US" dirty="0"/>
              <a:t>  </a:t>
            </a:r>
            <a:r>
              <a:rPr lang="en-US" sz="2400" b="1" dirty="0"/>
              <a:t>m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2743200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76600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10000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344825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878225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11625" y="5486400"/>
            <a:ext cx="5334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2876400" y="5533290"/>
              <a:ext cx="2923560" cy="2361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7040" y="5523930"/>
                <a:ext cx="2942280" cy="2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65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Defense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Make string comparator always take same time   (Python) : 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>
                <a:solidFill>
                  <a:srgbClr val="000090"/>
                </a:solidFill>
              </a:rPr>
              <a:t>	return false if 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r>
              <a:rPr lang="en-US" b="1" dirty="0">
                <a:solidFill>
                  <a:srgbClr val="000090"/>
                </a:solidFill>
              </a:rPr>
              <a:t>  has wrong length</a:t>
            </a:r>
          </a:p>
          <a:p>
            <a:pPr marL="0" indent="0">
              <a:spcBef>
                <a:spcPts val="576"/>
              </a:spcBef>
              <a:buNone/>
            </a:pPr>
            <a:r>
              <a:rPr lang="en-US" b="1" dirty="0">
                <a:solidFill>
                  <a:srgbClr val="000090"/>
                </a:solidFill>
              </a:rPr>
              <a:t>	result = 0        </a:t>
            </a:r>
          </a:p>
          <a:p>
            <a:pPr marL="0" indent="0">
              <a:spcBef>
                <a:spcPts val="576"/>
              </a:spcBef>
              <a:buNone/>
            </a:pPr>
            <a:r>
              <a:rPr lang="en-US" b="1" dirty="0">
                <a:solidFill>
                  <a:srgbClr val="000090"/>
                </a:solidFill>
              </a:rPr>
              <a:t>	for x, y in zip( HMAC(</a:t>
            </a:r>
            <a:r>
              <a:rPr lang="en-US" b="1" dirty="0" err="1">
                <a:solidFill>
                  <a:srgbClr val="000090"/>
                </a:solidFill>
              </a:rPr>
              <a:t>key,msg</a:t>
            </a:r>
            <a:r>
              <a:rPr lang="en-US" b="1" dirty="0">
                <a:solidFill>
                  <a:srgbClr val="000090"/>
                </a:solidFill>
              </a:rPr>
              <a:t>) ,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r>
              <a:rPr lang="en-US" b="1" dirty="0">
                <a:solidFill>
                  <a:srgbClr val="000090"/>
                </a:solidFill>
              </a:rPr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90"/>
                </a:solidFill>
              </a:rPr>
              <a:t>  	       result |= </a:t>
            </a:r>
            <a:r>
              <a:rPr lang="en-US" b="1" dirty="0" err="1">
                <a:solidFill>
                  <a:srgbClr val="000090"/>
                </a:solidFill>
              </a:rPr>
              <a:t>ord</a:t>
            </a:r>
            <a:r>
              <a:rPr lang="en-US" b="1" dirty="0">
                <a:solidFill>
                  <a:srgbClr val="000090"/>
                </a:solidFill>
              </a:rPr>
              <a:t>(x) ^ </a:t>
            </a:r>
            <a:r>
              <a:rPr lang="en-US" b="1" dirty="0" err="1">
                <a:solidFill>
                  <a:srgbClr val="000090"/>
                </a:solidFill>
              </a:rPr>
              <a:t>ord</a:t>
            </a:r>
            <a:r>
              <a:rPr lang="en-US" b="1" dirty="0">
                <a:solidFill>
                  <a:srgbClr val="000090"/>
                </a:solidFill>
              </a:rPr>
              <a:t>(y)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90"/>
                </a:solidFill>
              </a:rPr>
              <a:t>	return result == 0</a:t>
            </a:r>
          </a:p>
          <a:p>
            <a:pPr marL="0" indent="0">
              <a:buNone/>
            </a:pPr>
            <a:endParaRPr lang="en-US" b="1" dirty="0">
              <a:solidFill>
                <a:srgbClr val="00009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Can be difficult to ensure due to optimizing compiler.</a:t>
            </a:r>
          </a:p>
        </p:txBody>
      </p:sp>
    </p:spTree>
    <p:extLst>
      <p:ext uri="{BB962C8B-B14F-4D97-AF65-F5344CB8AC3E}">
        <p14:creationId xmlns:p14="http://schemas.microsoft.com/office/powerpoint/2010/main" val="3795441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Defense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Make string comparator always take same time   (Python) : 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>
                <a:solidFill>
                  <a:srgbClr val="000090"/>
                </a:solidFill>
              </a:rPr>
              <a:t>	</a:t>
            </a:r>
            <a:r>
              <a:rPr lang="en-US" b="1" dirty="0" err="1">
                <a:solidFill>
                  <a:srgbClr val="000090"/>
                </a:solidFill>
              </a:rPr>
              <a:t>def</a:t>
            </a:r>
            <a:r>
              <a:rPr lang="en-US" b="1" dirty="0">
                <a:solidFill>
                  <a:srgbClr val="000090"/>
                </a:solidFill>
              </a:rPr>
              <a:t> Verify(key, </a:t>
            </a:r>
            <a:r>
              <a:rPr lang="en-US" b="1" dirty="0" err="1">
                <a:solidFill>
                  <a:srgbClr val="000090"/>
                </a:solidFill>
              </a:rPr>
              <a:t>msg</a:t>
            </a:r>
            <a:r>
              <a:rPr lang="en-US" b="1" dirty="0">
                <a:solidFill>
                  <a:srgbClr val="000090"/>
                </a:solidFill>
              </a:rPr>
              <a:t>,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r>
              <a:rPr lang="en-US" b="1" dirty="0">
                <a:solidFill>
                  <a:srgbClr val="000090"/>
                </a:solidFill>
              </a:rPr>
              <a:t>):</a:t>
            </a:r>
          </a:p>
          <a:p>
            <a:pPr marL="0" indent="0">
              <a:spcBef>
                <a:spcPts val="576"/>
              </a:spcBef>
              <a:buNone/>
            </a:pPr>
            <a:r>
              <a:rPr lang="en-US" b="1" dirty="0">
                <a:solidFill>
                  <a:srgbClr val="000090"/>
                </a:solidFill>
              </a:rPr>
              <a:t>	      mac = HMAC(key, </a:t>
            </a:r>
            <a:r>
              <a:rPr lang="en-US" b="1" dirty="0" err="1">
                <a:solidFill>
                  <a:srgbClr val="000090"/>
                </a:solidFill>
              </a:rPr>
              <a:t>msg</a:t>
            </a:r>
            <a:r>
              <a:rPr lang="en-US" b="1" dirty="0">
                <a:solidFill>
                  <a:srgbClr val="00009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90"/>
                </a:solidFill>
              </a:rPr>
              <a:t>	      return HMAC(key, mac) == HMAC(key, </a:t>
            </a:r>
            <a:r>
              <a:rPr lang="en-US" b="1" dirty="0" err="1">
                <a:solidFill>
                  <a:srgbClr val="000090"/>
                </a:solidFill>
              </a:rPr>
              <a:t>sig_bytes</a:t>
            </a:r>
            <a:r>
              <a:rPr lang="en-US" b="1" dirty="0">
                <a:solidFill>
                  <a:srgbClr val="000090"/>
                </a:solidFill>
              </a:rPr>
              <a:t>)</a:t>
            </a:r>
          </a:p>
          <a:p>
            <a:pPr marL="0" indent="0">
              <a:buNone/>
            </a:pPr>
            <a:endParaRPr lang="en-US" b="1" dirty="0">
              <a:solidFill>
                <a:srgbClr val="00009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Attacker doesn’t know values being compared</a:t>
            </a:r>
          </a:p>
        </p:txBody>
      </p:sp>
    </p:spTree>
    <p:extLst>
      <p:ext uri="{BB962C8B-B14F-4D97-AF65-F5344CB8AC3E}">
        <p14:creationId xmlns:p14="http://schemas.microsoft.com/office/powerpoint/2010/main" val="81246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AC79-30C3-FE49-BAD1-625B312D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MACs based on Hash function - HMAC (RFC 2104) 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C79F-6241-9945-BD9C-DBCB57BD0B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 = embedded hash function (e.g., MD5, SHA-1, RIPEMD-160) </a:t>
            </a:r>
          </a:p>
          <a:p>
            <a:r>
              <a:rPr lang="en-US" i="1" dirty="0"/>
              <a:t>IV </a:t>
            </a:r>
            <a:r>
              <a:rPr lang="en-US" dirty="0"/>
              <a:t>= initial value input to hash function </a:t>
            </a:r>
          </a:p>
          <a:p>
            <a:r>
              <a:rPr lang="en-US" i="1" dirty="0"/>
              <a:t>M </a:t>
            </a:r>
            <a:r>
              <a:rPr lang="en-US" dirty="0"/>
              <a:t>= message input to HMAC (including the padding specified in the embedded hash function) </a:t>
            </a:r>
          </a:p>
          <a:p>
            <a:r>
              <a:rPr lang="en-US" i="1" dirty="0"/>
              <a:t>Y</a:t>
            </a:r>
            <a:r>
              <a:rPr lang="en-US" i="1" baseline="-25000" dirty="0"/>
              <a:t>i </a:t>
            </a:r>
            <a:r>
              <a:rPr lang="en-US" i="1" dirty="0"/>
              <a:t>= </a:t>
            </a:r>
            <a:r>
              <a:rPr lang="en-VN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baseline="30000" dirty="0" err="1"/>
              <a:t>th</a:t>
            </a:r>
            <a:r>
              <a:rPr lang="en-US" dirty="0"/>
              <a:t> block of </a:t>
            </a:r>
            <a:r>
              <a:rPr lang="en-US" i="1" dirty="0"/>
              <a:t>M</a:t>
            </a:r>
            <a:r>
              <a:rPr lang="en-US" dirty="0"/>
              <a:t>, 0 &lt;=</a:t>
            </a:r>
            <a:r>
              <a:rPr lang="en-VN" dirty="0"/>
              <a:t> </a:t>
            </a:r>
            <a:r>
              <a:rPr lang="en-US" i="1" dirty="0" err="1"/>
              <a:t>i</a:t>
            </a:r>
            <a:r>
              <a:rPr lang="en-US" i="1" dirty="0"/>
              <a:t> &lt;=</a:t>
            </a:r>
            <a:r>
              <a:rPr lang="en-VN" dirty="0"/>
              <a:t> (</a:t>
            </a:r>
            <a:r>
              <a:rPr lang="en-US" i="1" dirty="0"/>
              <a:t>L – </a:t>
            </a:r>
            <a:r>
              <a:rPr lang="en-US" dirty="0"/>
              <a:t>1) </a:t>
            </a:r>
            <a:endParaRPr lang="en-VN" dirty="0"/>
          </a:p>
          <a:p>
            <a:r>
              <a:rPr lang="en-US" i="1" dirty="0"/>
              <a:t>L = </a:t>
            </a:r>
            <a:r>
              <a:rPr lang="en-VN" dirty="0"/>
              <a:t> </a:t>
            </a:r>
            <a:r>
              <a:rPr lang="en-US" dirty="0"/>
              <a:t>number of blocks in </a:t>
            </a:r>
            <a:r>
              <a:rPr lang="en-US" i="1" dirty="0"/>
              <a:t>M </a:t>
            </a:r>
            <a:endParaRPr lang="en-VN" dirty="0"/>
          </a:p>
          <a:p>
            <a:r>
              <a:rPr lang="en-US" i="1" dirty="0"/>
              <a:t>b = </a:t>
            </a:r>
            <a:r>
              <a:rPr lang="en-US" dirty="0"/>
              <a:t>number of bits in a block </a:t>
            </a:r>
            <a:endParaRPr lang="en-VN" dirty="0"/>
          </a:p>
          <a:p>
            <a:r>
              <a:rPr lang="en-US" i="1" dirty="0"/>
              <a:t>n = </a:t>
            </a:r>
            <a:r>
              <a:rPr lang="en-US" dirty="0"/>
              <a:t>length of hash code produced by embedded hash function </a:t>
            </a:r>
            <a:endParaRPr lang="en-VN" dirty="0"/>
          </a:p>
          <a:p>
            <a:r>
              <a:rPr lang="en-US" i="1" dirty="0"/>
              <a:t>K =</a:t>
            </a:r>
            <a:r>
              <a:rPr lang="en-VN" dirty="0"/>
              <a:t> </a:t>
            </a:r>
            <a:r>
              <a:rPr lang="en-US" dirty="0"/>
              <a:t>secret key; recommended length is &gt;=</a:t>
            </a:r>
            <a:r>
              <a:rPr lang="en-VN" dirty="0"/>
              <a:t> </a:t>
            </a:r>
            <a:r>
              <a:rPr lang="en-US" i="1" dirty="0"/>
              <a:t>n</a:t>
            </a:r>
            <a:r>
              <a:rPr lang="en-US" dirty="0"/>
              <a:t>; if key length is greater than </a:t>
            </a:r>
            <a:r>
              <a:rPr lang="en-US" i="1" dirty="0"/>
              <a:t>b</a:t>
            </a:r>
            <a:r>
              <a:rPr lang="en-US" dirty="0"/>
              <a:t>, the key is input to the hash function to produce an </a:t>
            </a:r>
            <a:r>
              <a:rPr lang="en-US" i="1" dirty="0"/>
              <a:t>n-</a:t>
            </a:r>
            <a:r>
              <a:rPr lang="en-US" dirty="0"/>
              <a:t>bit key </a:t>
            </a:r>
            <a:endParaRPr lang="en-V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1126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75AC-D000-364B-8942-F241296C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HMAC (RFC 2104)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46A2-51DD-C74B-9A65-A52A9B1B68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+ =</a:t>
            </a:r>
            <a:r>
              <a:rPr lang="en-VN" dirty="0"/>
              <a:t> </a:t>
            </a:r>
            <a:r>
              <a:rPr lang="en-US" i="1" dirty="0"/>
              <a:t>K </a:t>
            </a:r>
            <a:r>
              <a:rPr lang="en-US" dirty="0"/>
              <a:t>padded with zeros on the left so that the result is </a:t>
            </a:r>
            <a:r>
              <a:rPr lang="en-US" i="1" dirty="0"/>
              <a:t>b </a:t>
            </a:r>
            <a:r>
              <a:rPr lang="en-US" dirty="0"/>
              <a:t>bits in length </a:t>
            </a:r>
          </a:p>
          <a:p>
            <a:r>
              <a:rPr lang="en-US" dirty="0" err="1"/>
              <a:t>ipad</a:t>
            </a:r>
            <a:r>
              <a:rPr lang="en-US" dirty="0"/>
              <a:t> =</a:t>
            </a:r>
            <a:r>
              <a:rPr lang="en-VN" dirty="0"/>
              <a:t> 00110110 (36 </a:t>
            </a:r>
            <a:r>
              <a:rPr lang="en-US" dirty="0"/>
              <a:t>in hexadecimal) repeated </a:t>
            </a:r>
            <a:r>
              <a:rPr lang="en-US" i="1" dirty="0"/>
              <a:t>b</a:t>
            </a:r>
            <a:r>
              <a:rPr lang="en-US" dirty="0"/>
              <a:t>/8 times</a:t>
            </a:r>
          </a:p>
          <a:p>
            <a:r>
              <a:rPr lang="en-US" dirty="0" err="1"/>
              <a:t>opad</a:t>
            </a:r>
            <a:r>
              <a:rPr lang="en-US" dirty="0"/>
              <a:t> =</a:t>
            </a:r>
            <a:r>
              <a:rPr lang="en-VN" dirty="0"/>
              <a:t> 01011100 (5</a:t>
            </a:r>
            <a:r>
              <a:rPr lang="en-US" dirty="0"/>
              <a:t>C in hexadecimal) repeated </a:t>
            </a:r>
            <a:r>
              <a:rPr lang="en-US" i="1" dirty="0"/>
              <a:t>b</a:t>
            </a:r>
            <a:r>
              <a:rPr lang="en-US" dirty="0"/>
              <a:t>/8 times </a:t>
            </a:r>
          </a:p>
          <a:p>
            <a:r>
              <a:rPr lang="en-US" dirty="0"/>
              <a:t>Then HMAC can be expressed as</a:t>
            </a:r>
            <a:br>
              <a:rPr lang="en-US" dirty="0"/>
            </a:br>
            <a:r>
              <a:rPr lang="en-US" dirty="0"/>
              <a:t>HMAC(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) = H[(</a:t>
            </a:r>
            <a:r>
              <a:rPr lang="en-US" i="1" dirty="0"/>
              <a:t>K</a:t>
            </a:r>
            <a:r>
              <a:rPr lang="en-US" dirty="0"/>
              <a:t>+ </a:t>
            </a:r>
            <a:r>
              <a:rPr lang="en-VN" dirty="0"/>
              <a:t> ⊕ </a:t>
            </a:r>
            <a:r>
              <a:rPr lang="en-US" dirty="0" err="1"/>
              <a:t>opad</a:t>
            </a:r>
            <a:r>
              <a:rPr lang="en-US" dirty="0"/>
              <a:t>) || H[(</a:t>
            </a:r>
            <a:r>
              <a:rPr lang="en-US" i="1" dirty="0"/>
              <a:t>K</a:t>
            </a:r>
            <a:r>
              <a:rPr lang="en-US" dirty="0"/>
              <a:t>+ ⊕</a:t>
            </a:r>
            <a:r>
              <a:rPr lang="en-VN" dirty="0"/>
              <a:t> </a:t>
            </a:r>
            <a:r>
              <a:rPr lang="en-US" dirty="0" err="1"/>
              <a:t>ipad</a:t>
            </a:r>
            <a:r>
              <a:rPr lang="en-US" dirty="0"/>
              <a:t>) || </a:t>
            </a:r>
            <a:r>
              <a:rPr lang="en-US" i="1" dirty="0"/>
              <a:t>M</a:t>
            </a:r>
            <a:r>
              <a:rPr lang="en-US" dirty="0"/>
              <a:t>]] 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89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CBA75B-F3CC-A242-9EA1-08928FF0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HMAC (RFC 2104)</a:t>
            </a:r>
            <a:endParaRPr sz="27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0D79B1-7A1A-5343-917F-44BD45EEAC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zeros to the left end of </a:t>
            </a:r>
            <a:r>
              <a:rPr lang="en-US" sz="1500" i="1" dirty="0"/>
              <a:t>K </a:t>
            </a:r>
            <a:r>
              <a:rPr lang="en-US" sz="1500" dirty="0"/>
              <a:t>to create a </a:t>
            </a:r>
            <a:r>
              <a:rPr lang="en-US" sz="1500" i="1" dirty="0"/>
              <a:t>b</a:t>
            </a:r>
            <a:r>
              <a:rPr lang="en-US" sz="1500" dirty="0"/>
              <a:t>-bit string </a:t>
            </a:r>
            <a:r>
              <a:rPr lang="en-US" sz="1500" i="1" dirty="0"/>
              <a:t>K</a:t>
            </a:r>
            <a:r>
              <a:rPr lang="en-US" sz="1500" dirty="0"/>
              <a:t>+ (e.g., if </a:t>
            </a:r>
            <a:r>
              <a:rPr lang="en-US" sz="1500" i="1" dirty="0"/>
              <a:t>K </a:t>
            </a:r>
            <a:r>
              <a:rPr lang="en-US" sz="1500" dirty="0"/>
              <a:t>is of   length 160 bits and </a:t>
            </a:r>
            <a:r>
              <a:rPr lang="en-US" sz="1500" i="1" dirty="0"/>
              <a:t>b </a:t>
            </a:r>
            <a:r>
              <a:rPr lang="en-US" sz="1500" dirty="0"/>
              <a:t>= 512, then </a:t>
            </a:r>
            <a:r>
              <a:rPr lang="en-US" sz="1500" i="1" dirty="0"/>
              <a:t>K </a:t>
            </a:r>
            <a:r>
              <a:rPr lang="en-US" sz="1500" dirty="0"/>
              <a:t>will be appended with 44 zeroes).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XOR (bitwise exclusive-OR) K+ with </a:t>
            </a:r>
            <a:r>
              <a:rPr lang="en-US" sz="1500" dirty="0" err="1"/>
              <a:t>ipad</a:t>
            </a:r>
            <a:r>
              <a:rPr lang="en-US" sz="1500" dirty="0"/>
              <a:t> to produce the b-bit block S</a:t>
            </a:r>
            <a:r>
              <a:rPr lang="en-US" sz="1500" baseline="-25000" dirty="0"/>
              <a:t>i</a:t>
            </a:r>
            <a:r>
              <a:rPr lang="en-US" sz="1500" dirty="0"/>
              <a:t>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M to S</a:t>
            </a:r>
            <a:r>
              <a:rPr lang="en-US" sz="1500" baseline="-25000" dirty="0"/>
              <a:t>i</a:t>
            </a:r>
            <a:r>
              <a:rPr lang="en-US" sz="1500" dirty="0"/>
              <a:t>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Apply H to the stream generated in step 3.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XOR K+ with </a:t>
            </a:r>
            <a:r>
              <a:rPr lang="en-US" sz="1500" dirty="0" err="1"/>
              <a:t>opad</a:t>
            </a:r>
            <a:r>
              <a:rPr lang="en-US" sz="1500" dirty="0"/>
              <a:t> to produce the b-bit block So.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the hash result from step 4 to So.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Apply H to the stream generated in step 6 and output the result. 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9B79E0B0-0D20-B24D-9251-6A7F9F1DFDC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661150" y="2139950"/>
            <a:ext cx="248285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631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953A-D12B-EE40-AD72-FC6E2E3D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Security of HMAC 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E3C8EE-C22F-DC41-B10E-FE5A40ACBC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794567" y="1487489"/>
            <a:ext cx="3554866" cy="3978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A8D1D-C461-ED40-8117-FBFE64AF3E20}"/>
              </a:ext>
            </a:extLst>
          </p:cNvPr>
          <p:cNvSpPr txBox="1"/>
          <p:nvPr/>
        </p:nvSpPr>
        <p:spPr>
          <a:xfrm>
            <a:off x="1737135" y="2857502"/>
            <a:ext cx="14389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f(IV, (K+</a:t>
            </a:r>
            <a:r>
              <a:rPr lang="en-VN" sz="1350" dirty="0"/>
              <a:t> ⊕ </a:t>
            </a:r>
            <a:r>
              <a:rPr lang="en-US" sz="1350" dirty="0" err="1"/>
              <a:t>ipad</a:t>
            </a:r>
            <a:r>
              <a:rPr lang="en-US" sz="1350" dirty="0"/>
              <a:t>)) </a:t>
            </a:r>
          </a:p>
          <a:p>
            <a:r>
              <a:rPr lang="en-US" sz="1350" dirty="0"/>
              <a:t>f(IV, (K+ </a:t>
            </a:r>
            <a:r>
              <a:rPr lang="en-VN" sz="1350" dirty="0"/>
              <a:t>⊕</a:t>
            </a:r>
            <a:r>
              <a:rPr lang="en-US" sz="1350" dirty="0"/>
              <a:t> </a:t>
            </a:r>
            <a:r>
              <a:rPr lang="en-US" sz="1350" dirty="0" err="1"/>
              <a:t>opad</a:t>
            </a:r>
            <a:r>
              <a:rPr lang="en-US" sz="1350" dirty="0"/>
              <a:t>)) </a:t>
            </a:r>
          </a:p>
        </p:txBody>
      </p:sp>
    </p:spTree>
    <p:extLst>
      <p:ext uri="{BB962C8B-B14F-4D97-AF65-F5344CB8AC3E}">
        <p14:creationId xmlns:p14="http://schemas.microsoft.com/office/powerpoint/2010/main" val="3226216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464D-A2FF-614A-8AB1-49D7DE8F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Hash Algorithm (SHA)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CB1A5-81EA-E5C6-FD0B-924800B4B1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5AC64C-0082-E848-82DB-83EE8C22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165" y="3086100"/>
            <a:ext cx="3357155" cy="114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F09441-AF4B-3548-9C0F-4C8E69E8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20" y="2400301"/>
            <a:ext cx="3385666" cy="27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95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2E3E-3B96-FD4E-BE4B-5D146C5D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Hash Algorithm – SHA 512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DEF801-EC28-D54B-8F87-2A850F459B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23851" y="1487489"/>
            <a:ext cx="3096298" cy="3978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823F72-18E6-1748-8C63-1C86E87E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244" y="2080664"/>
            <a:ext cx="2125750" cy="6429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16628E-CCCD-754C-8CE3-679E998CA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14" y="2759151"/>
            <a:ext cx="3140830" cy="2598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53AF6D-1223-2146-8841-009B3889E1E4}"/>
              </a:ext>
            </a:extLst>
          </p:cNvPr>
          <p:cNvSpPr txBox="1"/>
          <p:nvPr/>
        </p:nvSpPr>
        <p:spPr>
          <a:xfrm>
            <a:off x="3731833" y="4777339"/>
            <a:ext cx="683535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vi-VN" sz="900" dirty="0">
                <a:latin typeface="Calibri" panose="020F0502020204030204" pitchFamily="34" charset="0"/>
                <a:cs typeface="Calibri" panose="020F0502020204030204" pitchFamily="34" charset="0"/>
              </a:rPr>
              <a:t>SHA 512 – Constant K</a:t>
            </a:r>
            <a:r>
              <a:rPr lang="vi-VN" sz="9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sz="9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9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E0A591440FD4BB24A6FC7027A4F9B" ma:contentTypeVersion="0" ma:contentTypeDescription="Create a new document." ma:contentTypeScope="" ma:versionID="0cdb238342832eee5c5d1cab493390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2AD81C-D2CF-4298-823C-C3A4A182D4FF}"/>
</file>

<file path=customXml/itemProps2.xml><?xml version="1.0" encoding="utf-8"?>
<ds:datastoreItem xmlns:ds="http://schemas.openxmlformats.org/officeDocument/2006/customXml" ds:itemID="{335A230B-2EAF-4BFF-90F2-54534BE4B5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EB945F-7964-4DCE-990B-4D83DDA82B5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7447</TotalTime>
  <Words>3569</Words>
  <Application>Microsoft Macintosh PowerPoint</Application>
  <PresentationFormat>On-screen Show (4:3)</PresentationFormat>
  <Paragraphs>364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Lato</vt:lpstr>
      <vt:lpstr>Times New Roman</vt:lpstr>
      <vt:lpstr>Office Theme</vt:lpstr>
      <vt:lpstr>PowerPoint Presentation</vt:lpstr>
      <vt:lpstr>PowerPoint Presentation</vt:lpstr>
      <vt:lpstr>Recap: message integrity</vt:lpstr>
      <vt:lpstr>Kháng va chạm(Collision Resistance)</vt:lpstr>
      <vt:lpstr>MACs from Collision Resistance</vt:lpstr>
      <vt:lpstr>MACs from Collision Resistance</vt:lpstr>
      <vt:lpstr>Protecting file integrity using C.R. hash</vt:lpstr>
      <vt:lpstr>Generic attack on C.R. functions</vt:lpstr>
      <vt:lpstr>Nguyên lý ngày sinh nhật (The birthday paradox)</vt:lpstr>
      <vt:lpstr>PowerPoint Presentation</vt:lpstr>
      <vt:lpstr>Generic attack</vt:lpstr>
      <vt:lpstr>Sample C.R. hash functions: Crypto++  5.6.0      [ Wei Dai ]</vt:lpstr>
      <vt:lpstr>Quantum Collision Finder</vt:lpstr>
      <vt:lpstr>Collision resistance:  review</vt:lpstr>
      <vt:lpstr>The Merkle-Damgard iterated construction</vt:lpstr>
      <vt:lpstr>The Merkle-Damgard iterated construction</vt:lpstr>
      <vt:lpstr>Compr. func. from a block cipher</vt:lpstr>
      <vt:lpstr>Other block cipher constructions</vt:lpstr>
      <vt:lpstr>Case study SHA-512</vt:lpstr>
      <vt:lpstr>Trường Padding và length</vt:lpstr>
      <vt:lpstr>Trường Padding và length</vt:lpstr>
      <vt:lpstr>SHA - 512</vt:lpstr>
      <vt:lpstr>Word and Word Expansion </vt:lpstr>
      <vt:lpstr>Message Digest Initialization</vt:lpstr>
      <vt:lpstr>Inside Round function </vt:lpstr>
      <vt:lpstr>Ví dụ về hàm Majority </vt:lpstr>
      <vt:lpstr>Ví dụ về hàm Conditional </vt:lpstr>
      <vt:lpstr>Constants </vt:lpstr>
      <vt:lpstr>Ví dụ tạo hằng số</vt:lpstr>
      <vt:lpstr>Bài tập SHA 512 </vt:lpstr>
      <vt:lpstr>Provable compression functions</vt:lpstr>
      <vt:lpstr>The Merkle-Damgard iterated construction</vt:lpstr>
      <vt:lpstr>MAC from a Merkle-Damgard Hash Function</vt:lpstr>
      <vt:lpstr>Standardized method:   HMAC  (Hash-MAC)</vt:lpstr>
      <vt:lpstr>HMAC in pictures</vt:lpstr>
      <vt:lpstr>HMAC properties</vt:lpstr>
      <vt:lpstr>Warning:  verification timing attacks  [L’09]</vt:lpstr>
      <vt:lpstr>Warning:  verification timing attacks  [L’09]</vt:lpstr>
      <vt:lpstr>Defense #1</vt:lpstr>
      <vt:lpstr>Defense #2</vt:lpstr>
      <vt:lpstr>MACs based on Hash function - HMAC (RFC 2104) </vt:lpstr>
      <vt:lpstr>HMAC (RFC 2104)</vt:lpstr>
      <vt:lpstr>HMAC (RFC 2104)</vt:lpstr>
      <vt:lpstr>Security of HMAC </vt:lpstr>
      <vt:lpstr>Secure Hash Algorithm (SHA)</vt:lpstr>
      <vt:lpstr>Secure Hash Algorithm – SHA 512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Ta Thi Kim Hue</cp:lastModifiedBy>
  <cp:revision>62</cp:revision>
  <dcterms:created xsi:type="dcterms:W3CDTF">2021-05-28T04:32:29Z</dcterms:created>
  <dcterms:modified xsi:type="dcterms:W3CDTF">2023-02-13T10:21:54Z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0x010100796E0A591440FD4BB24A6FC7027A4F9B</vt:lpwstr>
  </property>
</Properties>
</file>