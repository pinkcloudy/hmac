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notesSlides/notesSlide5.xml" ContentType="application/vnd.openxmlformats-officedocument.presentationml.notesSlide+xml"/>
  <Override PartName="/ppt/theme/themeOverride2.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32"/>
  </p:notesMasterIdLst>
  <p:handoutMasterIdLst>
    <p:handoutMasterId r:id="rId33"/>
  </p:handoutMasterIdLst>
  <p:sldIdLst>
    <p:sldId id="259" r:id="rId5"/>
    <p:sldId id="257" r:id="rId6"/>
    <p:sldId id="265" r:id="rId7"/>
    <p:sldId id="267" r:id="rId8"/>
    <p:sldId id="269" r:id="rId9"/>
    <p:sldId id="270" r:id="rId10"/>
    <p:sldId id="271" r:id="rId11"/>
    <p:sldId id="272" r:id="rId12"/>
    <p:sldId id="268" r:id="rId13"/>
    <p:sldId id="276" r:id="rId14"/>
    <p:sldId id="277" r:id="rId15"/>
    <p:sldId id="266" r:id="rId16"/>
    <p:sldId id="273" r:id="rId17"/>
    <p:sldId id="274" r:id="rId18"/>
    <p:sldId id="275" r:id="rId19"/>
    <p:sldId id="279" r:id="rId20"/>
    <p:sldId id="278" r:id="rId21"/>
    <p:sldId id="280" r:id="rId22"/>
    <p:sldId id="281" r:id="rId23"/>
    <p:sldId id="284" r:id="rId24"/>
    <p:sldId id="289" r:id="rId25"/>
    <p:sldId id="285" r:id="rId26"/>
    <p:sldId id="283" r:id="rId27"/>
    <p:sldId id="286" r:id="rId28"/>
    <p:sldId id="287" r:id="rId29"/>
    <p:sldId id="288" r:id="rId30"/>
    <p:sldId id="28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897" autoAdjust="0"/>
    <p:restoredTop sz="85443" autoAdjust="0"/>
  </p:normalViewPr>
  <p:slideViewPr>
    <p:cSldViewPr snapToGrid="0">
      <p:cViewPr>
        <p:scale>
          <a:sx n="90" d="100"/>
          <a:sy n="90" d="100"/>
        </p:scale>
        <p:origin x="16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 Thi Kim Hue" userId="af176dfe-ebe0-47e4-99a4-e0f4d40f7313" providerId="ADAL" clId="{89BCDE6F-F755-4C84-A878-132501452D86}"/>
    <pc:docChg chg="custSel addSld modSld">
      <pc:chgData name="Ta Thi Kim Hue" userId="af176dfe-ebe0-47e4-99a4-e0f4d40f7313" providerId="ADAL" clId="{89BCDE6F-F755-4C84-A878-132501452D86}" dt="2024-02-27T06:41:48.370" v="48"/>
      <pc:docMkLst>
        <pc:docMk/>
      </pc:docMkLst>
      <pc:sldChg chg="addSp delSp modSp mod delAnim modShow">
        <pc:chgData name="Ta Thi Kim Hue" userId="af176dfe-ebe0-47e4-99a4-e0f4d40f7313" providerId="ADAL" clId="{89BCDE6F-F755-4C84-A878-132501452D86}" dt="2024-02-27T05:10:30.079" v="47" actId="12385"/>
        <pc:sldMkLst>
          <pc:docMk/>
          <pc:sldMk cId="3292951085" sldId="280"/>
        </pc:sldMkLst>
      </pc:sldChg>
      <pc:sldChg chg="modSp mod">
        <pc:chgData name="Ta Thi Kim Hue" userId="af176dfe-ebe0-47e4-99a4-e0f4d40f7313" providerId="ADAL" clId="{89BCDE6F-F755-4C84-A878-132501452D86}" dt="2024-02-27T05:06:49.151" v="27" actId="20577"/>
        <pc:sldMkLst>
          <pc:docMk/>
          <pc:sldMk cId="4052059992" sldId="281"/>
        </pc:sldMkLst>
      </pc:sldChg>
      <pc:sldChg chg="add">
        <pc:chgData name="Ta Thi Kim Hue" userId="af176dfe-ebe0-47e4-99a4-e0f4d40f7313" providerId="ADAL" clId="{89BCDE6F-F755-4C84-A878-132501452D86}" dt="2024-02-27T06:41:48.370" v="48"/>
        <pc:sldMkLst>
          <pc:docMk/>
          <pc:sldMk cId="2655223862" sldId="283"/>
        </pc:sldMkLst>
      </pc:sldChg>
      <pc:sldChg chg="add">
        <pc:chgData name="Ta Thi Kim Hue" userId="af176dfe-ebe0-47e4-99a4-e0f4d40f7313" providerId="ADAL" clId="{89BCDE6F-F755-4C84-A878-132501452D86}" dt="2024-02-27T06:41:48.370" v="48"/>
        <pc:sldMkLst>
          <pc:docMk/>
          <pc:sldMk cId="1783621088" sldId="284"/>
        </pc:sldMkLst>
      </pc:sldChg>
      <pc:sldChg chg="add">
        <pc:chgData name="Ta Thi Kim Hue" userId="af176dfe-ebe0-47e4-99a4-e0f4d40f7313" providerId="ADAL" clId="{89BCDE6F-F755-4C84-A878-132501452D86}" dt="2024-02-27T06:41:48.370" v="48"/>
        <pc:sldMkLst>
          <pc:docMk/>
          <pc:sldMk cId="3299739725" sldId="285"/>
        </pc:sldMkLst>
      </pc:sldChg>
      <pc:sldChg chg="add">
        <pc:chgData name="Ta Thi Kim Hue" userId="af176dfe-ebe0-47e4-99a4-e0f4d40f7313" providerId="ADAL" clId="{89BCDE6F-F755-4C84-A878-132501452D86}" dt="2024-02-27T06:41:48.370" v="48"/>
        <pc:sldMkLst>
          <pc:docMk/>
          <pc:sldMk cId="1181565058" sldId="286"/>
        </pc:sldMkLst>
      </pc:sldChg>
      <pc:sldChg chg="add">
        <pc:chgData name="Ta Thi Kim Hue" userId="af176dfe-ebe0-47e4-99a4-e0f4d40f7313" providerId="ADAL" clId="{89BCDE6F-F755-4C84-A878-132501452D86}" dt="2024-02-27T06:41:48.370" v="48"/>
        <pc:sldMkLst>
          <pc:docMk/>
          <pc:sldMk cId="645378662" sldId="287"/>
        </pc:sldMkLst>
      </pc:sldChg>
      <pc:sldChg chg="add">
        <pc:chgData name="Ta Thi Kim Hue" userId="af176dfe-ebe0-47e4-99a4-e0f4d40f7313" providerId="ADAL" clId="{89BCDE6F-F755-4C84-A878-132501452D86}" dt="2024-02-27T06:41:48.370" v="48"/>
        <pc:sldMkLst>
          <pc:docMk/>
          <pc:sldMk cId="2930609596" sldId="288"/>
        </pc:sldMkLst>
      </pc:sldChg>
    </pc:docChg>
  </pc:docChgLst>
  <pc:docChgLst>
    <pc:chgData name="Tạ Thị Kim Huệ" userId="af176dfe-ebe0-47e4-99a4-e0f4d40f7313" providerId="ADAL" clId="{E2D6EB81-A04F-5BD5-ADB1-F879CE7AB410}"/>
    <pc:docChg chg="modSld">
      <pc:chgData name="Tạ Thị Kim Huệ" userId="af176dfe-ebe0-47e4-99a4-e0f4d40f7313" providerId="ADAL" clId="{E2D6EB81-A04F-5BD5-ADB1-F879CE7AB410}" dt="2025-09-22T07:35:18.523" v="107" actId="20577"/>
      <pc:docMkLst>
        <pc:docMk/>
      </pc:docMkLst>
      <pc:sldChg chg="modSp mod">
        <pc:chgData name="Tạ Thị Kim Huệ" userId="af176dfe-ebe0-47e4-99a4-e0f4d40f7313" providerId="ADAL" clId="{E2D6EB81-A04F-5BD5-ADB1-F879CE7AB410}" dt="2025-09-22T07:35:18.523" v="107" actId="20577"/>
        <pc:sldMkLst>
          <pc:docMk/>
          <pc:sldMk cId="3292951085" sldId="280"/>
        </pc:sldMkLst>
        <pc:spChg chg="mod">
          <ac:chgData name="Tạ Thị Kim Huệ" userId="af176dfe-ebe0-47e4-99a4-e0f4d40f7313" providerId="ADAL" clId="{E2D6EB81-A04F-5BD5-ADB1-F879CE7AB410}" dt="2025-09-22T07:33:53.406" v="82" actId="20577"/>
          <ac:spMkLst>
            <pc:docMk/>
            <pc:sldMk cId="3292951085" sldId="280"/>
            <ac:spMk id="4" creationId="{609B6055-880D-7212-B9FC-CF95D4514609}"/>
          </ac:spMkLst>
        </pc:spChg>
        <pc:graphicFrameChg chg="modGraphic">
          <ac:chgData name="Tạ Thị Kim Huệ" userId="af176dfe-ebe0-47e4-99a4-e0f4d40f7313" providerId="ADAL" clId="{E2D6EB81-A04F-5BD5-ADB1-F879CE7AB410}" dt="2025-09-22T07:35:18.523" v="107" actId="20577"/>
          <ac:graphicFrameMkLst>
            <pc:docMk/>
            <pc:sldMk cId="3292951085" sldId="280"/>
            <ac:graphicFrameMk id="6" creationId="{AD3C9FD9-32C0-4F81-24BB-6BE45FA0B762}"/>
          </ac:graphicFrameMkLst>
        </pc:graphicFrameChg>
      </pc:sldChg>
    </pc:docChg>
  </pc:docChgLst>
  <pc:docChgLst>
    <pc:chgData name="Ta Thi Kim Hue" userId="af176dfe-ebe0-47e4-99a4-e0f4d40f7313" providerId="ADAL" clId="{86356EB0-A08D-AC43-B3EF-A581390E2F77}"/>
    <pc:docChg chg="custSel modSld">
      <pc:chgData name="Ta Thi Kim Hue" userId="af176dfe-ebe0-47e4-99a4-e0f4d40f7313" providerId="ADAL" clId="{86356EB0-A08D-AC43-B3EF-A581390E2F77}" dt="2023-03-27T07:45:07.907" v="8" actId="14100"/>
      <pc:docMkLst>
        <pc:docMk/>
      </pc:docMkLst>
      <pc:sldChg chg="mod modShow">
        <pc:chgData name="Ta Thi Kim Hue" userId="af176dfe-ebe0-47e4-99a4-e0f4d40f7313" providerId="ADAL" clId="{86356EB0-A08D-AC43-B3EF-A581390E2F77}" dt="2023-03-27T04:21:12.340" v="0" actId="729"/>
        <pc:sldMkLst>
          <pc:docMk/>
          <pc:sldMk cId="1106128745" sldId="278"/>
        </pc:sldMkLst>
      </pc:sldChg>
      <pc:sldChg chg="addSp modSp mod modAnim">
        <pc:chgData name="Ta Thi Kim Hue" userId="af176dfe-ebe0-47e4-99a4-e0f4d40f7313" providerId="ADAL" clId="{86356EB0-A08D-AC43-B3EF-A581390E2F77}" dt="2023-03-27T07:44:48.787" v="4" actId="1076"/>
        <pc:sldMkLst>
          <pc:docMk/>
          <pc:sldMk cId="3292951085" sldId="280"/>
        </pc:sldMkLst>
      </pc:sldChg>
      <pc:sldChg chg="addSp delSp modSp mod delAnim modAnim">
        <pc:chgData name="Ta Thi Kim Hue" userId="af176dfe-ebe0-47e4-99a4-e0f4d40f7313" providerId="ADAL" clId="{86356EB0-A08D-AC43-B3EF-A581390E2F77}" dt="2023-03-27T07:45:07.907" v="8" actId="14100"/>
        <pc:sldMkLst>
          <pc:docMk/>
          <pc:sldMk cId="4052059992" sldId="281"/>
        </pc:sldMkLst>
      </pc:sldChg>
    </pc:docChg>
  </pc:docChgLst>
  <pc:docChgLst>
    <pc:chgData name="hue.tathikim@hust.edu.vn" userId="af176dfe-ebe0-47e4-99a4-e0f4d40f7313" providerId="ADAL" clId="{1F4E8022-28B5-4CB1-ADE6-2FBE4A23408A}"/>
    <pc:docChg chg="undo custSel addSld modSld">
      <pc:chgData name="hue.tathikim@hust.edu.vn" userId="af176dfe-ebe0-47e4-99a4-e0f4d40f7313" providerId="ADAL" clId="{1F4E8022-28B5-4CB1-ADE6-2FBE4A23408A}" dt="2022-10-12T04:36:37.739" v="1747" actId="20577"/>
      <pc:docMkLst>
        <pc:docMk/>
      </pc:docMkLst>
      <pc:sldChg chg="addSp modSp mod">
        <pc:chgData name="hue.tathikim@hust.edu.vn" userId="af176dfe-ebe0-47e4-99a4-e0f4d40f7313" providerId="ADAL" clId="{1F4E8022-28B5-4CB1-ADE6-2FBE4A23408A}" dt="2022-10-12T04:00:05.410" v="732" actId="14100"/>
        <pc:sldMkLst>
          <pc:docMk/>
          <pc:sldMk cId="757369366" sldId="266"/>
        </pc:sldMkLst>
      </pc:sldChg>
      <pc:sldChg chg="modSp new mod">
        <pc:chgData name="hue.tathikim@hust.edu.vn" userId="af176dfe-ebe0-47e4-99a4-e0f4d40f7313" providerId="ADAL" clId="{1F4E8022-28B5-4CB1-ADE6-2FBE4A23408A}" dt="2022-10-12T04:36:37.739" v="1747" actId="20577"/>
        <pc:sldMkLst>
          <pc:docMk/>
          <pc:sldMk cId="3057768725" sldId="273"/>
        </pc:sldMkLst>
      </pc:sldChg>
      <pc:sldChg chg="modSp new mod">
        <pc:chgData name="hue.tathikim@hust.edu.vn" userId="af176dfe-ebe0-47e4-99a4-e0f4d40f7313" providerId="ADAL" clId="{1F4E8022-28B5-4CB1-ADE6-2FBE4A23408A}" dt="2022-10-12T04:19:56.837" v="734"/>
        <pc:sldMkLst>
          <pc:docMk/>
          <pc:sldMk cId="4153716864" sldId="274"/>
        </pc:sldMkLst>
      </pc:sldChg>
      <pc:sldChg chg="new">
        <pc:chgData name="hue.tathikim@hust.edu.vn" userId="af176dfe-ebe0-47e4-99a4-e0f4d40f7313" providerId="ADAL" clId="{1F4E8022-28B5-4CB1-ADE6-2FBE4A23408A}" dt="2022-10-12T03:58:00.914" v="625" actId="680"/>
        <pc:sldMkLst>
          <pc:docMk/>
          <pc:sldMk cId="3928681518" sldId="275"/>
        </pc:sldMkLst>
      </pc:sldChg>
    </pc:docChg>
  </pc:docChgLst>
  <pc:docChgLst>
    <pc:chgData name="Tạ Thị Kim Huệ" userId="af176dfe-ebe0-47e4-99a4-e0f4d40f7313" providerId="ADAL" clId="{538FAA8B-749F-564A-8599-000D6A7F325B}"/>
    <pc:docChg chg="modSld">
      <pc:chgData name="Tạ Thị Kim Huệ" userId="af176dfe-ebe0-47e4-99a4-e0f4d40f7313" providerId="ADAL" clId="{538FAA8B-749F-564A-8599-000D6A7F325B}" dt="2025-02-18T09:53:57.123" v="9" actId="113"/>
      <pc:docMkLst>
        <pc:docMk/>
      </pc:docMkLst>
      <pc:sldChg chg="modSp mod">
        <pc:chgData name="Tạ Thị Kim Huệ" userId="af176dfe-ebe0-47e4-99a4-e0f4d40f7313" providerId="ADAL" clId="{538FAA8B-749F-564A-8599-000D6A7F325B}" dt="2025-02-18T09:19:01.003" v="4" actId="20577"/>
        <pc:sldMkLst>
          <pc:docMk/>
          <pc:sldMk cId="2217768064" sldId="269"/>
        </pc:sldMkLst>
      </pc:sldChg>
      <pc:sldChg chg="modSp mod">
        <pc:chgData name="Tạ Thị Kim Huệ" userId="af176dfe-ebe0-47e4-99a4-e0f4d40f7313" providerId="ADAL" clId="{538FAA8B-749F-564A-8599-000D6A7F325B}" dt="2025-02-18T09:53:57.123" v="9" actId="113"/>
        <pc:sldMkLst>
          <pc:docMk/>
          <pc:sldMk cId="4052059992" sldId="281"/>
        </pc:sldMkLst>
      </pc:sldChg>
    </pc:docChg>
  </pc:docChgLst>
  <pc:docChgLst>
    <pc:chgData name="Ta Thi Kim Hue" userId="af176dfe-ebe0-47e4-99a4-e0f4d40f7313" providerId="ADAL" clId="{E6C8C943-7111-4815-B8E0-CD8BD1CCE775}"/>
    <pc:docChg chg="modSld">
      <pc:chgData name="Ta Thi Kim Hue" userId="af176dfe-ebe0-47e4-99a4-e0f4d40f7313" providerId="ADAL" clId="{E6C8C943-7111-4815-B8E0-CD8BD1CCE775}" dt="2023-02-24T08:38:33.534" v="4" actId="1076"/>
      <pc:docMkLst>
        <pc:docMk/>
      </pc:docMkLst>
      <pc:sldChg chg="modSp mod">
        <pc:chgData name="Ta Thi Kim Hue" userId="af176dfe-ebe0-47e4-99a4-e0f4d40f7313" providerId="ADAL" clId="{E6C8C943-7111-4815-B8E0-CD8BD1CCE775}" dt="2023-02-23T11:11:12.700" v="3" actId="5793"/>
        <pc:sldMkLst>
          <pc:docMk/>
          <pc:sldMk cId="4153716864" sldId="274"/>
        </pc:sldMkLst>
      </pc:sldChg>
      <pc:sldChg chg="modSp mod">
        <pc:chgData name="Ta Thi Kim Hue" userId="af176dfe-ebe0-47e4-99a4-e0f4d40f7313" providerId="ADAL" clId="{E6C8C943-7111-4815-B8E0-CD8BD1CCE775}" dt="2023-02-24T08:38:33.534" v="4" actId="1076"/>
        <pc:sldMkLst>
          <pc:docMk/>
          <pc:sldMk cId="4052059992" sldId="281"/>
        </pc:sldMkLst>
      </pc:sldChg>
    </pc:docChg>
  </pc:docChgLst>
  <pc:docChgLst>
    <pc:chgData name="Ta Thi Kim Hue" userId="af176dfe-ebe0-47e4-99a4-e0f4d40f7313" providerId="ADAL" clId="{264C83AA-283C-D342-9895-92F40AF91AE0}"/>
    <pc:docChg chg="undo custSel addSld delSld modSld sldOrd">
      <pc:chgData name="Ta Thi Kim Hue" userId="af176dfe-ebe0-47e4-99a4-e0f4d40f7313" providerId="ADAL" clId="{264C83AA-283C-D342-9895-92F40AF91AE0}" dt="2022-10-03T17:25:56.322" v="351"/>
      <pc:docMkLst>
        <pc:docMk/>
      </pc:docMkLst>
      <pc:sldChg chg="addSp delSp modSp del mod">
        <pc:chgData name="Ta Thi Kim Hue" userId="af176dfe-ebe0-47e4-99a4-e0f4d40f7313" providerId="ADAL" clId="{264C83AA-283C-D342-9895-92F40AF91AE0}" dt="2022-10-03T17:18:29.436" v="204" actId="2696"/>
        <pc:sldMkLst>
          <pc:docMk/>
          <pc:sldMk cId="1234004128" sldId="256"/>
        </pc:sldMkLst>
      </pc:sldChg>
      <pc:sldChg chg="modSp mod">
        <pc:chgData name="Ta Thi Kim Hue" userId="af176dfe-ebe0-47e4-99a4-e0f4d40f7313" providerId="ADAL" clId="{264C83AA-283C-D342-9895-92F40AF91AE0}" dt="2022-10-03T17:16:38.018" v="147" actId="20577"/>
        <pc:sldMkLst>
          <pc:docMk/>
          <pc:sldMk cId="743172911" sldId="257"/>
        </pc:sldMkLst>
      </pc:sldChg>
      <pc:sldChg chg="add del">
        <pc:chgData name="Ta Thi Kim Hue" userId="af176dfe-ebe0-47e4-99a4-e0f4d40f7313" providerId="ADAL" clId="{264C83AA-283C-D342-9895-92F40AF91AE0}" dt="2022-10-03T17:19:15.893" v="226"/>
        <pc:sldMkLst>
          <pc:docMk/>
          <pc:sldMk cId="0" sldId="260"/>
        </pc:sldMkLst>
      </pc:sldChg>
      <pc:sldChg chg="addSp modSp mod">
        <pc:chgData name="Ta Thi Kim Hue" userId="af176dfe-ebe0-47e4-99a4-e0f4d40f7313" providerId="ADAL" clId="{264C83AA-283C-D342-9895-92F40AF91AE0}" dt="2022-10-03T17:24:25.193" v="340"/>
        <pc:sldMkLst>
          <pc:docMk/>
          <pc:sldMk cId="64084651" sldId="261"/>
        </pc:sldMkLst>
      </pc:sldChg>
      <pc:sldChg chg="addSp delSp modSp mod">
        <pc:chgData name="Ta Thi Kim Hue" userId="af176dfe-ebe0-47e4-99a4-e0f4d40f7313" providerId="ADAL" clId="{264C83AA-283C-D342-9895-92F40AF91AE0}" dt="2022-10-03T17:17:47.960" v="181"/>
        <pc:sldMkLst>
          <pc:docMk/>
          <pc:sldMk cId="292364014" sldId="265"/>
        </pc:sldMkLst>
      </pc:sldChg>
      <pc:sldChg chg="addSp modSp mod">
        <pc:chgData name="Ta Thi Kim Hue" userId="af176dfe-ebe0-47e4-99a4-e0f4d40f7313" providerId="ADAL" clId="{264C83AA-283C-D342-9895-92F40AF91AE0}" dt="2022-10-03T17:25:04.447" v="342"/>
        <pc:sldMkLst>
          <pc:docMk/>
          <pc:sldMk cId="2751358436" sldId="266"/>
        </pc:sldMkLst>
      </pc:sldChg>
      <pc:sldChg chg="addSp delSp modSp new mod">
        <pc:chgData name="Ta Thi Kim Hue" userId="af176dfe-ebe0-47e4-99a4-e0f4d40f7313" providerId="ADAL" clId="{264C83AA-283C-D342-9895-92F40AF91AE0}" dt="2022-10-03T17:22:52.601" v="305" actId="1076"/>
        <pc:sldMkLst>
          <pc:docMk/>
          <pc:sldMk cId="4020901606" sldId="270"/>
        </pc:sldMkLst>
      </pc:sldChg>
      <pc:sldChg chg="addSp modSp new mod ord">
        <pc:chgData name="Ta Thi Kim Hue" userId="af176dfe-ebe0-47e4-99a4-e0f4d40f7313" providerId="ADAL" clId="{264C83AA-283C-D342-9895-92F40AF91AE0}" dt="2022-10-03T17:20:54.593" v="233" actId="1076"/>
        <pc:sldMkLst>
          <pc:docMk/>
          <pc:sldMk cId="2807437432" sldId="271"/>
        </pc:sldMkLst>
      </pc:sldChg>
      <pc:sldChg chg="addSp modSp new mod">
        <pc:chgData name="Ta Thi Kim Hue" userId="af176dfe-ebe0-47e4-99a4-e0f4d40f7313" providerId="ADAL" clId="{264C83AA-283C-D342-9895-92F40AF91AE0}" dt="2022-10-03T17:23:58.430" v="338" actId="1076"/>
        <pc:sldMkLst>
          <pc:docMk/>
          <pc:sldMk cId="1774508242" sldId="272"/>
        </pc:sldMkLst>
      </pc:sldChg>
      <pc:sldChg chg="addSp modSp new mod">
        <pc:chgData name="Ta Thi Kim Hue" userId="af176dfe-ebe0-47e4-99a4-e0f4d40f7313" providerId="ADAL" clId="{264C83AA-283C-D342-9895-92F40AF91AE0}" dt="2022-10-03T17:25:56.322" v="351"/>
        <pc:sldMkLst>
          <pc:docMk/>
          <pc:sldMk cId="1132699619" sldId="273"/>
        </pc:sldMkLst>
      </pc:sldChg>
      <pc:sldChg chg="new">
        <pc:chgData name="Ta Thi Kim Hue" userId="af176dfe-ebe0-47e4-99a4-e0f4d40f7313" providerId="ADAL" clId="{264C83AA-283C-D342-9895-92F40AF91AE0}" dt="2022-10-03T17:25:16.831" v="344" actId="680"/>
        <pc:sldMkLst>
          <pc:docMk/>
          <pc:sldMk cId="4272548036" sldId="274"/>
        </pc:sldMkLst>
      </pc:sldChg>
      <pc:sldChg chg="new">
        <pc:chgData name="Ta Thi Kim Hue" userId="af176dfe-ebe0-47e4-99a4-e0f4d40f7313" providerId="ADAL" clId="{264C83AA-283C-D342-9895-92F40AF91AE0}" dt="2022-10-03T17:25:17.017" v="345" actId="680"/>
        <pc:sldMkLst>
          <pc:docMk/>
          <pc:sldMk cId="335698421" sldId="275"/>
        </pc:sldMkLst>
      </pc:sldChg>
      <pc:sldChg chg="modSp add del">
        <pc:chgData name="Ta Thi Kim Hue" userId="af176dfe-ebe0-47e4-99a4-e0f4d40f7313" providerId="ADAL" clId="{264C83AA-283C-D342-9895-92F40AF91AE0}" dt="2022-10-03T17:19:15.893" v="226"/>
        <pc:sldMkLst>
          <pc:docMk/>
          <pc:sldMk cId="1060001773" sldId="276"/>
        </pc:sldMkLst>
      </pc:sldChg>
      <pc:sldChg chg="modSp add del">
        <pc:chgData name="Ta Thi Kim Hue" userId="af176dfe-ebe0-47e4-99a4-e0f4d40f7313" providerId="ADAL" clId="{264C83AA-283C-D342-9895-92F40AF91AE0}" dt="2022-10-03T17:19:15.893" v="226"/>
        <pc:sldMkLst>
          <pc:docMk/>
          <pc:sldMk cId="3380892265" sldId="278"/>
        </pc:sldMkLst>
      </pc:sldChg>
      <pc:sldChg chg="modSp add del">
        <pc:chgData name="Ta Thi Kim Hue" userId="af176dfe-ebe0-47e4-99a4-e0f4d40f7313" providerId="ADAL" clId="{264C83AA-283C-D342-9895-92F40AF91AE0}" dt="2022-10-03T17:19:15.893" v="226"/>
        <pc:sldMkLst>
          <pc:docMk/>
          <pc:sldMk cId="1304547031" sldId="279"/>
        </pc:sldMkLst>
      </pc:sldChg>
      <pc:sldChg chg="add del">
        <pc:chgData name="Ta Thi Kim Hue" userId="af176dfe-ebe0-47e4-99a4-e0f4d40f7313" providerId="ADAL" clId="{264C83AA-283C-D342-9895-92F40AF91AE0}" dt="2022-10-03T17:19:15.893" v="226"/>
        <pc:sldMkLst>
          <pc:docMk/>
          <pc:sldMk cId="2718593708" sldId="280"/>
        </pc:sldMkLst>
      </pc:sldChg>
      <pc:sldChg chg="add del">
        <pc:chgData name="Ta Thi Kim Hue" userId="af176dfe-ebe0-47e4-99a4-e0f4d40f7313" providerId="ADAL" clId="{264C83AA-283C-D342-9895-92F40AF91AE0}" dt="2022-10-03T17:19:15.893" v="226"/>
        <pc:sldMkLst>
          <pc:docMk/>
          <pc:sldMk cId="2337578397" sldId="281"/>
        </pc:sldMkLst>
      </pc:sldChg>
      <pc:sldChg chg="add del">
        <pc:chgData name="Ta Thi Kim Hue" userId="af176dfe-ebe0-47e4-99a4-e0f4d40f7313" providerId="ADAL" clId="{264C83AA-283C-D342-9895-92F40AF91AE0}" dt="2022-10-03T17:19:15.893" v="226"/>
        <pc:sldMkLst>
          <pc:docMk/>
          <pc:sldMk cId="383108746" sldId="282"/>
        </pc:sldMkLst>
      </pc:sldChg>
      <pc:sldChg chg="add del">
        <pc:chgData name="Ta Thi Kim Hue" userId="af176dfe-ebe0-47e4-99a4-e0f4d40f7313" providerId="ADAL" clId="{264C83AA-283C-D342-9895-92F40AF91AE0}" dt="2022-10-03T17:19:15.893" v="226"/>
        <pc:sldMkLst>
          <pc:docMk/>
          <pc:sldMk cId="3346532803" sldId="285"/>
        </pc:sldMkLst>
      </pc:sldChg>
      <pc:sldChg chg="add del">
        <pc:chgData name="Ta Thi Kim Hue" userId="af176dfe-ebe0-47e4-99a4-e0f4d40f7313" providerId="ADAL" clId="{264C83AA-283C-D342-9895-92F40AF91AE0}" dt="2022-10-03T17:19:15.893" v="226"/>
        <pc:sldMkLst>
          <pc:docMk/>
          <pc:sldMk cId="3101646360" sldId="286"/>
        </pc:sldMkLst>
      </pc:sldChg>
      <pc:sldChg chg="add del">
        <pc:chgData name="Ta Thi Kim Hue" userId="af176dfe-ebe0-47e4-99a4-e0f4d40f7313" providerId="ADAL" clId="{264C83AA-283C-D342-9895-92F40AF91AE0}" dt="2022-10-03T17:19:15.893" v="226"/>
        <pc:sldMkLst>
          <pc:docMk/>
          <pc:sldMk cId="3403607449" sldId="287"/>
        </pc:sldMkLst>
      </pc:sldChg>
      <pc:sldChg chg="add del">
        <pc:chgData name="Ta Thi Kim Hue" userId="af176dfe-ebe0-47e4-99a4-e0f4d40f7313" providerId="ADAL" clId="{264C83AA-283C-D342-9895-92F40AF91AE0}" dt="2022-10-03T17:19:15.893" v="226"/>
        <pc:sldMkLst>
          <pc:docMk/>
          <pc:sldMk cId="150685867" sldId="288"/>
        </pc:sldMkLst>
      </pc:sldChg>
      <pc:sldChg chg="add del">
        <pc:chgData name="Ta Thi Kim Hue" userId="af176dfe-ebe0-47e4-99a4-e0f4d40f7313" providerId="ADAL" clId="{264C83AA-283C-D342-9895-92F40AF91AE0}" dt="2022-10-03T17:19:15.893" v="226"/>
        <pc:sldMkLst>
          <pc:docMk/>
          <pc:sldMk cId="922720921" sldId="289"/>
        </pc:sldMkLst>
      </pc:sldChg>
      <pc:sldChg chg="add del">
        <pc:chgData name="Ta Thi Kim Hue" userId="af176dfe-ebe0-47e4-99a4-e0f4d40f7313" providerId="ADAL" clId="{264C83AA-283C-D342-9895-92F40AF91AE0}" dt="2022-10-03T17:19:15.893" v="226"/>
        <pc:sldMkLst>
          <pc:docMk/>
          <pc:sldMk cId="2491362886" sldId="290"/>
        </pc:sldMkLst>
      </pc:sldChg>
      <pc:sldChg chg="add del">
        <pc:chgData name="Ta Thi Kim Hue" userId="af176dfe-ebe0-47e4-99a4-e0f4d40f7313" providerId="ADAL" clId="{264C83AA-283C-D342-9895-92F40AF91AE0}" dt="2022-10-03T17:19:15.893" v="226"/>
        <pc:sldMkLst>
          <pc:docMk/>
          <pc:sldMk cId="4017542271" sldId="291"/>
        </pc:sldMkLst>
      </pc:sldChg>
      <pc:sldChg chg="add del">
        <pc:chgData name="Ta Thi Kim Hue" userId="af176dfe-ebe0-47e4-99a4-e0f4d40f7313" providerId="ADAL" clId="{264C83AA-283C-D342-9895-92F40AF91AE0}" dt="2022-10-03T17:19:15.893" v="226"/>
        <pc:sldMkLst>
          <pc:docMk/>
          <pc:sldMk cId="2949204088" sldId="292"/>
        </pc:sldMkLst>
      </pc:sldChg>
      <pc:sldChg chg="add del">
        <pc:chgData name="Ta Thi Kim Hue" userId="af176dfe-ebe0-47e4-99a4-e0f4d40f7313" providerId="ADAL" clId="{264C83AA-283C-D342-9895-92F40AF91AE0}" dt="2022-10-03T17:19:15.893" v="226"/>
        <pc:sldMkLst>
          <pc:docMk/>
          <pc:sldMk cId="755352288" sldId="293"/>
        </pc:sldMkLst>
      </pc:sldChg>
      <pc:sldChg chg="add del">
        <pc:chgData name="Ta Thi Kim Hue" userId="af176dfe-ebe0-47e4-99a4-e0f4d40f7313" providerId="ADAL" clId="{264C83AA-283C-D342-9895-92F40AF91AE0}" dt="2022-10-03T17:19:15.893" v="226"/>
        <pc:sldMkLst>
          <pc:docMk/>
          <pc:sldMk cId="2778974140" sldId="294"/>
        </pc:sldMkLst>
      </pc:sldChg>
      <pc:sldChg chg="add del">
        <pc:chgData name="Ta Thi Kim Hue" userId="af176dfe-ebe0-47e4-99a4-e0f4d40f7313" providerId="ADAL" clId="{264C83AA-283C-D342-9895-92F40AF91AE0}" dt="2022-10-03T17:19:15.893" v="226"/>
        <pc:sldMkLst>
          <pc:docMk/>
          <pc:sldMk cId="2213517322" sldId="295"/>
        </pc:sldMkLst>
      </pc:sldChg>
      <pc:sldChg chg="add del">
        <pc:chgData name="Ta Thi Kim Hue" userId="af176dfe-ebe0-47e4-99a4-e0f4d40f7313" providerId="ADAL" clId="{264C83AA-283C-D342-9895-92F40AF91AE0}" dt="2022-10-03T17:19:15.893" v="226"/>
        <pc:sldMkLst>
          <pc:docMk/>
          <pc:sldMk cId="4049429688" sldId="296"/>
        </pc:sldMkLst>
      </pc:sldChg>
      <pc:sldChg chg="add del">
        <pc:chgData name="Ta Thi Kim Hue" userId="af176dfe-ebe0-47e4-99a4-e0f4d40f7313" providerId="ADAL" clId="{264C83AA-283C-D342-9895-92F40AF91AE0}" dt="2022-10-03T17:19:15.893" v="226"/>
        <pc:sldMkLst>
          <pc:docMk/>
          <pc:sldMk cId="3388174673" sldId="300"/>
        </pc:sldMkLst>
      </pc:sldChg>
      <pc:sldChg chg="add del">
        <pc:chgData name="Ta Thi Kim Hue" userId="af176dfe-ebe0-47e4-99a4-e0f4d40f7313" providerId="ADAL" clId="{264C83AA-283C-D342-9895-92F40AF91AE0}" dt="2022-10-03T17:19:15.893" v="226"/>
        <pc:sldMkLst>
          <pc:docMk/>
          <pc:sldMk cId="0" sldId="305"/>
        </pc:sldMkLst>
      </pc:sldChg>
      <pc:sldChg chg="add del">
        <pc:chgData name="Ta Thi Kim Hue" userId="af176dfe-ebe0-47e4-99a4-e0f4d40f7313" providerId="ADAL" clId="{264C83AA-283C-D342-9895-92F40AF91AE0}" dt="2022-10-03T17:19:15.893" v="226"/>
        <pc:sldMkLst>
          <pc:docMk/>
          <pc:sldMk cId="0" sldId="306"/>
        </pc:sldMkLst>
      </pc:sldChg>
      <pc:sldChg chg="add del">
        <pc:chgData name="Ta Thi Kim Hue" userId="af176dfe-ebe0-47e4-99a4-e0f4d40f7313" providerId="ADAL" clId="{264C83AA-283C-D342-9895-92F40AF91AE0}" dt="2022-10-03T17:19:15.893" v="226"/>
        <pc:sldMkLst>
          <pc:docMk/>
          <pc:sldMk cId="0" sldId="307"/>
        </pc:sldMkLst>
      </pc:sldChg>
      <pc:sldChg chg="add del">
        <pc:chgData name="Ta Thi Kim Hue" userId="af176dfe-ebe0-47e4-99a4-e0f4d40f7313" providerId="ADAL" clId="{264C83AA-283C-D342-9895-92F40AF91AE0}" dt="2022-10-03T17:19:15.893" v="226"/>
        <pc:sldMkLst>
          <pc:docMk/>
          <pc:sldMk cId="0" sldId="308"/>
        </pc:sldMkLst>
      </pc:sldChg>
      <pc:sldChg chg="add del">
        <pc:chgData name="Ta Thi Kim Hue" userId="af176dfe-ebe0-47e4-99a4-e0f4d40f7313" providerId="ADAL" clId="{264C83AA-283C-D342-9895-92F40AF91AE0}" dt="2022-10-03T17:19:15.893" v="226"/>
        <pc:sldMkLst>
          <pc:docMk/>
          <pc:sldMk cId="797568543" sldId="369"/>
        </pc:sldMkLst>
      </pc:sldChg>
      <pc:sldChg chg="add del">
        <pc:chgData name="Ta Thi Kim Hue" userId="af176dfe-ebe0-47e4-99a4-e0f4d40f7313" providerId="ADAL" clId="{264C83AA-283C-D342-9895-92F40AF91AE0}" dt="2022-10-03T17:19:15.893" v="226"/>
        <pc:sldMkLst>
          <pc:docMk/>
          <pc:sldMk cId="14669266" sldId="370"/>
        </pc:sldMkLst>
      </pc:sldChg>
      <pc:sldChg chg="add del">
        <pc:chgData name="Ta Thi Kim Hue" userId="af176dfe-ebe0-47e4-99a4-e0f4d40f7313" providerId="ADAL" clId="{264C83AA-283C-D342-9895-92F40AF91AE0}" dt="2022-10-03T17:19:15.893" v="226"/>
        <pc:sldMkLst>
          <pc:docMk/>
          <pc:sldMk cId="2691938231" sldId="382"/>
        </pc:sldMkLst>
      </pc:sldChg>
      <pc:sldChg chg="add del">
        <pc:chgData name="Ta Thi Kim Hue" userId="af176dfe-ebe0-47e4-99a4-e0f4d40f7313" providerId="ADAL" clId="{264C83AA-283C-D342-9895-92F40AF91AE0}" dt="2022-10-03T17:19:15.893" v="226"/>
        <pc:sldMkLst>
          <pc:docMk/>
          <pc:sldMk cId="3547858971" sldId="383"/>
        </pc:sldMkLst>
      </pc:sldChg>
      <pc:sldChg chg="add del">
        <pc:chgData name="Ta Thi Kim Hue" userId="af176dfe-ebe0-47e4-99a4-e0f4d40f7313" providerId="ADAL" clId="{264C83AA-283C-D342-9895-92F40AF91AE0}" dt="2022-10-03T17:19:15.893" v="226"/>
        <pc:sldMkLst>
          <pc:docMk/>
          <pc:sldMk cId="349635482" sldId="384"/>
        </pc:sldMkLst>
      </pc:sldChg>
      <pc:sldChg chg="add del">
        <pc:chgData name="Ta Thi Kim Hue" userId="af176dfe-ebe0-47e4-99a4-e0f4d40f7313" providerId="ADAL" clId="{264C83AA-283C-D342-9895-92F40AF91AE0}" dt="2022-10-03T17:19:15.893" v="226"/>
        <pc:sldMkLst>
          <pc:docMk/>
          <pc:sldMk cId="3910591289" sldId="386"/>
        </pc:sldMkLst>
      </pc:sldChg>
      <pc:sldChg chg="modSp add del">
        <pc:chgData name="Ta Thi Kim Hue" userId="af176dfe-ebe0-47e4-99a4-e0f4d40f7313" providerId="ADAL" clId="{264C83AA-283C-D342-9895-92F40AF91AE0}" dt="2022-10-03T17:19:15.893" v="226"/>
        <pc:sldMkLst>
          <pc:docMk/>
          <pc:sldMk cId="4286006662" sldId="387"/>
        </pc:sldMkLst>
      </pc:sldChg>
      <pc:sldChg chg="add del">
        <pc:chgData name="Ta Thi Kim Hue" userId="af176dfe-ebe0-47e4-99a4-e0f4d40f7313" providerId="ADAL" clId="{264C83AA-283C-D342-9895-92F40AF91AE0}" dt="2022-10-03T17:19:15.893" v="226"/>
        <pc:sldMkLst>
          <pc:docMk/>
          <pc:sldMk cId="3286042638" sldId="389"/>
        </pc:sldMkLst>
      </pc:sldChg>
      <pc:sldChg chg="add del">
        <pc:chgData name="Ta Thi Kim Hue" userId="af176dfe-ebe0-47e4-99a4-e0f4d40f7313" providerId="ADAL" clId="{264C83AA-283C-D342-9895-92F40AF91AE0}" dt="2022-10-03T17:19:15.893" v="226"/>
        <pc:sldMkLst>
          <pc:docMk/>
          <pc:sldMk cId="612275083" sldId="390"/>
        </pc:sldMkLst>
      </pc:sldChg>
      <pc:sldChg chg="modSp add del mod">
        <pc:chgData name="Ta Thi Kim Hue" userId="af176dfe-ebe0-47e4-99a4-e0f4d40f7313" providerId="ADAL" clId="{264C83AA-283C-D342-9895-92F40AF91AE0}" dt="2022-10-03T17:19:15.893" v="226"/>
        <pc:sldMkLst>
          <pc:docMk/>
          <pc:sldMk cId="21265923" sldId="391"/>
        </pc:sldMkLst>
      </pc:sldChg>
      <pc:sldChg chg="modSp add del mod">
        <pc:chgData name="Ta Thi Kim Hue" userId="af176dfe-ebe0-47e4-99a4-e0f4d40f7313" providerId="ADAL" clId="{264C83AA-283C-D342-9895-92F40AF91AE0}" dt="2022-10-03T17:19:15.893" v="226"/>
        <pc:sldMkLst>
          <pc:docMk/>
          <pc:sldMk cId="2113586393" sldId="392"/>
        </pc:sldMkLst>
      </pc:sldChg>
      <pc:sldChg chg="add del">
        <pc:chgData name="Ta Thi Kim Hue" userId="af176dfe-ebe0-47e4-99a4-e0f4d40f7313" providerId="ADAL" clId="{264C83AA-283C-D342-9895-92F40AF91AE0}" dt="2022-10-03T17:19:15.893" v="226"/>
        <pc:sldMkLst>
          <pc:docMk/>
          <pc:sldMk cId="586158768" sldId="393"/>
        </pc:sldMkLst>
      </pc:sldChg>
      <pc:sldChg chg="add del">
        <pc:chgData name="Ta Thi Kim Hue" userId="af176dfe-ebe0-47e4-99a4-e0f4d40f7313" providerId="ADAL" clId="{264C83AA-283C-D342-9895-92F40AF91AE0}" dt="2022-10-03T17:19:15.893" v="226"/>
        <pc:sldMkLst>
          <pc:docMk/>
          <pc:sldMk cId="3565284658" sldId="394"/>
        </pc:sldMkLst>
      </pc:sldChg>
      <pc:sldChg chg="add del">
        <pc:chgData name="Ta Thi Kim Hue" userId="af176dfe-ebe0-47e4-99a4-e0f4d40f7313" providerId="ADAL" clId="{264C83AA-283C-D342-9895-92F40AF91AE0}" dt="2022-10-03T17:19:15.893" v="226"/>
        <pc:sldMkLst>
          <pc:docMk/>
          <pc:sldMk cId="1182829692" sldId="395"/>
        </pc:sldMkLst>
      </pc:sldChg>
      <pc:sldChg chg="add del">
        <pc:chgData name="Ta Thi Kim Hue" userId="af176dfe-ebe0-47e4-99a4-e0f4d40f7313" providerId="ADAL" clId="{264C83AA-283C-D342-9895-92F40AF91AE0}" dt="2022-10-03T17:19:15.893" v="226"/>
        <pc:sldMkLst>
          <pc:docMk/>
          <pc:sldMk cId="2452740296" sldId="396"/>
        </pc:sldMkLst>
      </pc:sldChg>
      <pc:sldChg chg="modSp add del mod">
        <pc:chgData name="Ta Thi Kim Hue" userId="af176dfe-ebe0-47e4-99a4-e0f4d40f7313" providerId="ADAL" clId="{264C83AA-283C-D342-9895-92F40AF91AE0}" dt="2022-10-03T17:19:15.893" v="226"/>
        <pc:sldMkLst>
          <pc:docMk/>
          <pc:sldMk cId="3376026375" sldId="397"/>
        </pc:sldMkLst>
      </pc:sldChg>
      <pc:sldChg chg="add del">
        <pc:chgData name="Ta Thi Kim Hue" userId="af176dfe-ebe0-47e4-99a4-e0f4d40f7313" providerId="ADAL" clId="{264C83AA-283C-D342-9895-92F40AF91AE0}" dt="2022-10-03T17:19:15.893" v="226"/>
        <pc:sldMkLst>
          <pc:docMk/>
          <pc:sldMk cId="4066310507" sldId="398"/>
        </pc:sldMkLst>
      </pc:sldChg>
      <pc:sldChg chg="add del">
        <pc:chgData name="Ta Thi Kim Hue" userId="af176dfe-ebe0-47e4-99a4-e0f4d40f7313" providerId="ADAL" clId="{264C83AA-283C-D342-9895-92F40AF91AE0}" dt="2022-10-03T17:19:15.893" v="226"/>
        <pc:sldMkLst>
          <pc:docMk/>
          <pc:sldMk cId="1205019817" sldId="402"/>
        </pc:sldMkLst>
      </pc:sldChg>
      <pc:sldChg chg="modSp add del mod">
        <pc:chgData name="Ta Thi Kim Hue" userId="af176dfe-ebe0-47e4-99a4-e0f4d40f7313" providerId="ADAL" clId="{264C83AA-283C-D342-9895-92F40AF91AE0}" dt="2022-10-03T17:19:15.893" v="226"/>
        <pc:sldMkLst>
          <pc:docMk/>
          <pc:sldMk cId="2623318352" sldId="403"/>
        </pc:sldMkLst>
      </pc:sldChg>
      <pc:sldChg chg="add del">
        <pc:chgData name="Ta Thi Kim Hue" userId="af176dfe-ebe0-47e4-99a4-e0f4d40f7313" providerId="ADAL" clId="{264C83AA-283C-D342-9895-92F40AF91AE0}" dt="2022-10-03T17:19:15.893" v="226"/>
        <pc:sldMkLst>
          <pc:docMk/>
          <pc:sldMk cId="1551701239" sldId="404"/>
        </pc:sldMkLst>
      </pc:sldChg>
      <pc:sldChg chg="modSp add del mod">
        <pc:chgData name="Ta Thi Kim Hue" userId="af176dfe-ebe0-47e4-99a4-e0f4d40f7313" providerId="ADAL" clId="{264C83AA-283C-D342-9895-92F40AF91AE0}" dt="2022-10-03T17:19:15.893" v="226"/>
        <pc:sldMkLst>
          <pc:docMk/>
          <pc:sldMk cId="201196844" sldId="407"/>
        </pc:sldMkLst>
      </pc:sldChg>
      <pc:sldChg chg="modSp add del mod">
        <pc:chgData name="Ta Thi Kim Hue" userId="af176dfe-ebe0-47e4-99a4-e0f4d40f7313" providerId="ADAL" clId="{264C83AA-283C-D342-9895-92F40AF91AE0}" dt="2022-10-03T17:19:15.893" v="226"/>
        <pc:sldMkLst>
          <pc:docMk/>
          <pc:sldMk cId="1951456656" sldId="409"/>
        </pc:sldMkLst>
      </pc:sldChg>
      <pc:sldChg chg="add del">
        <pc:chgData name="Ta Thi Kim Hue" userId="af176dfe-ebe0-47e4-99a4-e0f4d40f7313" providerId="ADAL" clId="{264C83AA-283C-D342-9895-92F40AF91AE0}" dt="2022-10-03T17:19:15.893" v="226"/>
        <pc:sldMkLst>
          <pc:docMk/>
          <pc:sldMk cId="1116260510" sldId="445"/>
        </pc:sldMkLst>
      </pc:sldChg>
      <pc:sldChg chg="add del">
        <pc:chgData name="Ta Thi Kim Hue" userId="af176dfe-ebe0-47e4-99a4-e0f4d40f7313" providerId="ADAL" clId="{264C83AA-283C-D342-9895-92F40AF91AE0}" dt="2022-10-03T17:19:15.893" v="226"/>
        <pc:sldMkLst>
          <pc:docMk/>
          <pc:sldMk cId="2880678901" sldId="446"/>
        </pc:sldMkLst>
      </pc:sldChg>
      <pc:sldChg chg="add del">
        <pc:chgData name="Ta Thi Kim Hue" userId="af176dfe-ebe0-47e4-99a4-e0f4d40f7313" providerId="ADAL" clId="{264C83AA-283C-D342-9895-92F40AF91AE0}" dt="2022-10-03T17:19:15.893" v="226"/>
        <pc:sldMkLst>
          <pc:docMk/>
          <pc:sldMk cId="3821036190" sldId="447"/>
        </pc:sldMkLst>
      </pc:sldChg>
      <pc:sldChg chg="add del">
        <pc:chgData name="Ta Thi Kim Hue" userId="af176dfe-ebe0-47e4-99a4-e0f4d40f7313" providerId="ADAL" clId="{264C83AA-283C-D342-9895-92F40AF91AE0}" dt="2022-10-03T17:19:15.893" v="226"/>
        <pc:sldMkLst>
          <pc:docMk/>
          <pc:sldMk cId="3527079919" sldId="448"/>
        </pc:sldMkLst>
      </pc:sldChg>
      <pc:sldChg chg="add del">
        <pc:chgData name="Ta Thi Kim Hue" userId="af176dfe-ebe0-47e4-99a4-e0f4d40f7313" providerId="ADAL" clId="{264C83AA-283C-D342-9895-92F40AF91AE0}" dt="2022-10-03T17:19:15.893" v="226"/>
        <pc:sldMkLst>
          <pc:docMk/>
          <pc:sldMk cId="2622715269" sldId="449"/>
        </pc:sldMkLst>
      </pc:sldChg>
      <pc:sldChg chg="add del">
        <pc:chgData name="Ta Thi Kim Hue" userId="af176dfe-ebe0-47e4-99a4-e0f4d40f7313" providerId="ADAL" clId="{264C83AA-283C-D342-9895-92F40AF91AE0}" dt="2022-10-03T17:19:15.893" v="226"/>
        <pc:sldMkLst>
          <pc:docMk/>
          <pc:sldMk cId="3540211018" sldId="450"/>
        </pc:sldMkLst>
      </pc:sldChg>
      <pc:sldChg chg="add del">
        <pc:chgData name="Ta Thi Kim Hue" userId="af176dfe-ebe0-47e4-99a4-e0f4d40f7313" providerId="ADAL" clId="{264C83AA-283C-D342-9895-92F40AF91AE0}" dt="2022-10-03T17:19:15.893" v="226"/>
        <pc:sldMkLst>
          <pc:docMk/>
          <pc:sldMk cId="1839962129" sldId="451"/>
        </pc:sldMkLst>
      </pc:sldChg>
      <pc:sldChg chg="add del">
        <pc:chgData name="Ta Thi Kim Hue" userId="af176dfe-ebe0-47e4-99a4-e0f4d40f7313" providerId="ADAL" clId="{264C83AA-283C-D342-9895-92F40AF91AE0}" dt="2022-10-03T17:19:15.893" v="226"/>
        <pc:sldMkLst>
          <pc:docMk/>
          <pc:sldMk cId="1253696549" sldId="452"/>
        </pc:sldMkLst>
      </pc:sldChg>
      <pc:sldChg chg="modSp add del mod">
        <pc:chgData name="Ta Thi Kim Hue" userId="af176dfe-ebe0-47e4-99a4-e0f4d40f7313" providerId="ADAL" clId="{264C83AA-283C-D342-9895-92F40AF91AE0}" dt="2022-10-03T17:19:15.893" v="226"/>
        <pc:sldMkLst>
          <pc:docMk/>
          <pc:sldMk cId="2165312837" sldId="456"/>
        </pc:sldMkLst>
      </pc:sldChg>
      <pc:sldChg chg="add del">
        <pc:chgData name="Ta Thi Kim Hue" userId="af176dfe-ebe0-47e4-99a4-e0f4d40f7313" providerId="ADAL" clId="{264C83AA-283C-D342-9895-92F40AF91AE0}" dt="2022-10-03T17:19:15.893" v="226"/>
        <pc:sldMkLst>
          <pc:docMk/>
          <pc:sldMk cId="3500639666" sldId="459"/>
        </pc:sldMkLst>
      </pc:sldChg>
      <pc:sldChg chg="add del">
        <pc:chgData name="Ta Thi Kim Hue" userId="af176dfe-ebe0-47e4-99a4-e0f4d40f7313" providerId="ADAL" clId="{264C83AA-283C-D342-9895-92F40AF91AE0}" dt="2022-10-03T17:19:15.893" v="226"/>
        <pc:sldMkLst>
          <pc:docMk/>
          <pc:sldMk cId="2825552731" sldId="460"/>
        </pc:sldMkLst>
      </pc:sldChg>
      <pc:sldChg chg="add del">
        <pc:chgData name="Ta Thi Kim Hue" userId="af176dfe-ebe0-47e4-99a4-e0f4d40f7313" providerId="ADAL" clId="{264C83AA-283C-D342-9895-92F40AF91AE0}" dt="2022-10-03T17:19:15.893" v="226"/>
        <pc:sldMkLst>
          <pc:docMk/>
          <pc:sldMk cId="4093278628" sldId="461"/>
        </pc:sldMkLst>
      </pc:sldChg>
      <pc:sldChg chg="add del">
        <pc:chgData name="Ta Thi Kim Hue" userId="af176dfe-ebe0-47e4-99a4-e0f4d40f7313" providerId="ADAL" clId="{264C83AA-283C-D342-9895-92F40AF91AE0}" dt="2022-10-03T17:19:15.893" v="226"/>
        <pc:sldMkLst>
          <pc:docMk/>
          <pc:sldMk cId="1744569391" sldId="462"/>
        </pc:sldMkLst>
      </pc:sldChg>
      <pc:sldChg chg="add del">
        <pc:chgData name="Ta Thi Kim Hue" userId="af176dfe-ebe0-47e4-99a4-e0f4d40f7313" providerId="ADAL" clId="{264C83AA-283C-D342-9895-92F40AF91AE0}" dt="2022-10-03T17:19:15.893" v="226"/>
        <pc:sldMkLst>
          <pc:docMk/>
          <pc:sldMk cId="255274137" sldId="463"/>
        </pc:sldMkLst>
      </pc:sldChg>
      <pc:sldChg chg="modSp add del">
        <pc:chgData name="Ta Thi Kim Hue" userId="af176dfe-ebe0-47e4-99a4-e0f4d40f7313" providerId="ADAL" clId="{264C83AA-283C-D342-9895-92F40AF91AE0}" dt="2022-10-03T17:19:15.893" v="226"/>
        <pc:sldMkLst>
          <pc:docMk/>
          <pc:sldMk cId="0" sldId="464"/>
        </pc:sldMkLst>
      </pc:sldChg>
      <pc:sldChg chg="add del">
        <pc:chgData name="Ta Thi Kim Hue" userId="af176dfe-ebe0-47e4-99a4-e0f4d40f7313" providerId="ADAL" clId="{264C83AA-283C-D342-9895-92F40AF91AE0}" dt="2022-10-03T17:19:15.893" v="226"/>
        <pc:sldMkLst>
          <pc:docMk/>
          <pc:sldMk cId="0" sldId="465"/>
        </pc:sldMkLst>
      </pc:sldChg>
      <pc:sldChg chg="add del">
        <pc:chgData name="Ta Thi Kim Hue" userId="af176dfe-ebe0-47e4-99a4-e0f4d40f7313" providerId="ADAL" clId="{264C83AA-283C-D342-9895-92F40AF91AE0}" dt="2022-10-03T17:19:15.893" v="226"/>
        <pc:sldMkLst>
          <pc:docMk/>
          <pc:sldMk cId="1789546242" sldId="466"/>
        </pc:sldMkLst>
      </pc:sldChg>
      <pc:sldChg chg="add del">
        <pc:chgData name="Ta Thi Kim Hue" userId="af176dfe-ebe0-47e4-99a4-e0f4d40f7313" providerId="ADAL" clId="{264C83AA-283C-D342-9895-92F40AF91AE0}" dt="2022-10-03T17:19:15.893" v="226"/>
        <pc:sldMkLst>
          <pc:docMk/>
          <pc:sldMk cId="2997619395" sldId="467"/>
        </pc:sldMkLst>
      </pc:sldChg>
      <pc:sldMasterChg chg="delSldLayout">
        <pc:chgData name="Ta Thi Kim Hue" userId="af176dfe-ebe0-47e4-99a4-e0f4d40f7313" providerId="ADAL" clId="{264C83AA-283C-D342-9895-92F40AF91AE0}" dt="2022-10-03T17:18:29.436" v="204" actId="2696"/>
        <pc:sldMasterMkLst>
          <pc:docMk/>
          <pc:sldMasterMk cId="2819895280" sldId="2147483658"/>
        </pc:sldMasterMkLst>
        <pc:sldLayoutChg chg="del">
          <pc:chgData name="Ta Thi Kim Hue" userId="af176dfe-ebe0-47e4-99a4-e0f4d40f7313" providerId="ADAL" clId="{264C83AA-283C-D342-9895-92F40AF91AE0}" dt="2022-10-03T17:18:29.436" v="204" actId="2696"/>
          <pc:sldLayoutMkLst>
            <pc:docMk/>
            <pc:sldMasterMk cId="2819895280" sldId="2147483658"/>
            <pc:sldLayoutMk cId="678804056" sldId="214748367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3/3/2026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35:37.423"/>
    </inkml:context>
    <inkml:brush xml:id="br0">
      <inkml:brushProperty name="width" value="0.035" units="cm"/>
      <inkml:brushProperty name="height" value="0.035" units="cm"/>
    </inkml:brush>
  </inkml:definitions>
  <inkml:trace contextRef="#ctx0" brushRef="#br0">1 45 6009,'2'-7'728,"10"-2"-536,26-19 57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2:55.056"/>
    </inkml:context>
    <inkml:brush xml:id="br0">
      <inkml:brushProperty name="width" value="0.035" units="cm"/>
      <inkml:brushProperty name="height" value="0.035" units="cm"/>
    </inkml:brush>
  </inkml:definitions>
  <inkml:trace contextRef="#ctx0" brushRef="#br0">101 5 2969,'-3'-1'635,"0"0"0,0 0 0,0 0 1,0 1-1,0-1 0,0 1 0,0 0 1,-6 0-1,7 1-629,0-1 1,0 1-1,0 0 1,0-1-1,0 1 1,0 0-1,0 0 1,0 0-1,0 1 1,1-1-1,-1 0 1,0 1-1,-2 2 1,-3 4-139,-10 13 1,15-18 125,1-1 0,-1 1-1,0 0 1,1 0 0,0 0 0,0 0 0,0 0 0,0 0 0,-1 5-1,2 1 14,-1 1-1,2-1 1,-1 1-1,1-1 1,3 12-1,-4-20 1,0 0 0,1 0 0,-1 0-1,0 0 1,1 0 0,-1 0 0,1 0 0,-1 0 0,1 0-1,-1 0 1,1 0 0,-1 0 0,1 0 0,0 0 0,0 0-1,0-1 1,-1 1 0,1 0 0,0-1 0,0 1 0,0 0-1,0-1 1,0 1 0,2 0 0,8 2 106,-10-3-87,0 0 0,1 1-1,-1-1 1,0 0 0,1 0 0,-1 0-1,0 0 1,0 0 0,1 0 0,-1-1-1,0 1 1,1 0 0,-1-1 0,2 0-1,15-8 127,-15 7-113,0-1 0,-1 0 1,1 0-1,-1 0 0,0 0 1,0 0-1,0-1 0,0 1 1,0 0-1,2-8 0,-2 5 11,1 1-1,0-1 1,3-4-1,0 2 13,5-4 40,-11 11-91,1 0 0,-1 1 0,0-1 0,1 0 0,-1 1 0,0-1 0,0 0 0,1 0 0,-1 1-1,0-1 1,0 0 0,0 0 0,0 1 0,0-1 0,0 0 0,0-1 0,-1 1 82,1-1 1,-1 1-1,0-1 1,0 1 0,1-1-1,-1 1 1,0 0-1,0-1 1,0 1-1,-1 0 1,1 0-1,0 0 1,0 0-1,-1 0 1,1 0-1,0 0 1,-1 0-1,1 1 1,-1-1-1,-1 0 1,0 0 2,0 0 1,0 0-1,0 1 1,0-1-1,1 1 0,-1-1 1,0 1-1,0 0 1,0 0-1,-6 1 1,6 0-151,0 0 1,-1 0 0,1 0 0,0 0-1,0 0 1,0 1 0,-3 1 0,5-2 28,0 0-1,0-1 1,1 1 0,-1 0 0,0 0 0,0 0 0,1 0-1,-1 0 1,0 0 0,1 0 0,-1 0 0,1 0 0,0 0-1,-1 0 1,1 0 0,0 0 0,-1 0 0,1 0 0,0 0-1,0 0 1,0 1 0,0-1 0,0 0 0,1 2 0,-1 4-67,1 1 57,0 1-1,4 12 0,-5-20 41,1 1 0,-1-1 1,1 0-1,-1 1 0,1-1 0,-1 0 0,1 1 0,0-1 0,0 0 0,-1 0 0,1 0 0,0 0 0,0 0 0,0 0 1,0 0-1,1 0 0,-1 0 0,0 0 0,0-1 0,0 1 0,1 0 0,1 0 0,-2-1-9,0 0 0,0 0 0,0 0 0,0 0 0,0 0 0,0 0 0,0 0 0,0 0 0,0-1 0,0 1 0,0 0 0,1-1 0,4-1-14,5-1 14,-7 2 25,0 0 1,0 0 0,5-3 0,-7 3-8,-1 1 0,0-1 0,0 0 0,1 0 1,-1 0-1,0 1 0,0-1 0,0-1 0,0 1 1,0 0-1,-1 0 0,1 0 0,0 0 0,0-2 1,1 0 34,-1 0 0,0 0 0,0-1 0,0 1 0,0 0 1,0-1-1,-1 1 0,1-6 0,-2 7-9,1 0-1,0 0 1,0 0-1,-1 0 1,1 0 0,-1 1-1,1-1 1,-1 0 0,0 0-1,0 0 1,0 0-1,0 1 1,0-1 0,0 1-1,-3-4 1,0 2 193,0-1 0,0 1-1,-1 0 1,-7-4 0,11 6-231,0 1 0,0 0 0,0 0 0,1 0 0,-1-1 0,0 1 0,0 0 0,0 0 0,0 0 0,0 0 0,-1 1 0,2-1-26,-1 0-1,1 0 1,0 0-1,-1 0 1,1 0-1,0 0 1,-1 0-1,1 0 1,0 0-1,-1 0 1,1 1-1,0-1 1,-1 0 0,1 0-1,0 0 1,0 0-1,-1 1 1,1-1-1,0 0 1,0 0-1,-1 1 1,1-1-1,0 0 1,0 1-1,-1-1 1,-3 13-751,2-1 755,0 0 0,1 16 0,1-24 32,2 22-623,-2-20-235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2:56.585"/>
    </inkml:context>
    <inkml:brush xml:id="br0">
      <inkml:brushProperty name="width" value="0.035" units="cm"/>
      <inkml:brushProperty name="height" value="0.035" units="cm"/>
    </inkml:brush>
  </inkml:definitions>
  <inkml:trace contextRef="#ctx0" brushRef="#br0">240 39 4393,'-28'-26'4630,"26"24"-4567,-1 1 1,1-1-1,0 1 0,0 0 0,-1 0 0,1 0 0,-1 0 0,1 0 0,-1 1 0,1-1 1,-1 1-1,1-1 0,-1 1 0,1 0 0,-1 0 0,0 0 0,1 1 0,-1-1 1,1 0-1,-1 1 0,1 0 0,-1-1 0,1 1 0,0 0 0,-1 1 0,1-1 1,0 0-1,-4 3 0,-2 3-161,0-1-1,1 1 1,-1 0 0,2 1 0,-1 0-1,-5 9 1,3-3 70,1-1 0,0 1 0,1 1 0,-7 19 0,7-11 39,1 0-1,-4 32 1,4-11-2,0 55-1,6-76-32,1 1 1,1-1-1,1 0 0,8 30 1,-9-46 20,0-1 0,1 1 1,-1-1-1,1 0 0,0 0 1,1 0-1,5 6 0,-6-8 15,0-1-1,0 0 0,0 0 0,1 0 1,-1 0-1,1 0 0,0-1 0,0 1 0,0-1 1,0 0-1,8 2 0,-4-1 49,1-2-1,-1 1 1,0-1-1,1 0 1,-1-1-1,15-1 1,1-2 124,27-6 1,-26 3-74,0-1 1,-1-1 0,30-13-1,-43 16-58,-1-1-1,0 0 0,0 0 1,0-1-1,-1 0 0,0-1 0,0 0 1,-1 0-1,12-17 0,-10 11 16,-2-1 0,1-1 0,-2 0 0,0 0 1,-1 0-1,4-20 0,-1-2 102,5-63-1,-12 80-33,-2-34-1,0 49-92,0 0-1,-1 0 1,0 0-1,-1 0 1,1 0-1,-1 0 1,0 0-1,-1 0 1,-5-10 0,4 10 26,0 0 1,-1 0 0,0 0 0,0 0-1,0 1 1,-1 0 0,-7-5 0,9 8-41,0-1 0,0 1 0,0 0 0,0 1 0,0-1 0,-1 1 0,1 0 0,-1 0 0,1 0 0,-1 1 0,1-1 0,-1 1 0,-5 0 0,-12 2-223,0 1 0,0 1 0,0 1 0,0 1 0,-28 12-1,35-11-2378,5 0-1750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2:57.066"/>
    </inkml:context>
    <inkml:brush xml:id="br0">
      <inkml:brushProperty name="width" value="0.035" units="cm"/>
      <inkml:brushProperty name="height" value="0.035" units="cm"/>
    </inkml:brush>
  </inkml:definitions>
  <inkml:trace contextRef="#ctx0" brushRef="#br0">443 1 5641,'-5'8'352,"2"-5"-469,1 1 0,-1 0 0,1 0 0,-2 8 0,-4 7 90,-5 5 770,0-1-1,-2 0 1,-1 0 0,0-2-1,-21 20 1,16-20-405,1 1 1,1 1-1,-24 38 0,13-6-13,-25 61 0,-15 65-93,42-98-141,23-65 140,0 1 0,-2 26 0,5-20 792,3-26-2657,6-8-1361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2:58.117"/>
    </inkml:context>
    <inkml:brush xml:id="br0">
      <inkml:brushProperty name="width" value="0.035" units="cm"/>
      <inkml:brushProperty name="height" value="0.035" units="cm"/>
    </inkml:brush>
  </inkml:definitions>
  <inkml:trace contextRef="#ctx0" brushRef="#br0">0 1 6937,'0'0'481,"1"1"-337,-1 1-312,4-2-257,6 3 89,1 3 232,14-5 296,7 2 48,15-2 41,-7-1 31,-2-1-416,6 2-1177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2:58.413"/>
    </inkml:context>
    <inkml:brush xml:id="br0">
      <inkml:brushProperty name="width" value="0.035" units="cm"/>
      <inkml:brushProperty name="height" value="0.035" units="cm"/>
    </inkml:brush>
  </inkml:definitions>
  <inkml:trace contextRef="#ctx0" brushRef="#br0">4 164 4865,'-3'-1'4742,"4"-3"-1389,-1 3-3310,0 0 0,0 0 0,0 0-1,0 0 1,1 0 0,-1 0 0,0 0 0,1 0 0,-1 0-1,1 0 1,-1 0 0,1 0 0,1-1 0,11-13-127,-9 10 92,0 1-22,5-5-43,-1-1-1,0 0 1,11-19-1,-13 18 17,-3 6 33,0 0 1,0-1-1,-1 1 1,0-1-1,0 1 1,0-1-1,1-6 1,-3 11-370,0 3-122,0 6-644,-1 12-167,1-7 1058,-5 55 276,4-58 275,0 0 0,1 0-1,1 16 1,1-9-578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2:59.173"/>
    </inkml:context>
    <inkml:brush xml:id="br0">
      <inkml:brushProperty name="width" value="0.035" units="cm"/>
      <inkml:brushProperty name="height" value="0.035" units="cm"/>
    </inkml:brush>
  </inkml:definitions>
  <inkml:trace contextRef="#ctx0" brushRef="#br0">89 168 6513,'-1'-2'458,"-6"-1"1266,1-1-1,-9-8 1,13 10-1577,0 1-1,1-1 1,-1 0 0,0 0-1,1-1 1,0 1 0,-1 0-1,1 0 1,0-1-1,0 1 1,0-3 0,0 0-190,-1-1 1,2 0 0,-1 1 0,1-1-1,-1 0 1,2 0 0,-1 1 0,1-1-1,-1 0 1,2 1 0,1-8-1,-2 10-25,0 1 0,0 0 0,0-1 0,0 1-1,0 0 1,0 0 0,1-1 0,-1 1-1,1 0 1,0 1 0,-1-1 0,1 0-1,0 0 1,0 1 0,0-1 0,0 1 0,1-1-1,-1 1 1,0 0 0,0 0 0,1 0-1,-1 0 1,1 1 0,-1-1 0,1 1-1,-1-1 1,1 1 0,2 0 0,4 0-48,-1 1 0,1 0 1,-1 1-1,1-1 0,-1 2 0,0-1 0,0 1 1,0 0-1,0 1 0,-1 0 0,1 0 1,-1 1-1,0 0 0,12 11 0,-11-9 37,0 1 0,-1 1-1,0-1 1,0 1 0,-1 0-1,0 1 1,-1-1 0,0 1-1,-1 0 1,0 0 0,4 16-1,-4-9 32,-1 0 0,-1 0 0,0 0 0,-2 24 0,0-32 163,-1 1-1,0 0 0,-1-1 0,0 1 1,0-1-1,-1 1 0,0-1 1,-1 0-1,-6 10 0,7-14-11,-1 0-1,0 0 1,0 0-1,0-1 1,0 0-1,-1 0 1,0 0-1,0 0 1,0-1-1,0 1 1,-1-1-1,0-1 1,1 1-1,-1-1 1,0 0-1,0 0 1,-11 1-1,6-1 92,-1-1-1,0 0 0,0-1 1,0 0-1,0-1 1,0 0-1,0-1 1,-14-4-1,20 4-135,1 0 1,-1 0-1,1 0 0,0-1 0,-1 0 0,-6-5 1,10 7-69,0-1 0,0 0 0,0 1 1,0-1-1,1 0 0,-1 0 1,1 0-1,-1 0 0,1 0 1,0-1-1,-1 1 0,1 0 1,0-1-1,1 1 0,-1 0 1,0-5-1,1 7-11,-1 0 0,1-1 1,0 1-1,0 0 0,0 0 1,0 0-1,0-1 0,0 1 0,0 0 1,1 0-1,-1-1 0,0 1 1,0 0-1,0 0 0,0-1 0,0 1 1,0 0-1,0 0 0,0 0 0,0-1 1,1 1-1,-1 0 0,0 0 1,0 0-1,0 0 0,0-1 0,1 1 1,-1 0-1,0 0 0,1 0 1,7-1-616,8 2 306,-1 2-1,1 0 1,19 6-1,44 19 32,-33-6 197,9 3 266,11-1-12,-42-17-1476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2:59.630"/>
    </inkml:context>
    <inkml:brush xml:id="br0">
      <inkml:brushProperty name="width" value="0.035" units="cm"/>
      <inkml:brushProperty name="height" value="0.035" units="cm"/>
    </inkml:brush>
  </inkml:definitions>
  <inkml:trace contextRef="#ctx0" brushRef="#br0">152 1 10594,'-4'0'141,"0"1"0,-1 0 0,1 0 0,0 0 0,0 0 0,0 1 0,0 0 0,0 0 0,-3 2 0,3-1-178,1 0 1,-1 0-1,1 0 0,0 0 1,0 0-1,1 1 0,-1-1 1,1 1-1,-3 5 0,-2 6-46,-7 19-1,10-22 67,-7 20-19,1 1-1,1 0 1,2 0 0,2 1-1,0 0 1,2 68-1,3-93 64,1 0-1,0 0 1,1 0-1,0 0 1,0-1 0,1 1-1,3 8 1,-4-14 16,-1 0 0,1 0 1,-1 0-1,1 0 0,0-1 1,0 1-1,0-1 0,1 0 1,-1 1-1,1-1 0,-1 0 1,1 0-1,-1-1 0,1 1 1,0 0-1,0-1 0,0 0 1,0 0-1,0 0 0,0 0 1,1 0-1,-1 0 0,4-1 1,1 1 2,0-2 0,0 1 1,0-1-1,0 0 0,0-1 1,0 0-1,0 0 0,15-7 1,-14 5-106,-1 0 0,1-1 0,-1 0 0,0 0 0,-1-1 0,1 0 0,9-10 0,-16 15 67,1-1 1,-1 0-1,0 0 1,1 1-1,-1-1 1,0 0-1,0 0 1,0 0-1,0-1 1,0-1-1,0 3 47,-1 0-1,0 0 0,0-1 0,0 1 0,0 0 0,0 0 0,-1 0 0,1 0 0,0 0 0,0 0 0,-1 0 1,1 0-1,-1-1 0,1 1 0,-1 0 0,1 1 0,-1-1 0,0 0 0,1 0 0,-1 0 0,0 0 1,-1-1-1,-1 0 110,1 0 1,-1 0 0,1 0 0,-1 1 0,0-1 0,0 1 0,1-1 0,-1 1 0,0 0 0,0 0-1,-1 0 1,1 1 0,-4-1 0,2 1-167,0-1 0,1 2 0,-1-1 0,1 1 0,-1-1 0,0 1 0,1 0 0,-8 4 0,7-4-42,1 1-1,-1 0 1,1 1-1,0-1 1,0 1-1,0 0 1,0 0-1,0 0 0,1 1 1,0-1-1,-1 1 1,1-1-1,0 1 1,1 0-1,-1 1 1,1-1-1,0 0 0,-3 7 1,3 4-59,2-14 2,-1 0 0,1-1 0,0 1 0,0-1-1,1 1 1,-1 0 0,0-1 0,0 1 0,0-1-1,0 1 1,0 0 0,1-1 0,-1 1 0,0-1 0,1 1-1,-1-1 1,0 1 0,1-1 0,-1 1 0,0-1-1,1 1 1,0 0 0,7 2-3093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0.098"/>
    </inkml:context>
    <inkml:brush xml:id="br0">
      <inkml:brushProperty name="width" value="0.035" units="cm"/>
      <inkml:brushProperty name="height" value="0.035" units="cm"/>
    </inkml:brush>
  </inkml:definitions>
  <inkml:trace contextRef="#ctx0" brushRef="#br0">256 1 6977,'-28'4'1401,"-7"6"-721,1 9 136,0 3-64,1 14-632,7 12-112,5 33 40,1 18 48,6 6 8,3-12 144,13-26-32,4-8-128,11-8 281,5-8 79,18-17-552,17-14-1137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0.369"/>
    </inkml:context>
    <inkml:brush xml:id="br0">
      <inkml:brushProperty name="width" value="0.035" units="cm"/>
      <inkml:brushProperty name="height" value="0.035" units="cm"/>
    </inkml:brush>
  </inkml:definitions>
  <inkml:trace contextRef="#ctx0" brushRef="#br0">0 0 8554,'0'0'2888,"0"3"-3616,3 2-296,10 12 104,5 8 504,10 16 624,10 12 168,-6 11 352,-11 1-40,-5-1-160,-8-3 104,-17-3 113,-15-2 159,-32 8 152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1.630"/>
    </inkml:context>
    <inkml:brush xml:id="br0">
      <inkml:brushProperty name="width" value="0.035" units="cm"/>
      <inkml:brushProperty name="height" value="0.035" units="cm"/>
    </inkml:brush>
  </inkml:definitions>
  <inkml:trace contextRef="#ctx0" brushRef="#br0">8 0 8626,'-7'0'1208,"8"3"496,3-3-1944,4 0-440,17 4 96,13 0 360,13-4 264,-7 1 40,-3 5 32,-2 1 24,-9-3 8,2 6-568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1.842"/>
    </inkml:context>
    <inkml:brush xml:id="br0">
      <inkml:brushProperty name="width" value="0.035" units="cm"/>
      <inkml:brushProperty name="height" value="0.035" units="cm"/>
    </inkml:brush>
  </inkml:definitions>
  <inkml:trace contextRef="#ctx0" brushRef="#br0">0 1 11674,'2'0'-432,"4"4"-192,5-2-184,-1 2 136,24 4 568,8-3 144,12-1 176,0 0 128,-6-2 256,-2-2-800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2.922"/>
    </inkml:context>
    <inkml:brush xml:id="br0">
      <inkml:brushProperty name="width" value="0.035" units="cm"/>
      <inkml:brushProperty name="height" value="0.035" units="cm"/>
    </inkml:brush>
  </inkml:definitions>
  <inkml:trace contextRef="#ctx0" brushRef="#br0">2 431 6593,'1'0'44,"-1"0"-1,0 0 0,0 0 0,0 0 1,0 0-1,0 0 0,0 0 0,0 0 1,0 0-1,0-1 0,1 1 0,-1 0 1,0 0-1,0 0 0,0 0 0,0 0 1,0 0-1,0-1 0,0 1 0,0 0 1,0 0-1,0 0 0,0 0 0,0 0 1,0-1-1,0 1 0,0 0 0,0 0 1,0 0-1,0 0 0,0 0 0,0 0 1,0-1-1,-1 1 0,1 0 0,0 0 1,0 0-1,0 0 0,0 0 0,0 0 1,0 0-1,0-1 0,0 1 0,0 0 1,-1 0-1,1 0 0,0 0 0,0 0-19,0 0 0,0 0 0,0 0-1,-1 0 1,1-1 0,0 1 0,0 0-1,0 0 1,0 0 0,0 0 0,0 0-1,0 0 1,0-1 0,-1 1 0,1 0 0,0 0-1,0 0 1,0 0 0,0 0 0,0-1-1,0 1 1,0 0 0,0 0 0,0 0-1,0 0 1,0-1 0,0 1 0,0 0-1,0 0 1,0 0 0,0 0 0,0 0 0,1-1-1,-1 1 1,0 0 0,0 0 0,0 0-1,0 0 1,0 0 0,0-1 0,0 1-1,0 0 1,0 0 0,1 0 0,-1 0 0,0 0-1,0 0 1,0 0 0,0 0 0,0 0-1,1-1 1,-1 1 0,0 0 0,0 0-1,0 0 1,0 0 0,0 0 0,1 0-1,2-3-24,1 0 0,-1 0-1,0 0 1,0-1 0,-1 1-1,1-1 1,-1 0-1,0 0 1,0 0 0,0 0-1,2-6 1,3-6 4,8-15 35,-2-1 0,16-61 0,-21 58 465,0 0 0,-3-1 1,2-46-1,-8 73 416,1 21-2686,1 85-85,-2-60 1822,-7 98 476,1 45 605,10-153-5394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3.122"/>
    </inkml:context>
    <inkml:brush xml:id="br0">
      <inkml:brushProperty name="width" value="0.035" units="cm"/>
      <inkml:brushProperty name="height" value="0.035" units="cm"/>
    </inkml:brush>
  </inkml:definitions>
  <inkml:trace contextRef="#ctx0" brushRef="#br0">26 1 5985,'-1'17'0,"-4"1"560,0 6 393,1 1-425,-2 3-24,1 2 256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3.687"/>
    </inkml:context>
    <inkml:brush xml:id="br0">
      <inkml:brushProperty name="width" value="0.035" units="cm"/>
      <inkml:brushProperty name="height" value="0.035" units="cm"/>
    </inkml:brush>
  </inkml:definitions>
  <inkml:trace contextRef="#ctx0" brushRef="#br0">316 18 11843,'-13'-5'1957,"5"2"-1444,-1 1 0,0-1 0,-9-1 0,14 4-564,1 0 1,0 0-1,-1 0 0,1 0 0,0 0 1,-1 1-1,1 0 0,0-1 1,0 1-1,0 0 0,0 1 0,-4 1 1,1 0-11,1 1 1,0-1 0,0 1 0,1 0-1,-1 0 1,1 1 0,0-1-1,0 1 1,0 0 0,1 0 0,-5 9-1,4-6 24,0 1-1,1-1 1,0 1-1,0 0 1,1 1 0,-3 16-1,5-18 24,0 1 0,0 0 0,1 0 0,0-1 0,0 1-1,5 15 1,-5-21 4,0-1-1,0 1 0,0-1 0,0 1 1,0-1-1,0 1 0,1-1 0,-1 0 0,1 0 1,0 0-1,0 0 0,-1 0 0,1 0 1,0 0-1,1 0 0,-1-1 0,0 1 1,0-1-1,1 0 0,-1 0 0,1 0 1,-1 0-1,1 0 0,-1 0 0,1 0 0,0-1 1,5 1-1,-5-1-2,1 0-1,0-1 1,-1 1 0,1-1 0,-1 0-1,1 1 1,0-2 0,-1 1 0,0 0-1,1-1 1,-1 1 0,0-1 0,0 0 0,0 0-1,0-1 1,0 1 0,0 0 0,4-6-1,1-2-78,0 0-1,0-1 1,11-21-1,-13 19-6,1 1 0,-2-2 0,5-13 0,-9 23 236,1-1 1,-1 0 0,-1 0-1,1 1 1,-1-1-1,1 0 1,-1 0 0,-1 0-1,1 0 1,-1 0 0,0 1-1,-2-8 1,3 11-148,0 1 0,0 0 0,0-1 0,0 1 0,-1 0 0,1-1 0,0 1 0,0 0 1,0 0-1,-1-1 0,1 1 0,0 0 0,0-1 0,-1 1 0,1 0 0,0 0 0,-1 0 0,1-1 0,0 1 1,-1 0-1,1 0 0,0 0 0,-1 0 0,1 0 0,0-1 0,-1 1 0,1 0 0,-1 0 0,1 0 0,0 0 0,-1 0 1,1 0-1,0 0 0,-1 0 0,1 1 0,-1-1 0,1 0 0,0 0 0,-1 0 0,1 0 0,0 0 0,-1 1 1,1-1-1,0 0 0,0 0 0,-1 0 0,1 1 0,0-1 0,-1 0 0,1 1 0,0-1 0,0 0 0,0 0 0,-1 1 1,1-1-1,0 0 0,0 1 0,0-1 0,0 0 0,0 1 0,-1-1 0,1 1 0,0-1 0,0 0 0,0 1 1,0 0-1,0 5-346,0 0 1,1 11-1,0 2 81,3 160-197,-4-125 488,1-28 117,-2 1 0,-1 0-1,-1-1 1,-7 29 0,9-52-39,0 0 0,0 0 1,0 0-1,-1 0 0,1 0 0,-1 0 1,0-1-1,1 1 0,-1 0 0,-1-1 0,1 0 1,0 1-1,-1-1 0,1 0 0,-1 0 0,1 0 1,-1 0-1,0-1 0,0 1 0,0-1 1,0 0-1,-5 2 0,-4-1 167,0 1 0,0-2-1,0 0 1,-19 0 0,25-1-326,-18 1-396,1-2-1,-1-1 1,-45-8-1,36 1-531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4.880"/>
    </inkml:context>
    <inkml:brush xml:id="br0">
      <inkml:brushProperty name="width" value="0.035" units="cm"/>
      <inkml:brushProperty name="height" value="0.035" units="cm"/>
    </inkml:brush>
  </inkml:definitions>
  <inkml:trace contextRef="#ctx0" brushRef="#br0">284 1 6945,'-42'5'953,"4"0"-161,-6 1 744,6 2-488,18 5-1000,-5 1-120,7 14-48,2 11 32,3 32 48,1 29 16,3 23 40,0-17 216,9-37 80,3-17-127,10-18-49,5-5-721,15-8-2431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5.294"/>
    </inkml:context>
    <inkml:brush xml:id="br0">
      <inkml:brushProperty name="width" value="0.035" units="cm"/>
      <inkml:brushProperty name="height" value="0.035" units="cm"/>
    </inkml:brush>
  </inkml:definitions>
  <inkml:trace contextRef="#ctx0" brushRef="#br0">86 1 5217,'3'9'-440,"-1"1"56,4 10 1536,-12 1 176,-15 2-687,7 7-121,2 7-32,3 8-8,-7 3 104,-2-10-424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5.832"/>
    </inkml:context>
    <inkml:brush xml:id="br0">
      <inkml:brushProperty name="width" value="0.035" units="cm"/>
      <inkml:brushProperty name="height" value="0.035" units="cm"/>
    </inkml:brush>
  </inkml:definitions>
  <inkml:trace contextRef="#ctx0" brushRef="#br0">22 112 10602,'-5'-9'894,"1"0"0,1 0 0,-4-13 0,6 20-885,0-1 0,1 1-1,0-1 1,-1 0 0,1 1 0,0-1-1,0 1 1,0-1 0,1 1 0,-1-1-1,1 1 1,-1-1 0,1 1 0,0 0-1,0-1 1,0 1 0,0 0 0,2-4-1,-1 5-75,-1 0 0,1 0 0,-1-1 0,1 1 0,0 0 0,0 0 0,-1 1 1,1-1-1,0 0 0,0 0 0,0 1 0,0-1 0,0 1 0,0 0 0,0 0 0,0-1 0,3 2 0,4-1-60,0 0 0,14 3 1,-13-1 63,-1 0 0,1 1 1,-1 0-1,0 1 1,0 0-1,0 0 0,0 1 1,-1 0-1,0 0 0,0 1 1,0 0-1,8 8 1,-10-7 13,0-1 0,-1 1 0,1 0 0,-1 1 0,-1-1 0,1 1 0,-2 0 0,1 0 0,-1 0 0,0 1 0,0-1 1,-1 1-1,2 16 0,-4-11 74,0 1 0,0-1 0,-2 0 1,0 0-1,0 0 0,-1 0 0,-1-1 1,0 1-1,-1-1 0,-1 0 0,0 0 1,0-1-1,-10 13 0,10-15 85,-2-1-1,1 0 0,-1-1 1,-1 1-1,-10 7 0,14-12-27,0-1 0,0 0 0,-1 0 0,1 0-1,0 0 1,-1-1 0,0 0 0,0 0-1,0-1 1,1 0 0,-11 1 0,12-1-18,0-1-1,-1 0 1,1 0 0,-1 0 0,1-1-1,-1 0 1,1 0 0,-1 0 0,1 0-1,0-1 1,0 1 0,0-1 0,0 0-1,-6-4 1,8 5-56,2 0-32,-1 1 0,1 0 0,0 0 0,0 0 0,-1 0 0,1 0 0,0 0 0,0-1 0,-1 1 0,1 0 0,0 0-1,0 0 1,0-1 0,-1 1 0,1 0 0,0 0 0,0-1 0,0 1 0,0 0 0,-1 0 0,1-1 0,0 1-1,0 0 1,0 0 0,0-1 0,0 1 0,0 0 0,0-1 0,0 1 0,0 0 0,0-1 0,0 1 0,0 0-1,0 0 1,0-1 0,0 1 0,4 0-864,51 21-288,20 6 1183,-61-23 96,1-1 0,-1 0 0,23 2-1,6-6-432,9-3-688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6.071"/>
    </inkml:context>
    <inkml:brush xml:id="br0">
      <inkml:brushProperty name="width" value="0.035" units="cm"/>
      <inkml:brushProperty name="height" value="0.035" units="cm"/>
    </inkml:brush>
  </inkml:definitions>
  <inkml:trace contextRef="#ctx0" brushRef="#br0">3 0 10194,'-1'11'-616,"0"5"248,2 14 544,4 8 88,3 21-72,-5 7 8,-3 4-8,2-6 0,-2-14 136,2-5 96,3-5 209,-8-9 111,-3-10-560,3-1 3112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6.835"/>
    </inkml:context>
    <inkml:brush xml:id="br0">
      <inkml:brushProperty name="width" value="0.035" units="cm"/>
      <inkml:brushProperty name="height" value="0.035" units="cm"/>
    </inkml:brush>
  </inkml:definitions>
  <inkml:trace contextRef="#ctx0" brushRef="#br0">101 0 6113,'-1'0'2265,"-2"2"-1665,2-1-136,1 0-216,-3 3-576,6 7-24,-3 11 216,-11 2 88,5 2 96,-5 3 120,-9 10 264,-5 3 120,2 5-2752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8.026"/>
    </inkml:context>
    <inkml:brush xml:id="br0">
      <inkml:brushProperty name="width" value="0.035" units="cm"/>
      <inkml:brushProperty name="height" value="0.035" units="cm"/>
    </inkml:brush>
  </inkml:definitions>
  <inkml:trace contextRef="#ctx0" brushRef="#br0">50 0 9146,'0'1'288,"-6"1"-296,2 2-368,0 3-280,0 17 208,-1 9 288,2 10 184,0 5 32,0 18 136,-4 7 64,3 3 32,-2-8 16,7-22 168,8-8 128,3-14-536,5-6-1568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8.376"/>
    </inkml:context>
    <inkml:brush xml:id="br0">
      <inkml:brushProperty name="width" value="0.035" units="cm"/>
      <inkml:brushProperty name="height" value="0.035" units="cm"/>
    </inkml:brush>
  </inkml:definitions>
  <inkml:trace contextRef="#ctx0" brushRef="#br0">65 1 7154,'-1'0'214,"1"1"1,-1-1-1,0 1 1,1-1 0,-1 1-1,1-1 1,-1 1 0,1 0-1,-1-1 1,1 1 0,0 0-1,-1 0 1,1-1 0,0 1-1,-1 0 1,1 0 0,0-1-1,0 1 1,0 1 0,-3 19-1329,3-16 1514,0 2-426,0 0-1,0 0 1,1 0 0,0 0 0,0 0-1,1 0 1,2 7 0,2 2-161,13 26 1,-8-22 71,24 32 0,6 9 2,-32-44 37,13 32-1,-18-39 62,-2-1-1,1 1 0,-1-1 1,0 1-1,0 15 1,-2-22 78,0 1 0,0-1 0,-1 1 0,1-1 0,-1 1 0,0-1 0,0 0 0,0 1 0,-1-1 0,1 0 0,-1 0 0,0 0 0,0 0 0,-2 3 0,0-2 153,1 0 0,-1-1 1,0 1-1,0-1 0,0 0 1,0 0-1,0-1 0,-1 1 1,-7 2-1,7-3-44,0 0 1,0-1-1,0 1 1,0-1-1,0-1 0,0 1 1,0-1-1,-1 0 1,-6 0-1,8-1-199,0 0 1,0 1-1,0-1 1,1-1-1,-1 1 0,1 0 1,-1-1-1,1 0 0,-1 0 1,1 0-1,0 0 1,0 0-1,-4-5 0,3 3-344,-1-1-1,2 0 0,-1 0 0,-3-7 0,-13-30-2251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8.531"/>
    </inkml:context>
    <inkml:brush xml:id="br0">
      <inkml:brushProperty name="width" value="0.035" units="cm"/>
      <inkml:brushProperty name="height" value="0.035" units="cm"/>
    </inkml:brush>
  </inkml:definitions>
  <inkml:trace contextRef="#ctx0" brushRef="#br0">1 33 4169,'2'-5'2064,"6"1"-295,5-1-89,8-2-1280,4 0-360,8 3 56,14 3 0,4 2-80,-10 3 24,16 7 232,-1 2-192,-8 4-2824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8.751"/>
    </inkml:context>
    <inkml:brush xml:id="br0">
      <inkml:brushProperty name="width" value="0.035" units="cm"/>
      <inkml:brushProperty name="height" value="0.035" units="cm"/>
    </inkml:brush>
  </inkml:definitions>
  <inkml:trace contextRef="#ctx0" brushRef="#br0">4 1 5289,'2'10'-184,"-2"6"-928,4 9 1640,0 3 648,-3 6-208,2-1-191,-5 1-105,-3 2 72,0 3 192,-1 1-688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9.308"/>
    </inkml:context>
    <inkml:brush xml:id="br0">
      <inkml:brushProperty name="width" value="0.035" units="cm"/>
      <inkml:brushProperty name="height" value="0.035" units="cm"/>
    </inkml:brush>
  </inkml:definitions>
  <inkml:trace contextRef="#ctx0" brushRef="#br0">1 9 13787,'19'-5'1374,"8"3"-1432,0 0 0,0 2 1,0 1-1,1 1 1,44 10-1,-65-11 15,0 1 0,0 1 1,0-1-1,-1 1 0,1 0 0,-1 1 0,0-1 0,1 1 0,8 9 0,-12-11 27,0 1 0,-1-1 0,0 1 1,1 0-1,-1 0 0,0 0 0,0 0 0,-1 1 0,1-1 0,-1 0 0,0 1 0,1-1 0,-2 1 0,1-1 0,0 1 0,-1-1 0,1 1 0,-1 0 0,0-1 0,-1 8 0,0-3 68,-1 0 0,0 0 1,0-1-1,-1 1 0,0-1 0,0 0 0,-6 9 0,6-11 11,0-1-1,0 0 0,0 0 1,0 0-1,-1 0 0,0-1 1,0 1-1,0-1 1,0 0-1,0 0 0,-9 4 1,10-6-28,-10 5 105,12-5-133,1-1 0,-1 0 0,1 0-1,0 0 1,-1 0 0,1 0 0,0 1-1,-1-1 1,1 0 0,0 0 0,0 1 0,-1-1-1,1 0 1,0 0 0,0 1 0,-1-1-1,1 0 1,0 1 0,0-1 0,0 0 0,-1 1-1,1-1 1,0 0 0,0 1 0,0-1-1,0 1 1,0-1 0,-1 0-100,1 0 85,0 0 1,0 0 0,0 0 0,-1 0-1,1 0 1,0 0 0,0 0 0,0 0-1,0 0 1,-1 0 0,1 0-1,0 0 1,0 0 0,0 0 0,0 0-1,-1 0 1,1 0 0,0 0-1,0 0 1,0 0 0,0 1 0,-1-1-1,1 0 1,0 0 0,0 0-1,0 0 1,0 0 0,0 0 0,0 0-1,0 1 1,-1-1 0,1 0-1,0 0 1,0 0 0,0 1-19,0 0 0,0-1-1,0 1 1,0 0 0,1-1 0,-1 1 0,0-1-1,0 1 1,1 0 0,-1-1 0,0 1 0,1-1 0,-1 1-1,0-1 1,1 1 0,-1-1 0,1 1 0,13 13-387,-4-4 278,-1 1 36,0 0-1,0 0 1,12 21 0,-19-29 77,-1 0 1,1 1 0,-1-1-1,1 1 1,-1 0 0,0-1-1,0 1 1,-1 0 0,1 0-1,-1 0 1,0 0 0,0-1-1,0 1 1,0 0 0,-1 0-1,0 0 1,1 0 0,-1-1-1,-2 5 1,1-5 37,0 0 0,0 0 0,0 0 0,0 0 0,-1 0 0,1 0 0,-1 0-1,-3 2 1,-25 18 530,30-23-524,-7 5 142,0-1 1,0-1-1,-1 1 1,1-1-1,-1-1 1,0 1-1,1-1 1,-17 1-1,18-2-37,0-1 0,0 1 0,0-1 0,0 0 0,1-1 0,-11-1 0,13 1-71,0-1 1,0 1-1,0-1 0,0 1 1,0-1-1,0 0 1,1-1-1,-1 1 0,1-1 1,-1 1-1,-3-5 1,0 0-418,1-1 0,-1 1 1,2-1-1,-8-12 1,11 15-82,0 0 1,1 0-1,-3-9 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09.903"/>
    </inkml:context>
    <inkml:brush xml:id="br0">
      <inkml:brushProperty name="width" value="0.035" units="cm"/>
      <inkml:brushProperty name="height" value="0.035" units="cm"/>
    </inkml:brush>
  </inkml:definitions>
  <inkml:trace contextRef="#ctx0" brushRef="#br0">20 1 8202,'0'1'1632,"7"3"-992,-7-1 64,-3 2-744,5-1-736,-2 4-16,4 10 528,2 7 288,-7 4 472,-2 4 200,-6 8 216,-2 4 33,0 5-1441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0.653"/>
    </inkml:context>
    <inkml:brush xml:id="br0">
      <inkml:brushProperty name="width" value="0.035" units="cm"/>
      <inkml:brushProperty name="height" value="0.035" units="cm"/>
    </inkml:brush>
  </inkml:definitions>
  <inkml:trace contextRef="#ctx0" brushRef="#br0">8 8 5809,'-7'-2'4184,"7"-1"-1904,11 1-1565,15 2-1554,8 1 5371,-35-1-4940,1 4-500,-3 62 70,-20 111 0,-3 37 2450,26-211-1334,0 0 0,0-1 0,-1 1 0,1-1 0,-2 8 7364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1.247"/>
    </inkml:context>
    <inkml:brush xml:id="br0">
      <inkml:brushProperty name="width" value="0.035" units="cm"/>
      <inkml:brushProperty name="height" value="0.035" units="cm"/>
    </inkml:brush>
  </inkml:definitions>
  <inkml:trace contextRef="#ctx0" brushRef="#br0">285 99 9450,'-10'-7'4266,"9"7"-4054,-1-1 0,1 0 1,0 0-1,0 1 0,-1-1 0,1 0 0,0 0 0,0 0 0,0 0 1,0-1-1,0 1 0,1 0 0,-2-2 0,-3-5 178,0-1-1,-1 1 0,-9-12 0,12 18-402,0-1-1,0 0 1,0 1-1,0-1 0,0 1 1,0 0-1,0 0 1,-1 0-1,1 0 0,-1 1 1,1-1-1,-6 0 1,4 1-58,0 0-1,1 0 1,-1 1 0,0 0 0,0 0 0,0 0 0,1 0 0,-1 1 0,0 0 0,0 0 0,-7 2 0,6 0 12,0-1-1,-1 1 0,2 1 1,-1-1-1,0 1 0,1 0 1,-1 0-1,1 0 1,0 1-1,0 0 0,1 0 1,0 0-1,0 1 0,0-1 1,0 1-1,1 0 0,-4 9 1,2-1 28,0-1 0,1 1 0,1 0 1,1 0-1,0 0 0,0 1 0,1-1 0,1 0 1,2 19-1,-2-31 22,1 0 1,-1 0-1,1 0 0,-1 1 1,1-1-1,0 0 1,-1 0-1,1 0 0,0 0 1,0-1-1,1 1 1,-1 0-1,3 3 0,-3-4 4,0-1 0,0 1 0,0 0-1,0-1 1,0 1 0,0-1-1,0 1 1,0-1 0,0 0 0,1 0-1,-1 1 1,0-1 0,0 0 0,0 0-1,0 0 1,1 0 0,-1 0-1,0 0 1,0-1 0,0 1 0,0 0-1,1 0 1,-1-1 0,0 1 0,0-1-1,2 0 1,6-5-19,-1 1 0,1-1 0,-1 0 0,0-1 0,0 0 0,-1 0-1,7-8 1,-3 1-131,0-1-1,-1 0 0,10-18 0,-15 21 156,0 0 0,0 0 1,-1-1-1,2-15 0,-5 25 48,0 0 0,-1-1 0,0 1 0,1 0 0,-1 0-1,-1-1 1,0-4 0,1 7 40,0 0 1,0 0-1,-1 0 0,1 0 0,0 0 0,-1 0 0,1 0 0,-1 0 0,1 0 1,-1 0-1,0 1 0,1-1 0,-1 0 0,0 0 0,0 1 0,0-1 0,1 0 1,-1 1-1,0-1 0,-2 0 0,4 1-111,-1 0 1,0 0-1,0 0 0,0 0 1,0 0-1,1 0 1,-1 0-1,0 0 0,0 0 1,0 0-1,1 0 0,-1 0 1,0 0-1,0 0 1,0 1-1,0-1 0,0 0 1,1 0-1,-1 0 0,0 0 1,0 0-1,0 1 1,0-1-1,0 0 0,0 0 1,0 0-1,1 0 0,-1 1 1,0-1-1,0 0 1,0 0-1,0 0 0,0 0 1,0 1-1,0-1 0,0 0 1,0 0-1,0 0 1,0 1-1,0-1 0,0 0 1,0 0-1,0 0 0,0 0 1,0 1-1,-1-1 1,1 0-1,0 0 0,0 0 1,0 0-1,0 1 0,0-1 1,0 0-1,0 0 1,-1 0-1,1 0 0,0 0 1,0 1-1,0-1 0,0 0 1,0 0-1,-1 0 1,1 0-1,0 0 0,-1 1-61,0 0 0,1-1 0,-1 1 0,0 0-1,1 0 1,-1-1 0,1 1 0,-1 0 0,1 0 0,-1 1-1,1 2-37,0-1 0,0 1 0,0-1 0,0 1 0,2 5 0,7 77 100,-3 0 0,-6 108 0,-1-186 98,1 1 1,-1-1 0,0 1-1,-1-1 1,-5 16-1,6-21-7,0-1 0,-1 1 0,1 0 1,-1-1-1,0 1 0,1-1 0,-1 1 0,0-1 0,0 0 0,-1 0 0,1 0 0,0 0 0,-1 0 0,1-1 0,-1 1 0,1-1 0,-1 1 0,0-1 0,-5 2 0,3-2-7,0 0-1,-1 0 1,1-1 0,0 1 0,0-1-1,0 0 1,-1-1 0,1 1 0,0-1-1,0 0 1,0 0 0,0-1 0,0 1-1,0-1 1,0 0 0,0 0 0,1-1-1,-1 0 1,-4-3 0,-4-6-1384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1.462"/>
    </inkml:context>
    <inkml:brush xml:id="br0">
      <inkml:brushProperty name="width" value="0.035" units="cm"/>
      <inkml:brushProperty name="height" value="0.035" units="cm"/>
    </inkml:brush>
  </inkml:definitions>
  <inkml:trace contextRef="#ctx0" brushRef="#br0">88 1 11218,'0'13'-216,"-3"-2"800,0 4 561,-1 3-513,-3 3-352,1 1 64,-5 7 192,-2 4 8,-1 2-320,0-5-712,8-13-2184,-1-7-3346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1.779"/>
    </inkml:context>
    <inkml:brush xml:id="br0">
      <inkml:brushProperty name="width" value="0.035" units="cm"/>
      <inkml:brushProperty name="height" value="0.035" units="cm"/>
    </inkml:brush>
  </inkml:definitions>
  <inkml:trace contextRef="#ctx0" brushRef="#br0">1 2 10506,'4'-1'6780,"-7"0"-5187,9 1-1719,1 2-232,-1 1 270,0 0 0,-1 0 0,1 1 1,-1 0-1,1 0 0,-1 0 1,0 0-1,-1 1 0,1 0 1,-1 0-1,0 0 0,0 1 0,0-1 1,-1 1-1,0 0 0,4 11 1,-3-6 36,-2 0 1,1 0 0,1 24 0,-3 34-82,-1-40 113,0-7 103,-1 1 1,0-1 0,-2 1 0,0-1 0,-8 25 0,-7 9 526,18-55-608,-1 1 0,1 0 0,-1-1 0,0 1 0,1 0 0,-1-1 0,0 1 0,0-1 0,0 0 0,0 1-1,0-1 1,-2 2 0,2-3-78,1 1 0,-1-1-1,1 0 1,0 0 0,-1 1-1,1-1 1,0 0-1,-1 0 1,1 0 0,-1 0-1,1 0 1,-1 0 0,1 0-1,0 0 1,-1 1-1,1-2 1,-1 1 0,1 0-1,-1 0 1,1 0 0,-1 0-1,1 0 1,-1 0 0,-11-6-894,9 5 384,-26-18-5489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1.912"/>
    </inkml:context>
    <inkml:brush xml:id="br0">
      <inkml:brushProperty name="width" value="0.035" units="cm"/>
      <inkml:brushProperty name="height" value="0.035" units="cm"/>
    </inkml:brush>
  </inkml:definitions>
  <inkml:trace contextRef="#ctx0" brushRef="#br0">7 62 10026,'2'-7'2793,"-10"-1"-393,8 2-1023,9 4-697,11-7-160,12-3-128,13 2-376,-2 2-32,3 15-8,-12-9 32,-5 0-416,5 12-584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2.616"/>
    </inkml:context>
    <inkml:brush xml:id="br0">
      <inkml:brushProperty name="width" value="0.035" units="cm"/>
      <inkml:brushProperty name="height" value="0.035" units="cm"/>
    </inkml:brush>
  </inkml:definitions>
  <inkml:trace contextRef="#ctx0" brushRef="#br0">95 2 3377,'0'0'4593,"-4"0"-2993,1-1-784,3 4-160,3-1-1032,-4 5-296,2 11 56,-2 3 280,-11 8 400,-4 5 176,-7 1 280,4 3 88,0-1-1056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3.037"/>
    </inkml:context>
    <inkml:brush xml:id="br0">
      <inkml:brushProperty name="width" value="0.035" units="cm"/>
      <inkml:brushProperty name="height" value="0.035" units="cm"/>
    </inkml:brush>
  </inkml:definitions>
  <inkml:trace contextRef="#ctx0" brushRef="#br0">9 74 7770,'-1'-1'319,"1"1"-1,-1-1 1,1 0 0,-1 1 0,1-1 0,-1 1 0,1-1 0,-1 0 0,1 1 0,0-1-1,-1 0 1,1 1 0,0-1 0,0 0 0,0 0 0,-1-1 0,0-4 393,1 5-681,-1 1-1,1-1 1,0 0 0,0 0-1,1 1 1,-1-1 0,0 0-1,0 1 1,0-1 0,0 0 0,0 1-1,1-1 1,-1 0 0,0 1-1,1-1 1,-1 0 0,0 1-1,1-1 1,-1 1 0,1-1-1,-1 1 1,1-1 0,-1 1 0,2-2-1,1-1-126,-1 1 7,1 0 1,-1-1-1,1 1 1,0 0-1,0 0 1,0 1-1,0-1 1,0 1-1,6-3 1,1 1-143,18-3-1,-21 5 130,0-1 39,0 1 0,0 1 0,-1-1-1,1 1 1,0 0 0,0 1 0,0 0 0,-1 0-1,1 0 1,0 1 0,8 3 0,-10-3-9,-1 0 1,1 1-1,-1 0 0,0-1 1,1 2-1,-1-1 0,-1 0 1,1 1-1,0 0 0,-1 0 1,0 0-1,0 0 1,0 0-1,0 1 0,3 7 1,-3-3 11,0 0 1,0 0-1,0 1 1,-1-1-1,-1 1 1,1 14-1,-1-2 124,-5 39-1,1-46 22,0-1-1,0 1 0,-2-1 0,-8 21 1,-30 53 911,37-76-775,5-10-171,-3 5 108,0 0 0,1 0 0,-4 13-1,7-18-145,-1 0-1,1-1 0,0 1 0,-1 0 0,1 0 0,0 0 1,0 0-1,0 0 0,1 0 0,-1 0 0,0-1 1,1 1-1,-1 0 0,1 0 0,-1 0 0,1-1 0,0 1 1,0 0-1,0-1 0,0 1 0,1 1 0,1-1-13,-1 0-1,0 0 0,0 0 1,1 0-1,-1 0 1,1-1-1,0 0 1,-1 1-1,1-1 0,0 0 1,0 0-1,0 0 1,-1-1-1,6 1 1,33 0-941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3.506"/>
    </inkml:context>
    <inkml:brush xml:id="br0">
      <inkml:brushProperty name="width" value="0.035" units="cm"/>
      <inkml:brushProperty name="height" value="0.035" units="cm"/>
    </inkml:brush>
  </inkml:definitions>
  <inkml:trace contextRef="#ctx0" brushRef="#br0">6 35 14219,'0'0'37,"0"0"0,0 0 1,0-1-1,0 1 0,0 0 0,0 0 0,0 0 0,0-1 1,0 1-1,1 0 0,-2 0 0,1 0 0,0-1 0,0 1 1,0 0-1,0 0 0,0 0 0,0-1 0,0 1 0,0 0 1,0 0-1,0 0 0,0-1 0,0 1 0,0 0 0,-1 0 1,1 0-1,0 0 0,0-1 0,0 1 0,0 0 0,0 0 1,-1 0-1,1 0 0,0 0 0,0 0 0,0 0 0,-1-1 1,1 1-1,0 0 0,-1 0 0,1 0-31,0 0-1,0 0 0,0 0 1,0 0-1,0 0 1,0 0-1,0 0 1,0 0-1,0 0 1,0 0-1,0 0 0,0 0 1,0 0-1,0 0 1,0 0-1,0 0 1,-1 0-1,1 0 1,0 0-1,0 0 0,0 0 1,0 0-1,0 0 1,0 0-1,0 0 1,0 0-1,0 0 0,0 0 1,0-1-1,0 1 1,0 0-1,0 0 1,0 0-1,0 0 1,0 0-1,0 0 0,0 0 1,0 0-1,0 0 1,0 0-1,0 0 1,0 0-1,0 0 1,0 0-1,0 0 0,0 0 1,0-1-1,0 1 1,0 0-1,9-3-66,13-3-259,1 0-1,-1 2 0,46-2 0,-63 5 259,0 1-1,-1 1 0,1-1 0,0 1 1,-1 0-1,1 0 0,-1 0 0,8 3 1,-10-2 5,1-1 0,-1 1 0,1-1 0,-1 1 1,0 0-1,0-1 0,0 1 0,0 0 0,0 1 0,-1-1 1,1 0-1,0 0 0,-1 1 0,0-1 0,1 1 0,0 2 0,0 2 79,0-1-1,-1 1 1,1 0-1,-1 0 0,0 0 1,-1-1-1,0 1 0,0 0 1,-1 0-1,-1 8 0,-1 1 88,-1-1 0,-1 0-1,-8 19 1,9-26-355,1 1-1,-3 12 1,5-16 55,0-1 0,1 1 1,0-1-1,0 0 0,0 1 1,0-1-1,2 7 0,2 4 2,1 0 0,0 0 0,9 16 0,4 12-189,-17-39 355,1 0 0,-1 0 1,0 0-1,-1 1 0,1-1 1,-1 0-1,1 0 0,-1 0 1,-1 0-1,1 1 1,-1-1-1,1 0 0,-3 5 1,3-6 133,-1-1 0,-1 1 0,1-1 0,0 0 0,0 0 0,-1 1 0,1-1 0,-1 0 0,0 0 0,0-1 0,0 1 1,0 0-1,0 0 0,0-1 0,0 0 0,0 1 0,-1-1 0,1 0 0,0 0 0,-1 0 0,1 0 0,-4 0 0,-25 4 587,29-5-641,0 0 0,0 0 1,-1 0-1,1 0 0,0 0 1,0 0-1,-1-1 1,1 1-1,0-1 0,0 0 1,-3-1-1,0-4-337,1-3-748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3.711"/>
    </inkml:context>
    <inkml:brush xml:id="br0">
      <inkml:brushProperty name="width" value="0.035" units="cm"/>
      <inkml:brushProperty name="height" value="0.035" units="cm"/>
    </inkml:brush>
  </inkml:definitions>
  <inkml:trace contextRef="#ctx0" brushRef="#br0">75 1 8874,'1'13'-160,"-4"4"-416,2 1 1208,1 2 296,-5 1-432,-10 0-88,1 5 248,8 1 97,-8-2-737,-4 0 3776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4.158"/>
    </inkml:context>
    <inkml:brush xml:id="br0">
      <inkml:brushProperty name="width" value="0.035" units="cm"/>
      <inkml:brushProperty name="height" value="0.035" units="cm"/>
    </inkml:brush>
  </inkml:definitions>
  <inkml:trace contextRef="#ctx0" brushRef="#br0">45 95 6689,'-2'0'155,"0"-1"-1,0 0 0,0-1 0,0 1 0,0 0 0,0 0 0,0-1 0,0 1 0,0-1 0,0 0 1,-2-3-1,4 4-100,-1 0 1,1 0 0,-1-1-1,1 1 1,-1 0 0,1-1 0,0 1-1,0 0 1,-1-1 0,1 1-1,0-1 1,0 1 0,0 0-1,1-1 1,-1 1 0,0 0 0,0-1-1,1 1 1,-1 0 0,1-1-1,0-1 1,4-6 311,-4 7 96,1-1 1,-1 0-1,0 0 0,0 0 0,0 0 1,0 0-1,-1 0 0,2-5 0,-1 5 930,-1 1-1020,-3 3-331,4 0-195,-1 0 1,1 1 0,-1-1 0,0 0-1,0 0 1,1 1 0,-1-1-1,0 0 1,0 0 0,0 0 0,-1 1-1,1-1 1,0 0 0,0 0-1,-1 0 1,0 2 0,-1 7 27,0 1 1,0-1-1,0 0 0,2 1 1,-1 0-1,2 17 0,0 20 214,-13 104 448,0 53 1080,12-188-1130,2-5-468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4.407"/>
    </inkml:context>
    <inkml:brush xml:id="br0">
      <inkml:brushProperty name="width" value="0.035" units="cm"/>
      <inkml:brushProperty name="height" value="0.035" units="cm"/>
    </inkml:brush>
  </inkml:definitions>
  <inkml:trace contextRef="#ctx0" brushRef="#br0">60 0 11698,'-5'5'-632,"3"3"112,-4 14 1256,0 10-47,3 24 31,-6 11-16,6 4-312,-2-7-32,0-12-8,6-3 104,-10-11 256,4-6 57,7-6-1578,-7-3 729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4.900"/>
    </inkml:context>
    <inkml:brush xml:id="br0">
      <inkml:brushProperty name="width" value="0.035" units="cm"/>
      <inkml:brushProperty name="height" value="0.035" units="cm"/>
    </inkml:brush>
  </inkml:definitions>
  <inkml:trace contextRef="#ctx0" brushRef="#br0">137 0 12779,'0'0'576,"3"1"312,-1 2-560,-2-2-520,-5 6-304,-9 5 80,-3 14 424,-2 7 192,-12 3 376,0 6-408,7-4-64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6.136"/>
    </inkml:context>
    <inkml:brush xml:id="br0">
      <inkml:brushProperty name="width" value="0.035" units="cm"/>
      <inkml:brushProperty name="height" value="0.035" units="cm"/>
    </inkml:brush>
  </inkml:definitions>
  <inkml:trace contextRef="#ctx0" brushRef="#br0">43 1 6177,'0'0'244,"-1"1"0,1-1 0,0 0 0,-1 1-1,1-1 1,0 1 0,-1-1 0,1 1-1,0-1 1,-1 1 0,1-1 0,0 1 0,0-1-1,0 1 1,0-1 0,0 1 0,-1 0 0,0 14-1422,0-7 1351,-24 161 1154,24-161-1149,0 0 0,0 0 1,2 15-1,-1-11 39,0-11-193,0-1 0,0 0 0,0 1 0,0-1 0,0 0 0,0 1 0,0-1 0,-1 0 1,1 1-1,0-1 0,0 0 0,0 0 0,0 1 0,0-1 0,0 0 0,-1 1 0,1-1 0,-2 2 2920,0-2-1130,2 0-1797,0 0 0,0 0 0,0-1 0,-1 1-1,1 0 1,0 0 0,0 0 0,0 0 0,0 0 0,0 0 0,0 0 0,-1-1-1,1 1 1,0 0 0,0 0 0,0 0 0,0 0 0,0-1 0,0 1-1,0 0 1,0 0 0,0 0 0,0 0 0,0 0 0,0-1 0,0 1 0,0 0-1,0 0 1,0 0 0,0-1 0,0 1 0,0 0 0,0 0 0,0 0 0,0 0-1,0 0 1,0-1 0,0 1 0,0 0 0,1 0 0,-1 0 0,0 0 0,0 0-1,0-1 1,0 1 0,0 0 0,0 0 0,1 0 0,0-1-67,0 0 0,1 0 1,-1 0-1,1 0 0,-1 0 1,0 0-1,3 0 0,2-2-74,-4 2 86,0 0 0,0 0-1,0 0 1,0 0 0,1 1-1,-1-1 1,0 1 0,0-1 0,1 1-1,-1 0 1,0 0 0,1 0-1,-1 0 1,5 1 0,-4 0-9,1 0 0,0 1 0,0-1 0,-1 1 0,1 0 0,-1 0 0,0 0 0,4 3 1,1 2-39,0 0 1,-1 0 0,0 1-1,-1 0 1,0 0 0,6 10-1,-5-5 52,0 1-1,-1 0 0,-1 0 0,0 0 1,-1 0-1,5 29 0,-8-37 31,-1 0 0,0 0 0,0 1 1,0-1-1,-1 0 0,0 0 0,0 0 0,-3 9 0,3-11 61,0 0 0,-1 0 0,0 0 0,0 0 0,0 0-1,-1-1 1,1 1 0,-1-1 0,0 1 0,0-1 0,0 0 0,-6 4 0,6-5 58,0 0 0,-1 0 0,1-1 0,-1 0 0,1 0 0,-1 0 0,0 0-1,1 0 1,-1-1 0,0 1 0,1-1 0,-7 0 0,6-1-48,-1 1 0,1 0 0,0-1 0,0 0 0,-1 0-1,1-1 1,0 1 0,0-1 0,0 0 0,-6-4 0,8 5-159,0-1 0,0 0 0,0 1 0,0-1 0,-1-3 0,-10-16-1087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6.352"/>
    </inkml:context>
    <inkml:brush xml:id="br0">
      <inkml:brushProperty name="width" value="0.035" units="cm"/>
      <inkml:brushProperty name="height" value="0.035" units="cm"/>
    </inkml:brush>
  </inkml:definitions>
  <inkml:trace contextRef="#ctx0" brushRef="#br0">0 5 12867,'1'3'344,"-2"-3"96,2 0-128,3 1-224,0 0-80,9-2-16,20-1 256,8 2 144,-1-3-64,4-1-64,13 5-576,-2 5-640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6.585"/>
    </inkml:context>
    <inkml:brush xml:id="br0">
      <inkml:brushProperty name="width" value="0.035" units="cm"/>
      <inkml:brushProperty name="height" value="0.035" units="cm"/>
    </inkml:brush>
  </inkml:definitions>
  <inkml:trace contextRef="#ctx0" brushRef="#br0">26 0 9954,'-1'4'3705,"1"-3"-2521,-1 3-992,1 0-200,0 5-48,-8 4 112,3 11 576,3 4 8,-7 2 5770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6.870"/>
    </inkml:context>
    <inkml:brush xml:id="br0">
      <inkml:brushProperty name="width" value="0.035" units="cm"/>
      <inkml:brushProperty name="height" value="0.035" units="cm"/>
    </inkml:brush>
  </inkml:definitions>
  <inkml:trace contextRef="#ctx0" brushRef="#br0">67 0 12603,'-4'5'1600,"4"3"-1448,-1 1 144,-2 15-408,1 7 64,-1 9 128,-2 5-8,-4 4 88,-3-5 112,3-3 32,1-6-8,1-11 160,5-6 57,2-3-273,-2-4-865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7.467"/>
    </inkml:context>
    <inkml:brush xml:id="br0">
      <inkml:brushProperty name="width" value="0.035" units="cm"/>
      <inkml:brushProperty name="height" value="0.035" units="cm"/>
    </inkml:brush>
  </inkml:definitions>
  <inkml:trace contextRef="#ctx0" brushRef="#br0">7 1 11026,'-6'0'5077,"12"1"-3914,10 2-1188,0 0-1,-1 0 1,1 2-1,-1 0 1,0 0-1,-1 2 1,1 0-1,19 13 1,-32-19-11,0 1-1,0 0 1,0 0 0,0 0 0,0 1-1,-1-1 1,1 0 0,-1 1 0,1-1-1,-1 1 1,0-1 0,0 1 0,0 0-1,0 4 1,1 4-126,0 0 0,-1 14 1,-1-24 159,-4 140-421,0-115 426,-7 31-1,1-7 40,6-30 41,0-1 0,-1 1 1,-1-1-1,-11 23 0,16-39-40,-10 20 244,10-21-207,1 0 0,-1 0 0,1 0 0,-1 1 0,1-1 0,0 0 0,-1 0 0,1 0 0,0 2 0,0-4-76,0 0 0,0 0 0,0 0 0,0 0 0,0 1 0,0-1 0,0 0 0,0 0 0,0 0 1,0 0-1,0 0 0,0 0 0,0 0 0,0 0 0,1 0 0,-1 0 0,0 0 0,0 0 0,0 0 0,0 0 1,0 0-1,0 0 0,0 0 0,0 1 0,0-1 0,0 0 0,0 0 0,0 0 0,0 0 0,0 0 0,0 0 1,0 0-1,0 0 0,0 0 0,0 0 0,0 0 0,0 0 0,0 0 0,1 0 0,-1 0 0,0 0 0,0 0 1,0 0-1,0 0 0,0 0 0,0 0 0,0 0 0,0 0 0,0 0 0,0 0 0,0 0 0,0 0 0,0 0 1,0 0-1,0 0 0,0 0 0,0 0 0,1 0 0,-1 0 0,0-1 0,0 1 0,0 0 0,0 0 0,0 0 1,0 0-1,2-4-430,2-26-2308,1 10 344,-3 13 1590,0 0-1,0 0 1,-1 0 0,0-1-1,-1 1 1,1-1 0,-2-10-1,0 13 1025,0 0 0,0-1 0,-5-8 0,5 11 563,-1-1 1,1 1 0,-1 0 0,0 1 0,0-1-1,0 0 1,0 0 0,-1 1 0,1 0-1,-1-1 1,-4-2 0,4 2 1666,8 3-1423,5 0-486,12-8-166,-16 5-302,-1 0-1,2 1 1,-1 0-1,12-2 1,-12 3 39,0 1 1,12 1-1,0 1 4907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8.519"/>
    </inkml:context>
    <inkml:brush xml:id="br0">
      <inkml:brushProperty name="width" value="0.035" units="cm"/>
      <inkml:brushProperty name="height" value="0.035" units="cm"/>
    </inkml:brush>
  </inkml:definitions>
  <inkml:trace contextRef="#ctx0" brushRef="#br0">0 495 6825,'1'-1'2335,"9"-26"-571,8-14-1748,25-66 6,-23 46 3,-5 13 41,36-77 1,-49 120-47,3-3 185,-1-1-1,0 1 1,0-1 0,-1 0-1,2-11 1,-5 19-125,0 0 0,0 1 0,1-1 0,-1 0 0,0 0 0,0 1 0,0-1 0,-1 0 0,1 0 0,0 1 0,0-1-1,0 0 1,0 1 0,-1-1 0,1 0 0,0 1 0,-1-2 0,0 2-85,1 0 0,0-1-1,0 1 1,-1 0 0,1 0-1,0 0 1,0 0-1,-1-1 1,1 1 0,0 0-1,-1 0 1,1 0 0,0 0-1,-1 0 1,1 0 0,0 0-1,-1 0 1,1 0 0,0 0-1,-1 0 1,1 0 0,0 0-1,-1 0 1,1 0 0,0 0-1,-1 1 1,1-1 0,0 0-1,0 0 1,-1 0 0,1 0-1,0 1 1,-1-1 0,0 5-718,0-3 566,1 0 1,-1 0-1,0 0 1,0 0-1,1 0 1,-3 2-1,-5 11-276,-7 36 170,7-19 232,-24 100 109,11-39 194,14-64-157,-15 66-44,17-55-869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19.399"/>
    </inkml:context>
    <inkml:brush xml:id="br0">
      <inkml:brushProperty name="width" value="0.035" units="cm"/>
      <inkml:brushProperty name="height" value="0.035" units="cm"/>
    </inkml:brush>
  </inkml:definitions>
  <inkml:trace contextRef="#ctx0" brushRef="#br0">117 4 2385,'-1'-3'4483,"0"3"-4379,1 0 0,0 0 0,0 0 1,0 0-1,0 0 0,0 0 0,-3 5-487,-1 14-37,2 0 0,0 33 1,-3 23 2394,-21 106 0,21-153-1598,-2-1 1,-1 0-1,-16 39 0,17-50-15,1 1 0,1-1 0,1 1 0,-2 17 0,6-32-1375,2 0-1092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20.534"/>
    </inkml:context>
    <inkml:brush xml:id="br0">
      <inkml:brushProperty name="width" value="0.035" units="cm"/>
      <inkml:brushProperty name="height" value="0.035" units="cm"/>
    </inkml:brush>
  </inkml:definitions>
  <inkml:trace contextRef="#ctx0" brushRef="#br0">79 1 3625,'6'4'-728,"-3"2"87,1 6 762,2 3 119,-4 6 232,1 0 64,-3 6 184,-7 6 272,-3 13 80,-7 7-239,-9 9-241,9-6 16,0-26 120,9-6-624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21.727"/>
    </inkml:context>
    <inkml:brush xml:id="br0">
      <inkml:brushProperty name="width" value="0.035" units="cm"/>
      <inkml:brushProperty name="height" value="0.035" units="cm"/>
    </inkml:brush>
  </inkml:definitions>
  <inkml:trace contextRef="#ctx0" brushRef="#br0">5 51 6841,'-1'-3'716,"0"-1"-1,1 1 0,-1 0 1,0-6-1,1 8-665,0 0 1,0 0-1,0 0 1,0 0-1,0 1 0,0-1 1,0 0-1,1 0 1,-1 0-1,0 0 1,0 0-1,1 1 0,-1-1 1,1 0-1,-1 0 1,1 0-1,-1 1 1,1-1-1,-1 0 0,1 1 1,0-1-1,-1 1 1,1-1-1,1 0 0,1-1-136,0 1-1,1 0 1,-1 0-1,1 0 1,-1 0-1,1 1 1,5-1-1,26 1-163,-28 1 227,12 0-85,1 1 1,0 1-1,37 10 0,-53-12 53,-1 1 0,1-1 0,-1 1 0,0-1-1,0 1 1,1 0 0,-1 0 0,-1 0 0,1 1 0,3 2-1,-5-3 3,0-1-1,1 1 0,-1 0 0,0 0 0,0 0 0,0 0 0,-1 0 0,1 0 0,0 0 0,-1 0 0,1 0 1,-1 0-1,0 0 0,0 0 0,1 0 0,-2 0 0,1 1 0,0 2 0,-2 8 12,-1 0-1,0 0 1,0-1 0,-2 1-1,1-1 1,-1 0 0,-1 0-1,-8 11 1,-9 10 667,-42 44 1,7-8-41,56-67-580,-4 5 71,1 0 1,0 1-1,-7 12 1,11-18-73,0 0 1,1 1-1,-1-1 1,0 0-1,1 1 1,-1-1-1,1 1 1,-1-1-1,1 0 1,0 1-1,0-1 1,0 1-1,1-1 1,-1 1-1,1-1 1,-1 0-1,1 1 1,1 2-1,-1-2 10,1 0 1,0 0-1,-1 0 0,1-1 0,1 1 1,-1-1-1,0 1 0,0-1 0,1 0 0,-1 0 1,1 0-1,0 0 0,0 0 0,0 0 1,0-1-1,0 1 0,0-1 0,3 1 0,6 1 119,0-1-1,1 0 0,19 1 0,-26-3-125,64 3-81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22.093"/>
    </inkml:context>
    <inkml:brush xml:id="br0">
      <inkml:brushProperty name="width" value="0.035" units="cm"/>
      <inkml:brushProperty name="height" value="0.035" units="cm"/>
    </inkml:brush>
  </inkml:definitions>
  <inkml:trace contextRef="#ctx0" brushRef="#br0">103 1 7642,'-4'4'130,"-1"1"0,1 0 1,0 0-1,1 0 1,-1 0-1,1 1 0,0-1 1,-5 13-1,2-3 70,5-12-162,0 0 0,0-1 0,0 1 0,0 0 0,0 0 0,1 0 0,-1 0 0,1 0 0,0 0 0,0 3 0,0 4-24,2-1 1,-1 0 0,1 1-1,0-1 1,1 0 0,5 11-1,35 64-244,-17-34 8,-15-30 133,10 22-4,-19-37 93,0 0 1,-1 1-1,1-1 1,-1 1 0,0 0-1,0 7 1,-1-9 176,0 1 1,0 0-1,0 0 1,-1 0 0,0 0-1,0 0 1,0 0-1,0-1 1,-1 1 0,0 0-1,0-1 1,0 1 0,0-1-1,-1 0 1,0 0-1,0 0 1,0 0 0,0 0-1,0-1 1,-1 1-1,-6 4 1,7-7-46,1 1 0,0-1 0,-1 0 0,0 0 0,1 0-1,-1 0 1,0-1 0,1 1 0,-1-1 0,0 1 0,1-1 0,-1 0 0,0 0 0,0 0 0,0-1-1,-3 0 1,-5-1-129,1-1 0,-19-7 0,-6-6-1023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3:22.267"/>
    </inkml:context>
    <inkml:brush xml:id="br0">
      <inkml:brushProperty name="width" value="0.035" units="cm"/>
      <inkml:brushProperty name="height" value="0.035" units="cm"/>
    </inkml:brush>
  </inkml:definitions>
  <inkml:trace contextRef="#ctx0" brushRef="#br0">0 9 10642,'6'-1'808,"4"0"721,19-1-825,2 0-48,10 2 32,9-2-352,12 1-48,1 1-200,1 7-1056,-5 2-736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5:43.954"/>
    </inkml:context>
    <inkml:brush xml:id="br0">
      <inkml:brushProperty name="width" value="0.035" units="cm"/>
      <inkml:brushProperty name="height" value="0.035" units="cm"/>
    </inkml:brush>
  </inkml:definitions>
  <inkml:trace contextRef="#ctx0" brushRef="#br0">189 0 7658,'1'0'-25,"0"0"1,0 1-1,0-1 1,-1 0 0,1 1-1,0-1 1,0 0-1,0 1 1,-1-1-1,1 1 1,0-1 0,-1 1-1,1 0 1,0 0-1,10 11-469,-9-8 576,8 8-97,-2 1 0,1 0 0,-2 1 0,1 0 0,-2 0 0,0 0 0,-1 1 0,4 16 0,1 15 15,5 59 0,-14-96 0,16 204 23,-17-203-21,0-1 0,-1 1 0,0 0 0,-1-1 0,-3 12 0,3-15-1,0 0 0,-1 0 0,0 0 0,-1 0 0,1-1 0,-1 0 0,0 1 0,-8 7 0,-82 87-685,13-13-1478,-22 15-772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5:48.076"/>
    </inkml:context>
    <inkml:brush xml:id="br0">
      <inkml:brushProperty name="width" value="0.1" units="cm"/>
      <inkml:brushProperty name="height" value="0.1" units="cm"/>
    </inkml:brush>
  </inkml:definitions>
  <inkml:trace contextRef="#ctx0" brushRef="#br0">7 4 2948,'-1'-4'875,"-4"7"-1416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6:26.394"/>
    </inkml:context>
    <inkml:brush xml:id="br0">
      <inkml:brushProperty name="width" value="0.1" units="cm"/>
      <inkml:brushProperty name="height" value="0.1" units="cm"/>
    </inkml:brush>
  </inkml:definitions>
  <inkml:trace contextRef="#ctx0" brushRef="#br0">1 1 4915,'-1'0'0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6:59.609"/>
    </inkml:context>
    <inkml:brush xml:id="br0">
      <inkml:brushProperty name="width" value="0.035" units="cm"/>
      <inkml:brushProperty name="height" value="0.035" units="cm"/>
    </inkml:brush>
  </inkml:definitions>
  <inkml:trace contextRef="#ctx0" brushRef="#br0">144 0 13587,'3'1'-4612,"4"3"3439,12 5 1498,126 51-290,-144-59 26,1-1-1,-1 1 1,1-1 0,-1 1 0,0 0 0,1 0-1,-1 0 1,1 0 0,-1 0 0,2 2 0,-3-3-13,0 0 0,1 1 1,-1-1-1,0 0 0,0 1 0,0-1 1,0 0-1,0 1 0,0-1 1,1 1-1,-1-1 0,0 0 1,0 1-1,0-1 0,0 1 1,0-1-1,-1 0 0,1 1 1,0 0-1,0 0 25,-1 0 1,1 0-1,-1 0 1,0 0-1,1 1 1,-1-1-1,0 0 1,0 0-1,-1 0 1,-13 14 428,-24 25 96,7-2-483,2 2 0,-37 63 0,-36 65 225,73-120-97,29-46-238,-1 1 23,0 0 0,1 0 0,-1 0 0,-1 5 0,3-7-34,0 0 0,-1-1 0,1 1 0,0 0 0,0 0 0,0 0 0,0-1 0,0 1 0,0 0 0,0 0 0,0 0 0,1-1 0,-1 1 0,0 0 0,0 0 0,1 0 0,-1-1 0,0 1 0,1 0 0,-1 0 0,1-1 0,-1 1 0,1-1 0,-1 1 0,2 1 0,1 0-10,1 0 0,0 0-1,0-1 1,0 1-1,0-1 1,0 0 0,0 0-1,1 0 1,7 0-1,2 0 44,1 0 0,-1-1-1,1-1 1,15-2 0,56-16 155,-58 12-192,0 2-1,36-4 0,-58 9-1493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6:59.861"/>
    </inkml:context>
    <inkml:brush xml:id="br0">
      <inkml:brushProperty name="width" value="0.035" units="cm"/>
      <inkml:brushProperty name="height" value="0.035" units="cm"/>
    </inkml:brush>
  </inkml:definitions>
  <inkml:trace contextRef="#ctx0" brushRef="#br0">22 0 17388,'-10'2'-2041,"-1"-2"-367,21 1 39,9-1 2105,9 0 248,19 8 376,3 2 40,-7 3-168,6 0-24,-3-1-144,2-5-880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1.075"/>
    </inkml:context>
    <inkml:brush xml:id="br0">
      <inkml:brushProperty name="width" value="0.035" units="cm"/>
      <inkml:brushProperty name="height" value="0.035" units="cm"/>
    </inkml:brush>
  </inkml:definitions>
  <inkml:trace contextRef="#ctx0" brushRef="#br0">284 101 8402,'-18'-10'115,"12"6"-149,-1 1-1,1-1 1,-6-5-1,5 3 705,0-1 1,1 0-1,0 0 0,-8-13 1,14 20-680,-1 0 1,1-1-1,0 1 1,-1-1-1,1 1 1,0-1-1,-1 1 1,1-1-1,0 1 1,0-1-1,0 1 1,0-1-1,-1 1 1,1-1-1,0 1 1,0-1-1,0 1 1,0-1-1,0 0 1,0 1-1,1-1 1,-1 1-1,0-1 1,0 1-1,0-1 1,0 1-1,1-1 1,-1 1-1,0-1 1,0 1-1,1-1 1,-1 1-1,0-1 1,1 1-1,-1 0 1,0-1-1,1 1 1,-1-1-1,1 1 1,-1 0-1,1 0 1,-1-1-1,1 1 1,-1 0-1,1 0 1,-1-1-1,1 1 1,-1 0-1,2 0 1,0-1-59,1 1 0,0-1 0,0 1 1,-1 0-1,1 0 0,0 0 0,0 0 1,3 1-1,5 2 4,-1 0 0,1 0 1,-1 1-1,11 6 0,-16-8 58,-1 1 1,0 0-1,1 0 1,-1 0-1,0 0 0,-1 1 1,1-1-1,-1 1 0,1 0 1,-1 0-1,3 6 1,-5-8 61,0 0 1,0 0-1,-1 0 1,1 0-1,-1 0 1,0 0-1,1 0 1,-1 0 0,0 1-1,0-1 1,0 0-1,0 0 1,-1 0-1,1 0 1,-1 0-1,1 0 1,-1 0 0,-1 4-1,-1 1 103,-1-1 0,0 1 0,0-1 0,-6 7 0,-10 12-29,-2-1 0,-1-1-1,-1-2 1,0 0 0,-2-1-1,-39 23 1,50-35-66,-27 11 0,-8 3 145,44-21-188,6-2-110,2 0-106,37-3-289,80-20 457,-9 2 74,-99 20-84,3 1-536,0-2 1,0 0 0,0 0-1,26-11 1,-20 3-2025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1.461"/>
    </inkml:context>
    <inkml:brush xml:id="br0">
      <inkml:brushProperty name="width" value="0.035" units="cm"/>
      <inkml:brushProperty name="height" value="0.035" units="cm"/>
    </inkml:brush>
  </inkml:definitions>
  <inkml:trace contextRef="#ctx0" brushRef="#br0">331 2 13539,'-1'-1'126,"0"1"-1,0 0 1,0 0 0,0 0 0,0 0 0,0 0-1,0 0 1,0 0 0,0 0 0,0 0-1,-1 1 1,1-1-268,0 1-1,0 0 1,0 0-1,0-1 0,0 1 1,0 0-1,0 0 1,1 0-1,-1 0 1,-1 2-1,-3 3-293,0 1 1,0-1-1,-1 0 0,-9 7 0,-30 20 1342,13-10-38,16-10-642,0 1 0,1 0 0,-25 33 0,31-36-200,0 2 0,1-1 0,1 1 0,0 0 0,1 1 1,-6 17-1,11-27-35,1-1 0,-1 1 0,0 0 0,1-1 1,0 1-1,0 0 0,0 0 0,0-1 1,2 6-1,-2-7-19,1 1 0,-1-1 0,1 0 0,0 0 0,0 1 0,0-1 0,0 0 0,1 0 0,-1 0 0,0 0 0,1 0 0,0-1 0,-1 1 0,4 3 0,-1-3 17,-1 0 1,0-1 0,1 1-1,-1 0 1,1-1 0,-1 0 0,1 0-1,-1 0 1,1-1 0,0 1 0,0-1-1,-1 1 1,1-1 0,0-1-1,0 1 1,-1 0 0,1-1 0,4-1-1,2-1-12,0 0 0,-1-1 0,1 0-1,-1-1 1,13-8 0,-19 12 21,-1-1-1,1 0 1,-1 0 0,0 0 0,1 0 0,-1 0 0,0 0-1,0-1 1,0 1 0,1-4 0,-1 3 17,-1-1-1,0 1 1,0 0 0,0-1 0,0 1 0,-1-1-1,0 0 1,1 1 0,-1-4 0,-1 5-7,1 1 1,0 0-1,0 0 1,0-1-1,0 1 1,-1 0-1,1 0 1,-1 0-1,1 0 1,-1 0-1,1-1 1,-1 1-1,0 0 1,1 0-1,-1 0 1,-1-1-1,-1 0 9,0-1 1,0 1-1,0 0 0,-4-2 1,0 0 25,-1 0 1,-1 0-1,1 1 1,-1 0-1,1 0 1,-1 1-1,-15-2 1,20 4-48,0-1 1,0 1-1,0 0 1,0 1-1,-1-1 1,1 1-1,0-1 1,0 1-1,0 0 1,0 1-1,0-1 1,1 1 0,-1 0-1,0 0 1,1 0-1,-1 0 1,1 0-1,0 1 1,-4 3-1,2 0-18,1 0 0,-1 0-1,1 0 1,1 0-1,-1 0 1,-3 10 0,2-1-212,-7 30 0,10-38-152,1 1 0,0-1 0,0 15 0,1-18-161,0-1 0,1 0 1,0 0-1,0 0 0,0 0 0,0 0 0,3 5 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1.959"/>
    </inkml:context>
    <inkml:brush xml:id="br0">
      <inkml:brushProperty name="width" value="0.035" units="cm"/>
      <inkml:brushProperty name="height" value="0.035" units="cm"/>
    </inkml:brush>
  </inkml:definitions>
  <inkml:trace contextRef="#ctx0" brushRef="#br0">1 67 10258,'0'-2'6602,"5"4"-7363,9 2-1663,9-2 1080,9-11 1320,13 6 24,11-2 0,-5-8 8,7 2-296,-8 3-609,-12-4-1639,-4 1-1561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2.124"/>
    </inkml:context>
    <inkml:brush xml:id="br0">
      <inkml:brushProperty name="width" value="0.035" units="cm"/>
      <inkml:brushProperty name="height" value="0.035" units="cm"/>
    </inkml:brush>
  </inkml:definitions>
  <inkml:trace contextRef="#ctx0" brushRef="#br0">0 1 18324,'5'3'-2609,"5"1"73,3-1 2200,2-3 288,19 0 72,16 0 16,16 0 56,-4-2-784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3.291"/>
    </inkml:context>
    <inkml:brush xml:id="br0">
      <inkml:brushProperty name="width" value="0.035" units="cm"/>
      <inkml:brushProperty name="height" value="0.035" units="cm"/>
    </inkml:brush>
  </inkml:definitions>
  <inkml:trace contextRef="#ctx0" brushRef="#br0">309 16 10554,'-8'-3'-14,"0"0"-1,1 1 0,-1 0 0,0 0 1,0 1-1,0 0 0,-1 0 0,1 1 1,0 0-1,0 1 0,0-1 0,0 2 1,0-1-1,0 1 0,0 0 0,-11 5 1,15-5 55,0 0 1,0 1-1,0-1 0,0 1 1,1 0-1,0 0 1,-1 0-1,1 0 1,0 0-1,0 1 1,0 0-1,1-1 1,0 1-1,-3 5 1,-2 6-39,1 1 0,-7 26-1,1 7 78,-7 59 0,2 53 88,2-20-33,4-75-23,7-46-14,1 0-1,1 0 0,0 1 1,3 34-1,-1-48-155,2 0 1,-1 0-1,1 0 1,0 0-1,0 0 1,1 0-1,0-1 0,0 0 1,1 1-1,-1-1 1,2 0-1,-1-1 1,0 1-1,1-1 1,0 0-1,0 0 0,1 0 1,9 6-1,24 13-1722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4.048"/>
    </inkml:context>
    <inkml:brush xml:id="br0">
      <inkml:brushProperty name="width" value="0.035" units="cm"/>
      <inkml:brushProperty name="height" value="0.035" units="cm"/>
    </inkml:brush>
  </inkml:definitions>
  <inkml:trace contextRef="#ctx0" brushRef="#br0">189 19 10642,'-4'-3'-163,"-1"1"-1,1 0 1,-1 0-1,1 1 1,-1-1-1,0 1 1,-5-1-1,-35-1 1095,41 2-648,-1 1 0,1 0 0,0 1 0,0-1 0,-1 1 0,-4 1 0,7-1-281,0 0 0,0 0 0,0-1 0,1 1 0,-1 0-1,0 1 1,1-1 0,-1 0 0,1 0 0,-1 1-1,1-1 1,0 1 0,0-1 0,-1 1 0,1-1-1,-1 4 1,-3 5-39,1 1-1,0 0 0,1 0 1,-4 20-1,-1 36 89,0 91 0,8-143-40,-1 0-9,1 0 0,1 0-1,3 20 1,-4-32-23,1 0-1,0 0 1,0 0-1,0 0 0,0 0 1,1-1-1,-1 1 1,1 0-1,-1 0 1,1-1-1,0 1 1,0-1-1,0 0 0,3 3 1,-3-4 22,0 1 0,1-1 0,-1 0 0,0 0 1,0 0-1,1 0 0,-1 0 0,1 0 0,-1-1 0,1 1 1,-1-1-1,1 1 0,-1-1 0,1 0 0,0 0 0,-1-1 1,1 1-1,4-1 0,6-3 60,0 0 0,0 0 0,0-1 0,22-13 0,-14 5-3,36-29-1,-42 30-35,-1-1 0,20-23-1,-23 20 21,0 0-1,0-1 0,-2 0 1,0-1-1,7-20 0,-15 33-6,1 0-1,-1 0 0,1 0 1,-1 0-1,-1-1 1,1 1-1,-1 0 0,0 0 1,0-1-1,-1 1 0,1 0 1,-1 0-1,0 0 1,-1-1-1,1 1 0,-1 0 1,0 1-1,0-1 0,0 0 1,-1 0-1,-3-3 1,1 2 100,0 0 0,0 0 0,0 1 0,-1 0 0,0 0 0,0 1 0,0-1 0,-1 1 0,1 1 0,-1-1 0,0 1 0,0 0 1,-12-2-1,6 1-107,0 1 1,0 1 0,0 1-1,-1 0 1,1 0 0,0 1-1,-26 4 1,37-4-106,0 1 0,0-1 0,-1 1-1,1 0 1,0 0 0,0 0 0,0 0 0,0 0 0,0 0-1,0 0 1,-2 2 0,3-1-84,0-1 0,0 1 0,0-1-1,0 1 1,0-1 0,0 1 0,1 0 0,-1-1 0,0 1 0,1 0-1,-1-1 1,1 1 0,0 3 0,-1 26-2477</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4.261"/>
    </inkml:context>
    <inkml:brush xml:id="br0">
      <inkml:brushProperty name="width" value="0.035" units="cm"/>
      <inkml:brushProperty name="height" value="0.035" units="cm"/>
    </inkml:brush>
  </inkml:definitions>
  <inkml:trace contextRef="#ctx0" brushRef="#br0">98 0 9066,'6'31'-328,"-4"12"104,-6 3 160,-3-5-40,-7-14 144,-4-1 168,-2 9 40,-2 4-88,1 11-2377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4.832"/>
    </inkml:context>
    <inkml:brush xml:id="br0">
      <inkml:brushProperty name="width" value="0.035" units="cm"/>
      <inkml:brushProperty name="height" value="0.035" units="cm"/>
    </inkml:brush>
  </inkml:definitions>
  <inkml:trace contextRef="#ctx0" brushRef="#br0">0 397 15619,'1'1'-188,"0"-2"0,0 1 0,0 0 0,0 0 0,-1 0-1,1 0 1,0 0 0,0-1 0,0 1 0,0 0 0,-1-1 0,1 1-1,0-1 1,0 1 0,0-1 0,-1 1 0,1-1 0,0 0 0,-1 1-1,1-1 1,-1 0 0,1 1 0,0-2 0,0-1 394,1 0 0,-1 0 0,0 0 1,0 0-1,1-4 0,-1 0-262,13-37 623,3-10-499,-6 9 138,9-87 0,-16 50 308,-4 82-9,0 1-622,0 0 1,0 0-1,0 0 0,-1 1 1,1-1-1,1 0 0,-1 0 1,0 2-1,1 7-99,8 271 561,-19-149-1304,5-108-622</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5.033"/>
    </inkml:context>
    <inkml:brush xml:id="br0">
      <inkml:brushProperty name="width" value="0.035" units="cm"/>
      <inkml:brushProperty name="height" value="0.035" units="cm"/>
    </inkml:brush>
  </inkml:definitions>
  <inkml:trace contextRef="#ctx0" brushRef="#br0">57 0 14475,'4'3'352,"-2"10"-2160,5 19 327,-2-2 425,-5-13 832,-2-6 616,-5 4 673,-1 6-409,-1 13-520,-1 3 32,-9 2-832,0-1-929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5.699"/>
    </inkml:context>
    <inkml:brush xml:id="br0">
      <inkml:brushProperty name="width" value="0.035" units="cm"/>
      <inkml:brushProperty name="height" value="0.035" units="cm"/>
    </inkml:brush>
  </inkml:definitions>
  <inkml:trace contextRef="#ctx0" brushRef="#br0">92 270 8330,'-16'-9'3137,"1"-1"-5353,11 4 1923,1-2 616,0-1 0,1 0 0,0 0 0,1 0 0,0 0-1,0-11 1,1 4-257,0 0 0,2 0 0,2-16 0,-2 24-72,0 1 0,0 0 0,0 0 0,1 1 0,0-1 0,0 0 0,1 1 0,4-7 0,-6 11-10,-1 0 0,0 0 0,1 1 0,0-1 0,-1 0 0,1 1 0,0-1 0,0 1 0,0 0 0,0 0 0,0 0 0,0 0 0,0 0 0,0 0 0,0 0 0,0 1 0,1-1 0,-1 1 0,0-1 0,0 1 0,1 0 0,-1 0 0,0 0 0,1 0 0,-1 1 0,0-1 0,0 1 0,1-1 0,-1 1 0,3 1 0,0 1-1,1 0 0,-1 0 1,0 0-1,1 1 1,-2 0-1,1 0 0,0 1 1,-1-1-1,0 1 1,0 0-1,0 0 0,3 8 1,3 4 79,-1 1 0,11 31 0,-17-42-6,-1 1 1,0 0-1,0 0 0,0 0 1,-1 0-1,-1 0 0,1 0 1,-1 0-1,0 1 0,-1-1 1,0 0-1,-1 0 0,-2 9 1,1-6 31,-1-1-1,0 0 1,-1 0 0,0 0-1,-1 0 1,-13 17 0,7-12 5,-2-1 1,0 0 0,-16 13 0,25-23-52,-1 0 0,0 0 0,0 0 0,0-1 0,0 1 0,-11 3 0,14-6-57,1-1 0,-1 1 0,0-1 0,1 1 0,-1-1 0,0 0 0,1 0 0,-1 0 0,0 0 0,1 0 0,-1-1 0,0 1 1,1-1-1,-1 0 0,1 1 0,-1-1 0,1-1 0,-1 1 0,1 0 0,-3-2 0,3 1-133,-1 0-1,1 0 1,-1 0 0,1 0 0,0-1-1,0 1 1,0 0 0,1-1-1,-1 0 1,-2-4 0,4 6 131,-1-1-1,1 1 1,-1 0-1,1-1 1,0 1 0,0-1-1,0 1 1,0 0 0,0-1-1,0 1 1,0 0 0,0-1-1,1 1 1,-1 0 0,0-1-1,1 1 1,-1 0-1,1 0 1,0-1 0,-1 1-1,1 0 1,0 0 0,0 0-1,0 0 1,-1 0 0,3-1-1,-1-1-6,1 1 0,0 0 0,0 0 0,0 0 0,0 1 0,1-1-1,-1 1 1,0 0 0,1 0 0,-1 0 0,5-1 0,-3 1 2,-1 1 0,1-1 0,0 1 0,0 0 0,0 0 0,0 1 0,8 1 0,-5 1 61,0 0-1,0 1 1,-1 0 0,1 0 0,-1 1 0,8 6 0,17 18 279,-19-17-220,-11-11-154,-1 1 0,1-1 1,-1 1-1,0-1 0,0 1 0,1 0 0,-1-1 0,0 1 0,-1 0 0,1 0 0,0 0 0,0 0 0,-1 0 0,1 0 0,-1 0 0,0 0 0,0 0 1,1 0-1,-1 0 0,-1 4 0,-3 9-2929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5.929"/>
    </inkml:context>
    <inkml:brush xml:id="br0">
      <inkml:brushProperty name="width" value="0.035" units="cm"/>
      <inkml:brushProperty name="height" value="0.035" units="cm"/>
    </inkml:brush>
  </inkml:definitions>
  <inkml:trace contextRef="#ctx0" brushRef="#br0">142 1 14363,'0'20'-1416,"5"12"-505,-2-1 801,-4-8 560,-9-14 1184,3 1 288,-10 14-568,-8 6-200,-8 12-2048,-4-2-3089,18-30 2392,20-14 2817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6.118"/>
    </inkml:context>
    <inkml:brush xml:id="br0">
      <inkml:brushProperty name="width" value="0.035" units="cm"/>
      <inkml:brushProperty name="height" value="0.035" units="cm"/>
    </inkml:brush>
  </inkml:definitions>
  <inkml:trace contextRef="#ctx0" brushRef="#br0">0 0 14171,'4'4'-368,"3"4"-344,-1 4 584,-2-7 152,-4-3 120,0 0-8,1 2-368,-2-4-640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6.250"/>
    </inkml:context>
    <inkml:brush xml:id="br0">
      <inkml:brushProperty name="width" value="0.035" units="cm"/>
      <inkml:brushProperty name="height" value="0.035" units="cm"/>
    </inkml:brush>
  </inkml:definitions>
  <inkml:trace contextRef="#ctx0" brushRef="#br0">0 1 17028,'0'4'176,"3"3"-7002</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6.357"/>
    </inkml:context>
    <inkml:brush xml:id="br0">
      <inkml:brushProperty name="width" value="0.035" units="cm"/>
      <inkml:brushProperty name="height" value="0.035" units="cm"/>
    </inkml:brush>
  </inkml:definitions>
  <inkml:trace contextRef="#ctx0" brushRef="#br0">1 1 4377,'10'0'168</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6.456"/>
    </inkml:context>
    <inkml:brush xml:id="br0">
      <inkml:brushProperty name="width" value="0.035" units="cm"/>
      <inkml:brushProperty name="height" value="0.035" units="cm"/>
    </inkml:brush>
  </inkml:definitions>
  <inkml:trace contextRef="#ctx0" brushRef="#br0">2 2 15795,'-2'-1'1385,"10"24"-13068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6.603"/>
    </inkml:context>
    <inkml:brush xml:id="br0">
      <inkml:brushProperty name="width" value="0.035" units="cm"/>
      <inkml:brushProperty name="height" value="0.035" units="cm"/>
    </inkml:brush>
  </inkml:definitions>
  <inkml:trace contextRef="#ctx0" brushRef="#br0">1 1 2529,'-1'0'-417</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6.727"/>
    </inkml:context>
    <inkml:brush xml:id="br0">
      <inkml:brushProperty name="width" value="0.035" units="cm"/>
      <inkml:brushProperty name="height" value="0.035" units="cm"/>
    </inkml:brush>
  </inkml:definitions>
  <inkml:trace contextRef="#ctx0" brushRef="#br0">1 0 16347,'0'2'-3864,"8"2"-5730,-3-6 9810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6.948"/>
    </inkml:context>
    <inkml:brush xml:id="br0">
      <inkml:brushProperty name="width" value="0.035" units="cm"/>
      <inkml:brushProperty name="height" value="0.035" units="cm"/>
    </inkml:brush>
  </inkml:definitions>
  <inkml:trace contextRef="#ctx0" brushRef="#br0">0 1 10634,'0'6'-2536,"13"6"-833,-9-7 2377,-12-3 1808,1-4-232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7.113"/>
    </inkml:context>
    <inkml:brush xml:id="br0">
      <inkml:brushProperty name="width" value="0.035" units="cm"/>
      <inkml:brushProperty name="height" value="0.035" units="cm"/>
    </inkml:brush>
  </inkml:definitions>
  <inkml:trace contextRef="#ctx0" brushRef="#br0">3 1 15931,'-3'8'-3528,"8"7"-2810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7.219"/>
    </inkml:context>
    <inkml:brush xml:id="br0">
      <inkml:brushProperty name="width" value="0.035" units="cm"/>
      <inkml:brushProperty name="height" value="0.035" units="cm"/>
    </inkml:brush>
  </inkml:definitions>
  <inkml:trace contextRef="#ctx0" brushRef="#br0">0 1 2000,'3'1'1697,"2"2"-3106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7.842"/>
    </inkml:context>
    <inkml:brush xml:id="br0">
      <inkml:brushProperty name="width" value="0.035" units="cm"/>
      <inkml:brushProperty name="height" value="0.035" units="cm"/>
    </inkml:brush>
  </inkml:definitions>
  <inkml:trace contextRef="#ctx0" brushRef="#br0">65 2 8634,'-1'-2'3201,"0"2"-3690,3 0 1082,-3 2 15,-3 0-280,3 6-304,-2 1 16,3 7 152,6 4 0,-6-3-48,-10-2 8,-4 3 24,4-1-152,-5 0-1104,2-2-1025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8.564"/>
    </inkml:context>
    <inkml:brush xml:id="br0">
      <inkml:brushProperty name="width" value="0.035" units="cm"/>
      <inkml:brushProperty name="height" value="0.035" units="cm"/>
    </inkml:brush>
  </inkml:definitions>
  <inkml:trace contextRef="#ctx0" brushRef="#br0">133 185 11426,'-3'-2'-65,"1"1"-4,0-1 0,-1 1 0,1-1 0,0 0 0,0 0 0,0 0 0,0 0 1,1 0-1,-1 0 0,0 0 0,1-1 0,-2-3 0,-2-4 243,3 5-87,0 0-1,0-1 1,-1-5 0,2 10-80,1-1-1,0 1 1,0-1 0,0 1-1,0-1 1,0 1 0,0-1-1,0 1 1,0-1 0,0 1 0,1-1-1,-1 1 1,1-1 0,-1 1-1,1 0 1,1-3 0,14-13-29,-12 13-13,0 1 0,-1-1-1,4-4 1,-6 5 15,1 1-1,-1-1 1,1 1-1,0 0 1,0-1 0,0 1-1,0 0 1,0 0-1,1 1 1,-1-1 0,0 0-1,1 1 1,-1-1-1,1 1 1,0 0 0,3-1-1,7-3-44,0 1 1,0 1-1,0 0 0,0 1 0,21-2 0,-29 4 49,1 1-1,-1-1 1,0 1-1,1 0 0,-1 0 1,0 0-1,7 3 0,-8-2 13,-1 0-1,0-1 1,0 1-1,0 0 1,0 1-1,0-1 1,-1 0 0,1 1-1,0-1 1,-1 1-1,0 0 1,2 3-1,0 2 69,0-1 0,-1 0 0,0 1 0,0-1 0,-1 1 0,0 0 0,-1 0 0,2 14 1,-2-1 150,-1 1 1,-3 24-1,2-36-112,0 0 0,-1 0 1,0-1-1,-1 1 0,0-1 0,0 1 0,-1-1 0,-1 0 1,1 0-1,-1 0 0,-1-1 0,1 0 0,-9 8 0,2-3 42,-1-1-1,-1 0 0,0-1 1,0-1-1,-1 0 0,-1-1 1,0-1-1,0 0 0,0-1 1,-1-1-1,0 0 0,-30 5 1,41-10-31,0 0 0,0-1-1,-7 1 1,10-2-113,1 1 0,-1 0-1,1-1 1,-1 0 0,1 1 0,0-1-1,-1 0 1,1 0 0,-4-3 0,2 1-102,-14-9-173,17 11 247,0 0 0,0 1 0,1-1 0,-1 0 0,0 0 0,1 0 0,-1 0 1,0 1-1,1-1 0,-1 0 0,1 0 0,0 0 0,-1 0 0,1 0 0,0 0 0,-1-3 0,1 3-140,0 0 133,0 1 0,0-1 0,0 0 0,0 1 0,0-1 1,0 0-1,0 1 0,0-1 0,0 1 0,0-1 1,0 0-1,1 1 0,-1-1 0,0 0 0,0 1 1,1-1-1,-1 1 0,0-1 0,1 1 0,-1-1 1,1 1-1,-1-1 0,0 1 0,1-1 0,-1 1 1,1-1-1,-1 1 0,1 0 0,0-1 0,-1 1 1,2-1-1,0 1-17,-1-1 1,1 0-1,0 1 0,0-1 1,0 1-1,0 0 0,0-1 1,0 1-1,0 0 1,0 0-1,0 0 0,0 1 1,0-1-1,0 0 1,3 2-1,1 0-30,0 0 0,0 0 0,9 6 0,23 17 106,-6-4 85,-17-12-73,1 1 26,24 11 0,-33-18-47,-3-1-2,0-1 1,-1 1 0,1 0-1,-1 0 1,4 3 0,-5-4-67,-1 0 1,1 0-1,-1-1 1,1 1-1,-1 0 1,1-1-1,-1 0 1,1 1-1,-1-1 1,1 0-1,0 0 1,-1 0-1,1 0 1,0 0-1,1 0 1,1 0-238,16-1-1679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9.101"/>
    </inkml:context>
    <inkml:brush xml:id="br0">
      <inkml:brushProperty name="width" value="0.035" units="cm"/>
      <inkml:brushProperty name="height" value="0.035" units="cm"/>
    </inkml:brush>
  </inkml:definitions>
  <inkml:trace contextRef="#ctx0" brushRef="#br0">128 1 11923,'-8'9'-659,"0"0"1,1 1-1,-11 18 1,-10 33 365,25-55 387,0 1 1,1-1 0,0 1 0,0 0 0,1-1 0,0 1 0,0 0 1,1 0-1,0 0 0,0-1 0,0 1 0,1 0 0,0 0 0,0 0 0,1-1 0,0 1 0,0-1 0,0 1 1,1-1-1,5 9 0,-5-11-86,0 1 0,0-1 0,1 0 0,-1 0 0,1 0 0,0-1 0,0 1 0,0-1 1,7 4-1,5 2-8,24 9 1,-39-17-3,42 15-61,50 11 0,-41-13 57,-43-11 7,-6-3-1,0 1 0,0-1 1,0 1-1,0 0 1,0 0-1,-1 0 0,1 1 1,0-1-1,-1 1 1,4 2-1,-6-4 2,0 1 1,0-1-1,0 0 1,0 1-1,-1-1 1,1 0-1,0 1 1,0-1-1,0 0 1,-1 1-1,1-1 1,0 0-1,0 0 1,-1 1-1,1-1 0,0 0 1,-1 0-1,1 1 1,0-1-1,-1 0 1,1 0-1,0 0 1,-1 0-1,-4 3 86,-6 5 44,0 0-1,-1-1 1,-1 0-1,1-1 1,-24 8-1,-69 16 186,82-24-217,-10 2 9,12-2 77,0 0 0,-26 1 1,44-6-122,1-1 0,0 0 0,-1 0 0,1 0 0,-1 0 0,1 0 0,-5-2 0,6 2-154,0-1 1,0 1-1,0-1 1,1 1-1,-1-1 1,0 1-1,0-1 1,1 0 0,-1 1-1,0-1 1,1 0-1,-1 0 1,1 0-1,-1 1 1,1-1-1,0 0 1,-1 0-1,1 0 1,0 0 0,-1 0-1,1 0 1,0 0-1,0-1 1,-3-21-5420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9.310"/>
    </inkml:context>
    <inkml:brush xml:id="br0">
      <inkml:brushProperty name="width" value="0.035" units="cm"/>
      <inkml:brushProperty name="height" value="0.035" units="cm"/>
    </inkml:brush>
  </inkml:definitions>
  <inkml:trace contextRef="#ctx0" brushRef="#br0">1 123 16315,'17'3'-3776,"9"-7"-505,22-14 3729,15-3 504,-3-3 432,-6 4 16,0 7-368,-8 3 8,-11-1-848,-4 6-1769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7:57:09.748"/>
    </inkml:context>
    <inkml:brush xml:id="br0">
      <inkml:brushProperty name="width" value="0.035" units="cm"/>
      <inkml:brushProperty name="height" value="0.035" units="cm"/>
    </inkml:brush>
  </inkml:definitions>
  <inkml:trace contextRef="#ctx0" brushRef="#br0">25 0 8178,'5'6'4043,"4"6"-4606,7 9 834,31 48 138,-37-51-266,0 0 0,8 22 0,-7-11 236,-1 1 1,-2-1-1,6 42 0,-12-50-177,0-1-1,-1 1 1,-1-1-1,-1 1 0,-7 39 1,5-48-134,0 0 0,-1 0 0,-1-1 0,0 1 0,-1-1 1,-7 12-1,-48 58-431,58-78 303,-35 42-1247,0-8-1459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8:23:32.941"/>
    </inkml:context>
    <inkml:brush xml:id="br0">
      <inkml:brushProperty name="width" value="0.035" units="cm"/>
      <inkml:brushProperty name="height" value="0.035" units="cm"/>
    </inkml:brush>
  </inkml:definitions>
  <inkml:trace contextRef="#ctx0" brushRef="#br0">0 1 128,'3'35'225,"-3"-20"-130,1 0 0,4 15-1,10 27 109,-7-23-62,-5-23-64,0 0 0,1 17 0,-4-24-58,0 0 0,1 0 0,-1-1-1,1 1 1,0 0 0,0-1 0,0 1-1,0 0 1,0-1 0,1 1 0,0-1-1,-1 0 1,1 0 0,4 5 0,-3-4 40,-3-3-40,1 0 0,0-1 0,-1 1 0,1 0 0,0 0 0,0-1 0,-1 1 0,1 0 0,0-1 1,0 1-1,1 0 0,3 2 66,-8-1-15,2-2-53,1 0-1,-1 0 0,0 1 0,1-1 0,-1 0 1,0 1-1,1-1 0,-1 1 0,1-1 0,-1 0 1,0 1-1,1 0 0,-1-1 0,1 1 0,-1 0 0,6 3 209,-2-1-15,-3-3-204,0 0-1,0 0 1,0 0 0,0 0 0,0 0 0,0 0 0,0 0 0,0 0-1,0 0 1,0 0 0,0 0 0,0 1 0,0-1 0,0 0 0,0 0 0,0 0-1,0 0 1,0 0 0,0 0 0,0 0 0,0 0 0,0 0 0,0 0-1,0 0 1,0 0 0,0 0 0,0 0 0,0 0 0,0 0 0,0 0-1,0 0 1,0 0 0,0 0 0,0 0 0,0 0 0,-1 0 0,1 0 0,0 0-1,0 0 1,0 0 0,0 0 0,0 0 0,0 0 0,0 0 0,0 0-1,0 0 1,0 0 0,0 0 0,0 0 0,0 0 0,0 0 0,0 0-1,0 0 1,0 0 0,-1 0 0,1 0 0,0 0 0,0 0 0,0 0 0,0 0-1,0 0 1,0 0 0,0 0 0,-2 0 97,3-1-67,1 1-1,-6 0 84,6 0-60,-4 0-40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3/3/2026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AB2FC7A4-3D1B-482D-8C9D-7642A2CE3076}" type="slidenum">
              <a:rPr lang="en-US" smtClean="0"/>
              <a:t>1</a:t>
            </a:fld>
            <a:endParaRPr lang="en-US"/>
          </a:p>
        </p:txBody>
      </p:sp>
    </p:spTree>
    <p:extLst>
      <p:ext uri="{BB962C8B-B14F-4D97-AF65-F5344CB8AC3E}">
        <p14:creationId xmlns:p14="http://schemas.microsoft.com/office/powerpoint/2010/main" val="1876465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err="1"/>
              <a:t>Về</a:t>
            </a:r>
            <a:r>
              <a:rPr lang="en-US" altLang="en-US" sz="1200" dirty="0"/>
              <a:t> </a:t>
            </a:r>
            <a:r>
              <a:rPr lang="en-US" altLang="en-US" sz="1200" dirty="0" err="1"/>
              <a:t>mặt</a:t>
            </a:r>
            <a:r>
              <a:rPr lang="en-US" altLang="en-US" sz="1200" dirty="0"/>
              <a:t> </a:t>
            </a:r>
            <a:r>
              <a:rPr lang="en-US" altLang="en-US" sz="1200" dirty="0" err="1"/>
              <a:t>lịch</a:t>
            </a:r>
            <a:r>
              <a:rPr lang="en-US" altLang="en-US" sz="1200" dirty="0"/>
              <a:t> </a:t>
            </a:r>
            <a:r>
              <a:rPr lang="en-US" altLang="en-US" sz="1200" dirty="0" err="1"/>
              <a:t>sử</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cộng</a:t>
            </a:r>
            <a:r>
              <a:rPr lang="en-US" altLang="en-US" sz="1200" dirty="0"/>
              <a:t> </a:t>
            </a:r>
            <a:r>
              <a:rPr lang="en-US" altLang="en-US" sz="1200" dirty="0" err="1"/>
              <a:t>được</a:t>
            </a:r>
            <a:r>
              <a:rPr lang="en-US" altLang="en-US" sz="1200" dirty="0"/>
              <a:t> </a:t>
            </a:r>
            <a:r>
              <a:rPr lang="en-US" altLang="en-US" sz="1200" dirty="0" err="1"/>
              <a:t>gọi</a:t>
            </a:r>
            <a:r>
              <a:rPr lang="en-US" altLang="en-US" sz="1200" dirty="0"/>
              <a:t> </a:t>
            </a:r>
            <a:r>
              <a:rPr lang="en-US" altLang="en-US" sz="1200" dirty="0" err="1"/>
              <a:t>là</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dịch</a:t>
            </a:r>
            <a:r>
              <a:rPr lang="en-US" altLang="en-US" sz="1200" dirty="0"/>
              <a:t> </a:t>
            </a:r>
            <a:r>
              <a:rPr lang="en-US" altLang="en-US" sz="1200" dirty="0" err="1"/>
              <a:t>chuyển</a:t>
            </a:r>
            <a:r>
              <a:rPr lang="en-US" altLang="en-US" sz="1200" dirty="0"/>
              <a:t>. Julius Caesar </a:t>
            </a:r>
            <a:r>
              <a:rPr lang="en-US" altLang="en-US" sz="1200" dirty="0" err="1"/>
              <a:t>đã</a:t>
            </a:r>
            <a:r>
              <a:rPr lang="en-US" altLang="en-US" sz="1200" dirty="0"/>
              <a:t> </a:t>
            </a:r>
            <a:r>
              <a:rPr lang="en-US" altLang="en-US" sz="1200" dirty="0" err="1"/>
              <a:t>sử</a:t>
            </a:r>
            <a:r>
              <a:rPr lang="en-US" altLang="en-US" sz="1200" dirty="0"/>
              <a:t> </a:t>
            </a:r>
            <a:r>
              <a:rPr lang="en-US" altLang="en-US" sz="1200" dirty="0" err="1"/>
              <a:t>dụng</a:t>
            </a:r>
            <a:r>
              <a:rPr lang="en-US" altLang="en-US" sz="1200" dirty="0"/>
              <a:t> </a:t>
            </a:r>
            <a:r>
              <a:rPr lang="en-US" altLang="en-US" sz="1200" dirty="0" err="1"/>
              <a:t>một</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cộng</a:t>
            </a:r>
            <a:r>
              <a:rPr lang="en-US" altLang="en-US" sz="1200" dirty="0"/>
              <a:t> </a:t>
            </a:r>
            <a:r>
              <a:rPr lang="en-US" altLang="en-US" sz="1200" dirty="0" err="1"/>
              <a:t>để</a:t>
            </a:r>
            <a:r>
              <a:rPr lang="en-US" altLang="en-US" sz="1200" dirty="0"/>
              <a:t> </a:t>
            </a:r>
            <a:r>
              <a:rPr lang="en-US" altLang="en-US" sz="1200" dirty="0" err="1"/>
              <a:t>liên</a:t>
            </a:r>
            <a:r>
              <a:rPr lang="en-US" altLang="en-US" sz="1200" dirty="0"/>
              <a:t> </a:t>
            </a:r>
            <a:r>
              <a:rPr lang="en-US" altLang="en-US" sz="1200" dirty="0" err="1"/>
              <a:t>lạc</a:t>
            </a:r>
            <a:r>
              <a:rPr lang="en-US" altLang="en-US" sz="1200" dirty="0"/>
              <a:t> </a:t>
            </a:r>
            <a:r>
              <a:rPr lang="en-US" altLang="en-US" sz="1200" dirty="0" err="1"/>
              <a:t>với</a:t>
            </a:r>
            <a:r>
              <a:rPr lang="en-US" altLang="en-US" sz="1200" dirty="0"/>
              <a:t> </a:t>
            </a:r>
            <a:r>
              <a:rPr lang="en-US" altLang="en-US" sz="1200" dirty="0" err="1"/>
              <a:t>các</a:t>
            </a:r>
            <a:r>
              <a:rPr lang="en-US" altLang="en-US" sz="1200" dirty="0"/>
              <a:t> </a:t>
            </a:r>
            <a:r>
              <a:rPr lang="en-US" altLang="en-US" sz="1200" dirty="0" err="1"/>
              <a:t>sĩ</a:t>
            </a:r>
            <a:r>
              <a:rPr lang="en-US" altLang="en-US" sz="1200" dirty="0"/>
              <a:t> </a:t>
            </a:r>
            <a:r>
              <a:rPr lang="en-US" altLang="en-US" sz="1200" dirty="0" err="1"/>
              <a:t>quan</a:t>
            </a:r>
            <a:r>
              <a:rPr lang="en-US" altLang="en-US" sz="1200" dirty="0"/>
              <a:t> </a:t>
            </a:r>
            <a:r>
              <a:rPr lang="en-US" altLang="en-US" sz="1200" dirty="0" err="1"/>
              <a:t>của</a:t>
            </a:r>
            <a:r>
              <a:rPr lang="en-US" altLang="en-US" sz="1200" dirty="0"/>
              <a:t> </a:t>
            </a:r>
            <a:r>
              <a:rPr lang="en-US" altLang="en-US" sz="1200" dirty="0" err="1"/>
              <a:t>mình</a:t>
            </a:r>
            <a:r>
              <a:rPr lang="en-US" altLang="en-US" sz="1200" dirty="0"/>
              <a:t>. </a:t>
            </a:r>
            <a:r>
              <a:rPr lang="en-US" altLang="en-US" sz="1200" dirty="0" err="1"/>
              <a:t>Vì</a:t>
            </a:r>
            <a:r>
              <a:rPr lang="en-US" altLang="en-US" sz="1200" dirty="0"/>
              <a:t> </a:t>
            </a:r>
            <a:r>
              <a:rPr lang="en-US" altLang="en-US" sz="1200" dirty="0" err="1"/>
              <a:t>lý</a:t>
            </a:r>
            <a:r>
              <a:rPr lang="en-US" altLang="en-US" sz="1200" dirty="0"/>
              <a:t> do </a:t>
            </a:r>
            <a:r>
              <a:rPr lang="en-US" altLang="en-US" sz="1200" dirty="0" err="1"/>
              <a:t>này</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cộng</a:t>
            </a:r>
            <a:r>
              <a:rPr lang="en-US" altLang="en-US" sz="1200" dirty="0"/>
              <a:t> </a:t>
            </a:r>
            <a:r>
              <a:rPr lang="en-US" altLang="en-US" sz="1200" dirty="0" err="1"/>
              <a:t>đôi</a:t>
            </a:r>
            <a:r>
              <a:rPr lang="en-US" altLang="en-US" sz="1200" dirty="0"/>
              <a:t> </a:t>
            </a:r>
            <a:r>
              <a:rPr lang="en-US" altLang="en-US" sz="1200" dirty="0" err="1"/>
              <a:t>khi</a:t>
            </a:r>
            <a:r>
              <a:rPr lang="en-US" altLang="en-US" sz="1200" dirty="0"/>
              <a:t> </a:t>
            </a:r>
            <a:r>
              <a:rPr lang="en-US" altLang="en-US" sz="1200" dirty="0" err="1"/>
              <a:t>được</a:t>
            </a:r>
            <a:r>
              <a:rPr lang="en-US" altLang="en-US" sz="1200" dirty="0"/>
              <a:t> </a:t>
            </a:r>
            <a:r>
              <a:rPr lang="en-US" altLang="en-US" sz="1200" dirty="0" err="1"/>
              <a:t>gọi</a:t>
            </a:r>
            <a:r>
              <a:rPr lang="en-US" altLang="en-US" sz="1200" dirty="0"/>
              <a:t> </a:t>
            </a:r>
            <a:r>
              <a:rPr lang="en-US" altLang="en-US" sz="1200" dirty="0" err="1"/>
              <a:t>là</a:t>
            </a:r>
            <a:r>
              <a:rPr lang="en-US" altLang="en-US" sz="1200" dirty="0"/>
              <a:t> </a:t>
            </a:r>
            <a:r>
              <a:rPr lang="en-US" altLang="en-US" sz="1200" dirty="0" err="1"/>
              <a:t>mật</a:t>
            </a:r>
            <a:r>
              <a:rPr lang="en-US" altLang="en-US" sz="1200" dirty="0"/>
              <a:t> </a:t>
            </a:r>
            <a:r>
              <a:rPr lang="en-US" altLang="en-US" sz="1200" dirty="0" err="1"/>
              <a:t>mã</a:t>
            </a:r>
            <a:r>
              <a:rPr lang="en-US" altLang="en-US" sz="1200" dirty="0"/>
              <a:t> Caesar. Caesar </a:t>
            </a:r>
            <a:r>
              <a:rPr lang="en-US" altLang="en-US" sz="1200" dirty="0" err="1"/>
              <a:t>đã</a:t>
            </a:r>
            <a:r>
              <a:rPr lang="en-US" altLang="en-US" sz="1200" dirty="0"/>
              <a:t> </a:t>
            </a:r>
            <a:r>
              <a:rPr lang="en-US" altLang="en-US" sz="1200" dirty="0" err="1"/>
              <a:t>sử</a:t>
            </a:r>
            <a:r>
              <a:rPr lang="en-US" altLang="en-US" sz="1200" dirty="0"/>
              <a:t> </a:t>
            </a:r>
            <a:r>
              <a:rPr lang="en-US" altLang="en-US" sz="1200" dirty="0" err="1"/>
              <a:t>dụng</a:t>
            </a:r>
            <a:r>
              <a:rPr lang="en-US" altLang="en-US" sz="1200" dirty="0"/>
              <a:t> </a:t>
            </a:r>
            <a:r>
              <a:rPr lang="en-US" altLang="en-US" sz="1200" dirty="0" err="1"/>
              <a:t>khóa</a:t>
            </a:r>
            <a:r>
              <a:rPr lang="en-US" altLang="en-US" sz="1200" dirty="0"/>
              <a:t> 3 </a:t>
            </a:r>
            <a:r>
              <a:rPr lang="en-US" altLang="en-US" sz="1200" dirty="0" err="1"/>
              <a:t>để</a:t>
            </a:r>
            <a:r>
              <a:rPr lang="en-US" altLang="en-US" sz="1200" dirty="0"/>
              <a:t> </a:t>
            </a:r>
            <a:r>
              <a:rPr lang="en-US" altLang="en-US" sz="1200" dirty="0" err="1"/>
              <a:t>liên</a:t>
            </a:r>
            <a:r>
              <a:rPr lang="en-US" altLang="en-US" sz="1200" dirty="0"/>
              <a:t> </a:t>
            </a:r>
            <a:r>
              <a:rPr lang="en-US" altLang="en-US" sz="1200" dirty="0" err="1"/>
              <a:t>lạc</a:t>
            </a:r>
            <a:r>
              <a:rPr lang="en-US" altLang="en-US" sz="1200" dirty="0"/>
              <a:t> </a:t>
            </a:r>
            <a:r>
              <a:rPr lang="en-US" altLang="en-US" sz="1200" dirty="0" err="1"/>
              <a:t>thông</a:t>
            </a:r>
            <a:r>
              <a:rPr lang="en-US" altLang="en-US" sz="1200" dirty="0"/>
              <a:t> tin.</a:t>
            </a:r>
          </a:p>
          <a:p>
            <a:endParaRPr dirty="0"/>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2361962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18</a:t>
            </a:fld>
            <a:endParaRPr lang="en-US"/>
          </a:p>
        </p:txBody>
      </p:sp>
    </p:spTree>
    <p:extLst>
      <p:ext uri="{BB962C8B-B14F-4D97-AF65-F5344CB8AC3E}">
        <p14:creationId xmlns:p14="http://schemas.microsoft.com/office/powerpoint/2010/main" val="4144845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21</a:t>
            </a:fld>
            <a:endParaRPr lang="en-US"/>
          </a:p>
        </p:txBody>
      </p:sp>
    </p:spTree>
    <p:extLst>
      <p:ext uri="{BB962C8B-B14F-4D97-AF65-F5344CB8AC3E}">
        <p14:creationId xmlns:p14="http://schemas.microsoft.com/office/powerpoint/2010/main" val="470129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AB2FC7A4-3D1B-482D-8C9D-7642A2CE3076}" type="slidenum">
              <a:rPr lang="en-US" smtClean="0"/>
              <a:t>25</a:t>
            </a:fld>
            <a:endParaRPr lang="en-US"/>
          </a:p>
        </p:txBody>
      </p:sp>
    </p:spTree>
    <p:extLst>
      <p:ext uri="{BB962C8B-B14F-4D97-AF65-F5344CB8AC3E}">
        <p14:creationId xmlns:p14="http://schemas.microsoft.com/office/powerpoint/2010/main" val="7197001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3/3/2026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dcode.fr/monoalphabetic-substitution" TargetMode="External"/><Relationship Id="rId2" Type="http://schemas.openxmlformats.org/officeDocument/2006/relationships/hyperlink" Target="https://www.simonsingh.net/The_Black_Chamber/substitutioncrackingtool.htm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17" Type="http://schemas.openxmlformats.org/officeDocument/2006/relationships/customXml" Target="../ink/ink59.xml"/><Relationship Id="rId21" Type="http://schemas.openxmlformats.org/officeDocument/2006/relationships/customXml" Target="../ink/ink11.xml"/><Relationship Id="rId42" Type="http://schemas.openxmlformats.org/officeDocument/2006/relationships/image" Target="../media/image36.png"/><Relationship Id="rId63" Type="http://schemas.openxmlformats.org/officeDocument/2006/relationships/customXml" Target="../ink/ink32.xml"/><Relationship Id="rId84" Type="http://schemas.openxmlformats.org/officeDocument/2006/relationships/image" Target="../media/image57.png"/><Relationship Id="rId138" Type="http://schemas.openxmlformats.org/officeDocument/2006/relationships/customXml" Target="../ink/ink70.xml"/><Relationship Id="rId107" Type="http://schemas.openxmlformats.org/officeDocument/2006/relationships/customXml" Target="../ink/ink54.xml"/><Relationship Id="rId11" Type="http://schemas.openxmlformats.org/officeDocument/2006/relationships/customXml" Target="../ink/ink6.xml"/><Relationship Id="rId32" Type="http://schemas.openxmlformats.org/officeDocument/2006/relationships/image" Target="../media/image31.png"/><Relationship Id="rId53" Type="http://schemas.openxmlformats.org/officeDocument/2006/relationships/customXml" Target="../ink/ink27.xml"/><Relationship Id="rId74" Type="http://schemas.openxmlformats.org/officeDocument/2006/relationships/image" Target="../media/image52.png"/><Relationship Id="rId128" Type="http://schemas.openxmlformats.org/officeDocument/2006/relationships/image" Target="../media/image79.png"/><Relationship Id="rId149" Type="http://schemas.openxmlformats.org/officeDocument/2006/relationships/customXml" Target="../ink/ink76.xml"/><Relationship Id="rId5" Type="http://schemas.openxmlformats.org/officeDocument/2006/relationships/customXml" Target="../ink/ink3.xml"/><Relationship Id="rId95" Type="http://schemas.openxmlformats.org/officeDocument/2006/relationships/customXml" Target="../ink/ink48.xml"/><Relationship Id="rId22" Type="http://schemas.openxmlformats.org/officeDocument/2006/relationships/image" Target="../media/image26.png"/><Relationship Id="rId43" Type="http://schemas.openxmlformats.org/officeDocument/2006/relationships/customXml" Target="../ink/ink22.xml"/><Relationship Id="rId64" Type="http://schemas.openxmlformats.org/officeDocument/2006/relationships/image" Target="../media/image47.png"/><Relationship Id="rId118" Type="http://schemas.openxmlformats.org/officeDocument/2006/relationships/image" Target="../media/image74.png"/><Relationship Id="rId139" Type="http://schemas.openxmlformats.org/officeDocument/2006/relationships/customXml" Target="../ink/ink71.xml"/><Relationship Id="rId80" Type="http://schemas.openxmlformats.org/officeDocument/2006/relationships/image" Target="../media/image55.png"/><Relationship Id="rId85" Type="http://schemas.openxmlformats.org/officeDocument/2006/relationships/customXml" Target="../ink/ink43.xml"/><Relationship Id="rId150" Type="http://schemas.openxmlformats.org/officeDocument/2006/relationships/image" Target="../media/image89.png"/><Relationship Id="rId155" Type="http://schemas.openxmlformats.org/officeDocument/2006/relationships/customXml" Target="../ink/ink79.xml"/><Relationship Id="rId12" Type="http://schemas.openxmlformats.org/officeDocument/2006/relationships/image" Target="../media/image21.png"/><Relationship Id="rId17" Type="http://schemas.openxmlformats.org/officeDocument/2006/relationships/customXml" Target="../ink/ink9.xml"/><Relationship Id="rId33" Type="http://schemas.openxmlformats.org/officeDocument/2006/relationships/customXml" Target="../ink/ink17.xml"/><Relationship Id="rId38" Type="http://schemas.openxmlformats.org/officeDocument/2006/relationships/image" Target="../media/image34.png"/><Relationship Id="rId59" Type="http://schemas.openxmlformats.org/officeDocument/2006/relationships/customXml" Target="../ink/ink30.xml"/><Relationship Id="rId103" Type="http://schemas.openxmlformats.org/officeDocument/2006/relationships/customXml" Target="../ink/ink52.xml"/><Relationship Id="rId108" Type="http://schemas.openxmlformats.org/officeDocument/2006/relationships/image" Target="../media/image69.png"/><Relationship Id="rId124" Type="http://schemas.openxmlformats.org/officeDocument/2006/relationships/image" Target="../media/image77.png"/><Relationship Id="rId129" Type="http://schemas.openxmlformats.org/officeDocument/2006/relationships/customXml" Target="../ink/ink65.xml"/><Relationship Id="rId54" Type="http://schemas.openxmlformats.org/officeDocument/2006/relationships/image" Target="../media/image42.png"/><Relationship Id="rId70" Type="http://schemas.openxmlformats.org/officeDocument/2006/relationships/image" Target="../media/image50.png"/><Relationship Id="rId75" Type="http://schemas.openxmlformats.org/officeDocument/2006/relationships/customXml" Target="../ink/ink38.xml"/><Relationship Id="rId91" Type="http://schemas.openxmlformats.org/officeDocument/2006/relationships/customXml" Target="../ink/ink46.xml"/><Relationship Id="rId96" Type="http://schemas.openxmlformats.org/officeDocument/2006/relationships/image" Target="../media/image63.png"/><Relationship Id="rId140" Type="http://schemas.openxmlformats.org/officeDocument/2006/relationships/image" Target="../media/image84.png"/><Relationship Id="rId145" Type="http://schemas.openxmlformats.org/officeDocument/2006/relationships/customXml" Target="../ink/ink74.xml"/><Relationship Id="rId1" Type="http://schemas.openxmlformats.org/officeDocument/2006/relationships/slideLayout" Target="../slideLayouts/slideLayout3.xml"/><Relationship Id="rId6" Type="http://schemas.openxmlformats.org/officeDocument/2006/relationships/image" Target="../media/image18.png"/><Relationship Id="rId23" Type="http://schemas.openxmlformats.org/officeDocument/2006/relationships/customXml" Target="../ink/ink12.xml"/><Relationship Id="rId28" Type="http://schemas.openxmlformats.org/officeDocument/2006/relationships/image" Target="../media/image29.png"/><Relationship Id="rId49" Type="http://schemas.openxmlformats.org/officeDocument/2006/relationships/customXml" Target="../ink/ink25.xml"/><Relationship Id="rId114" Type="http://schemas.openxmlformats.org/officeDocument/2006/relationships/image" Target="../media/image72.png"/><Relationship Id="rId119" Type="http://schemas.openxmlformats.org/officeDocument/2006/relationships/customXml" Target="../ink/ink60.xml"/><Relationship Id="rId44" Type="http://schemas.openxmlformats.org/officeDocument/2006/relationships/image" Target="../media/image37.png"/><Relationship Id="rId60" Type="http://schemas.openxmlformats.org/officeDocument/2006/relationships/image" Target="../media/image45.png"/><Relationship Id="rId65" Type="http://schemas.openxmlformats.org/officeDocument/2006/relationships/customXml" Target="../ink/ink33.xml"/><Relationship Id="rId81" Type="http://schemas.openxmlformats.org/officeDocument/2006/relationships/customXml" Target="../ink/ink41.xml"/><Relationship Id="rId86" Type="http://schemas.openxmlformats.org/officeDocument/2006/relationships/image" Target="../media/image58.png"/><Relationship Id="rId130" Type="http://schemas.openxmlformats.org/officeDocument/2006/relationships/image" Target="../media/image80.png"/><Relationship Id="rId135" Type="http://schemas.openxmlformats.org/officeDocument/2006/relationships/customXml" Target="../ink/ink68.xml"/><Relationship Id="rId151" Type="http://schemas.openxmlformats.org/officeDocument/2006/relationships/customXml" Target="../ink/ink77.xml"/><Relationship Id="rId156" Type="http://schemas.openxmlformats.org/officeDocument/2006/relationships/image" Target="../media/image92.png"/><Relationship Id="rId13" Type="http://schemas.openxmlformats.org/officeDocument/2006/relationships/customXml" Target="../ink/ink7.xml"/><Relationship Id="rId18" Type="http://schemas.openxmlformats.org/officeDocument/2006/relationships/image" Target="../media/image24.png"/><Relationship Id="rId39" Type="http://schemas.openxmlformats.org/officeDocument/2006/relationships/customXml" Target="../ink/ink20.xml"/><Relationship Id="rId109" Type="http://schemas.openxmlformats.org/officeDocument/2006/relationships/customXml" Target="../ink/ink55.xml"/><Relationship Id="rId34" Type="http://schemas.openxmlformats.org/officeDocument/2006/relationships/image" Target="../media/image32.png"/><Relationship Id="rId50" Type="http://schemas.openxmlformats.org/officeDocument/2006/relationships/image" Target="../media/image40.png"/><Relationship Id="rId55" Type="http://schemas.openxmlformats.org/officeDocument/2006/relationships/customXml" Target="../ink/ink28.xml"/><Relationship Id="rId76" Type="http://schemas.openxmlformats.org/officeDocument/2006/relationships/image" Target="../media/image53.png"/><Relationship Id="rId97" Type="http://schemas.openxmlformats.org/officeDocument/2006/relationships/customXml" Target="../ink/ink49.xml"/><Relationship Id="rId104" Type="http://schemas.openxmlformats.org/officeDocument/2006/relationships/image" Target="../media/image67.png"/><Relationship Id="rId120" Type="http://schemas.openxmlformats.org/officeDocument/2006/relationships/image" Target="../media/image75.png"/><Relationship Id="rId125" Type="http://schemas.openxmlformats.org/officeDocument/2006/relationships/customXml" Target="../ink/ink63.xml"/><Relationship Id="rId141" Type="http://schemas.openxmlformats.org/officeDocument/2006/relationships/customXml" Target="../ink/ink72.xml"/><Relationship Id="rId146" Type="http://schemas.openxmlformats.org/officeDocument/2006/relationships/image" Target="../media/image87.png"/><Relationship Id="rId7" Type="http://schemas.openxmlformats.org/officeDocument/2006/relationships/customXml" Target="../ink/ink4.xml"/><Relationship Id="rId71" Type="http://schemas.openxmlformats.org/officeDocument/2006/relationships/customXml" Target="../ink/ink36.xml"/><Relationship Id="rId92" Type="http://schemas.openxmlformats.org/officeDocument/2006/relationships/image" Target="../media/image61.png"/><Relationship Id="rId2" Type="http://schemas.openxmlformats.org/officeDocument/2006/relationships/notesSlide" Target="../notesSlides/notesSlide4.xml"/><Relationship Id="rId29" Type="http://schemas.openxmlformats.org/officeDocument/2006/relationships/customXml" Target="../ink/ink15.xml"/><Relationship Id="rId24" Type="http://schemas.openxmlformats.org/officeDocument/2006/relationships/image" Target="../media/image27.png"/><Relationship Id="rId40" Type="http://schemas.openxmlformats.org/officeDocument/2006/relationships/image" Target="../media/image35.png"/><Relationship Id="rId45" Type="http://schemas.openxmlformats.org/officeDocument/2006/relationships/customXml" Target="../ink/ink23.xml"/><Relationship Id="rId66" Type="http://schemas.openxmlformats.org/officeDocument/2006/relationships/image" Target="../media/image48.png"/><Relationship Id="rId87" Type="http://schemas.openxmlformats.org/officeDocument/2006/relationships/customXml" Target="../ink/ink44.xml"/><Relationship Id="rId110" Type="http://schemas.openxmlformats.org/officeDocument/2006/relationships/image" Target="../media/image70.png"/><Relationship Id="rId115" Type="http://schemas.openxmlformats.org/officeDocument/2006/relationships/customXml" Target="../ink/ink58.xml"/><Relationship Id="rId131" Type="http://schemas.openxmlformats.org/officeDocument/2006/relationships/customXml" Target="../ink/ink66.xml"/><Relationship Id="rId136" Type="http://schemas.openxmlformats.org/officeDocument/2006/relationships/customXml" Target="../ink/ink69.xml"/><Relationship Id="rId157" Type="http://schemas.openxmlformats.org/officeDocument/2006/relationships/customXml" Target="../ink/ink80.xml"/><Relationship Id="rId61" Type="http://schemas.openxmlformats.org/officeDocument/2006/relationships/customXml" Target="../ink/ink31.xml"/><Relationship Id="rId82" Type="http://schemas.openxmlformats.org/officeDocument/2006/relationships/image" Target="../media/image56.png"/><Relationship Id="rId152" Type="http://schemas.openxmlformats.org/officeDocument/2006/relationships/image" Target="../media/image90.png"/><Relationship Id="rId19" Type="http://schemas.openxmlformats.org/officeDocument/2006/relationships/customXml" Target="../ink/ink10.xml"/><Relationship Id="rId14" Type="http://schemas.openxmlformats.org/officeDocument/2006/relationships/image" Target="../media/image22.png"/><Relationship Id="rId30" Type="http://schemas.openxmlformats.org/officeDocument/2006/relationships/image" Target="../media/image30.png"/><Relationship Id="rId35" Type="http://schemas.openxmlformats.org/officeDocument/2006/relationships/customXml" Target="../ink/ink18.xml"/><Relationship Id="rId56" Type="http://schemas.openxmlformats.org/officeDocument/2006/relationships/image" Target="../media/image43.png"/><Relationship Id="rId77" Type="http://schemas.openxmlformats.org/officeDocument/2006/relationships/customXml" Target="../ink/ink39.xml"/><Relationship Id="rId100" Type="http://schemas.openxmlformats.org/officeDocument/2006/relationships/image" Target="../media/image65.png"/><Relationship Id="rId105" Type="http://schemas.openxmlformats.org/officeDocument/2006/relationships/customXml" Target="../ink/ink53.xml"/><Relationship Id="rId126" Type="http://schemas.openxmlformats.org/officeDocument/2006/relationships/image" Target="../media/image78.png"/><Relationship Id="rId147" Type="http://schemas.openxmlformats.org/officeDocument/2006/relationships/customXml" Target="../ink/ink75.xml"/><Relationship Id="rId8" Type="http://schemas.openxmlformats.org/officeDocument/2006/relationships/image" Target="../media/image19.png"/><Relationship Id="rId51" Type="http://schemas.openxmlformats.org/officeDocument/2006/relationships/customXml" Target="../ink/ink26.xml"/><Relationship Id="rId72" Type="http://schemas.openxmlformats.org/officeDocument/2006/relationships/image" Target="../media/image51.png"/><Relationship Id="rId93" Type="http://schemas.openxmlformats.org/officeDocument/2006/relationships/customXml" Target="../ink/ink47.xml"/><Relationship Id="rId98" Type="http://schemas.openxmlformats.org/officeDocument/2006/relationships/image" Target="../media/image64.png"/><Relationship Id="rId121" Type="http://schemas.openxmlformats.org/officeDocument/2006/relationships/customXml" Target="../ink/ink61.xml"/><Relationship Id="rId142" Type="http://schemas.openxmlformats.org/officeDocument/2006/relationships/image" Target="../media/image85.png"/><Relationship Id="rId3" Type="http://schemas.openxmlformats.org/officeDocument/2006/relationships/customXml" Target="../ink/ink2.xml"/><Relationship Id="rId25" Type="http://schemas.openxmlformats.org/officeDocument/2006/relationships/customXml" Target="../ink/ink13.xml"/><Relationship Id="rId46" Type="http://schemas.openxmlformats.org/officeDocument/2006/relationships/image" Target="../media/image38.png"/><Relationship Id="rId67" Type="http://schemas.openxmlformats.org/officeDocument/2006/relationships/customXml" Target="../ink/ink34.xml"/><Relationship Id="rId116" Type="http://schemas.openxmlformats.org/officeDocument/2006/relationships/image" Target="../media/image73.png"/><Relationship Id="rId137" Type="http://schemas.openxmlformats.org/officeDocument/2006/relationships/image" Target="../media/image83.png"/><Relationship Id="rId158" Type="http://schemas.openxmlformats.org/officeDocument/2006/relationships/image" Target="../media/image93.png"/><Relationship Id="rId20" Type="http://schemas.openxmlformats.org/officeDocument/2006/relationships/image" Target="../media/image25.png"/><Relationship Id="rId41" Type="http://schemas.openxmlformats.org/officeDocument/2006/relationships/customXml" Target="../ink/ink21.xml"/><Relationship Id="rId62" Type="http://schemas.openxmlformats.org/officeDocument/2006/relationships/image" Target="../media/image46.png"/><Relationship Id="rId83" Type="http://schemas.openxmlformats.org/officeDocument/2006/relationships/customXml" Target="../ink/ink42.xml"/><Relationship Id="rId88" Type="http://schemas.openxmlformats.org/officeDocument/2006/relationships/image" Target="../media/image59.png"/><Relationship Id="rId111" Type="http://schemas.openxmlformats.org/officeDocument/2006/relationships/customXml" Target="../ink/ink56.xml"/><Relationship Id="rId132" Type="http://schemas.openxmlformats.org/officeDocument/2006/relationships/image" Target="../media/image81.png"/><Relationship Id="rId153" Type="http://schemas.openxmlformats.org/officeDocument/2006/relationships/customXml" Target="../ink/ink78.xml"/><Relationship Id="rId15" Type="http://schemas.openxmlformats.org/officeDocument/2006/relationships/customXml" Target="../ink/ink8.xml"/><Relationship Id="rId36" Type="http://schemas.openxmlformats.org/officeDocument/2006/relationships/image" Target="../media/image33.png"/><Relationship Id="rId57" Type="http://schemas.openxmlformats.org/officeDocument/2006/relationships/customXml" Target="../ink/ink29.xml"/><Relationship Id="rId106" Type="http://schemas.openxmlformats.org/officeDocument/2006/relationships/image" Target="../media/image68.png"/><Relationship Id="rId127" Type="http://schemas.openxmlformats.org/officeDocument/2006/relationships/customXml" Target="../ink/ink64.xml"/><Relationship Id="rId10" Type="http://schemas.openxmlformats.org/officeDocument/2006/relationships/image" Target="../media/image20.png"/><Relationship Id="rId31" Type="http://schemas.openxmlformats.org/officeDocument/2006/relationships/customXml" Target="../ink/ink16.xml"/><Relationship Id="rId52" Type="http://schemas.openxmlformats.org/officeDocument/2006/relationships/image" Target="../media/image41.png"/><Relationship Id="rId73" Type="http://schemas.openxmlformats.org/officeDocument/2006/relationships/customXml" Target="../ink/ink37.xml"/><Relationship Id="rId78" Type="http://schemas.openxmlformats.org/officeDocument/2006/relationships/image" Target="../media/image54.png"/><Relationship Id="rId94" Type="http://schemas.openxmlformats.org/officeDocument/2006/relationships/image" Target="../media/image62.png"/><Relationship Id="rId99" Type="http://schemas.openxmlformats.org/officeDocument/2006/relationships/customXml" Target="../ink/ink50.xml"/><Relationship Id="rId101" Type="http://schemas.openxmlformats.org/officeDocument/2006/relationships/customXml" Target="../ink/ink51.xml"/><Relationship Id="rId122" Type="http://schemas.openxmlformats.org/officeDocument/2006/relationships/image" Target="../media/image76.png"/><Relationship Id="rId143" Type="http://schemas.openxmlformats.org/officeDocument/2006/relationships/customXml" Target="../ink/ink73.xml"/><Relationship Id="rId148" Type="http://schemas.openxmlformats.org/officeDocument/2006/relationships/image" Target="../media/image88.png"/><Relationship Id="rId4" Type="http://schemas.openxmlformats.org/officeDocument/2006/relationships/image" Target="../media/image17.png"/><Relationship Id="rId9" Type="http://schemas.openxmlformats.org/officeDocument/2006/relationships/customXml" Target="../ink/ink5.xml"/><Relationship Id="rId26" Type="http://schemas.openxmlformats.org/officeDocument/2006/relationships/image" Target="../media/image28.png"/><Relationship Id="rId47" Type="http://schemas.openxmlformats.org/officeDocument/2006/relationships/customXml" Target="../ink/ink24.xml"/><Relationship Id="rId68" Type="http://schemas.openxmlformats.org/officeDocument/2006/relationships/image" Target="../media/image49.png"/><Relationship Id="rId89" Type="http://schemas.openxmlformats.org/officeDocument/2006/relationships/customXml" Target="../ink/ink45.xml"/><Relationship Id="rId112" Type="http://schemas.openxmlformats.org/officeDocument/2006/relationships/image" Target="../media/image71.png"/><Relationship Id="rId133" Type="http://schemas.openxmlformats.org/officeDocument/2006/relationships/customXml" Target="../ink/ink67.xml"/><Relationship Id="rId154" Type="http://schemas.openxmlformats.org/officeDocument/2006/relationships/image" Target="../media/image91.png"/><Relationship Id="rId16" Type="http://schemas.openxmlformats.org/officeDocument/2006/relationships/image" Target="../media/image23.png"/><Relationship Id="rId37" Type="http://schemas.openxmlformats.org/officeDocument/2006/relationships/customXml" Target="../ink/ink19.xml"/><Relationship Id="rId58" Type="http://schemas.openxmlformats.org/officeDocument/2006/relationships/image" Target="../media/image44.png"/><Relationship Id="rId79" Type="http://schemas.openxmlformats.org/officeDocument/2006/relationships/customXml" Target="../ink/ink40.xml"/><Relationship Id="rId102" Type="http://schemas.openxmlformats.org/officeDocument/2006/relationships/image" Target="../media/image66.png"/><Relationship Id="rId123" Type="http://schemas.openxmlformats.org/officeDocument/2006/relationships/customXml" Target="../ink/ink62.xml"/><Relationship Id="rId144" Type="http://schemas.openxmlformats.org/officeDocument/2006/relationships/image" Target="../media/image86.png"/><Relationship Id="rId90" Type="http://schemas.openxmlformats.org/officeDocument/2006/relationships/image" Target="../media/image60.png"/><Relationship Id="rId27" Type="http://schemas.openxmlformats.org/officeDocument/2006/relationships/customXml" Target="../ink/ink14.xml"/><Relationship Id="rId48" Type="http://schemas.openxmlformats.org/officeDocument/2006/relationships/image" Target="../media/image39.png"/><Relationship Id="rId69" Type="http://schemas.openxmlformats.org/officeDocument/2006/relationships/customXml" Target="../ink/ink35.xml"/><Relationship Id="rId113" Type="http://schemas.openxmlformats.org/officeDocument/2006/relationships/customXml" Target="../ink/ink57.xml"/><Relationship Id="rId134" Type="http://schemas.openxmlformats.org/officeDocument/2006/relationships/image" Target="../media/image82.png"/></Relationships>
</file>

<file path=ppt/slides/_rels/slide2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Text&#10;&#10;Description automatically generated">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12" y="317038"/>
            <a:ext cx="2576374" cy="936215"/>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LÝ THUYẾT MẬT MÃ </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TS. TẠ KIM HUỆ </a:t>
            </a:r>
          </a:p>
          <a:p>
            <a:r>
              <a:rPr lang="en-US" sz="2800" b="0" dirty="0"/>
              <a:t>TRƯỜNG ĐIỆN – ĐIỆN TỬ </a:t>
            </a:r>
          </a:p>
          <a:p>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CHƯƠNG 1: GIỚI THIỆU </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r>
              <a:rPr lang="en-US" dirty="0" err="1"/>
              <a:t>Tổng</a:t>
            </a:r>
            <a:r>
              <a:rPr lang="en-US" dirty="0"/>
              <a:t> </a:t>
            </a:r>
            <a:r>
              <a:rPr lang="en-US" dirty="0" err="1"/>
              <a:t>quan</a:t>
            </a:r>
            <a:r>
              <a:rPr lang="en-US" dirty="0"/>
              <a:t> </a:t>
            </a:r>
            <a:r>
              <a:rPr lang="en-US" dirty="0" err="1"/>
              <a:t>và</a:t>
            </a:r>
            <a:r>
              <a:rPr lang="en-US" dirty="0"/>
              <a:t> </a:t>
            </a:r>
            <a:r>
              <a:rPr lang="en-US" dirty="0" err="1"/>
              <a:t>cơ</a:t>
            </a:r>
            <a:r>
              <a:rPr lang="en-US" dirty="0"/>
              <a:t> </a:t>
            </a:r>
            <a:r>
              <a:rPr lang="en-US" dirty="0" err="1"/>
              <a:t>sở</a:t>
            </a:r>
            <a:r>
              <a:rPr lang="en-US" dirty="0"/>
              <a:t> </a:t>
            </a:r>
            <a:r>
              <a:rPr lang="en-US" dirty="0" err="1"/>
              <a:t>lý</a:t>
            </a:r>
            <a:r>
              <a:rPr lang="en-US" dirty="0"/>
              <a:t> </a:t>
            </a:r>
            <a:r>
              <a:rPr lang="en-US" dirty="0" err="1"/>
              <a:t>thuyết</a:t>
            </a:r>
            <a:r>
              <a:rPr lang="en-US" dirty="0"/>
              <a:t> </a:t>
            </a:r>
          </a:p>
          <a:p>
            <a:r>
              <a:rPr lang="en-US" dirty="0" err="1"/>
              <a:t>Mật</a:t>
            </a:r>
            <a:r>
              <a:rPr lang="en-US" dirty="0"/>
              <a:t> </a:t>
            </a:r>
            <a:r>
              <a:rPr lang="en-US" dirty="0" err="1"/>
              <a:t>mã</a:t>
            </a:r>
            <a:r>
              <a:rPr lang="en-US" dirty="0"/>
              <a:t> </a:t>
            </a:r>
            <a:r>
              <a:rPr lang="en-US" dirty="0" err="1"/>
              <a:t>dòng</a:t>
            </a:r>
            <a:r>
              <a:rPr lang="en-US" dirty="0"/>
              <a:t> </a:t>
            </a:r>
          </a:p>
          <a:p>
            <a:r>
              <a:rPr lang="en-US" dirty="0" err="1"/>
              <a:t>Mật</a:t>
            </a:r>
            <a:r>
              <a:rPr lang="en-US" dirty="0"/>
              <a:t> </a:t>
            </a:r>
            <a:r>
              <a:rPr lang="en-US" dirty="0" err="1"/>
              <a:t>mã</a:t>
            </a:r>
            <a:r>
              <a:rPr lang="en-US" dirty="0"/>
              <a:t> </a:t>
            </a:r>
            <a:r>
              <a:rPr lang="en-US" dirty="0" err="1"/>
              <a:t>khối</a:t>
            </a:r>
            <a:r>
              <a:rPr lang="en-US" dirty="0"/>
              <a:t> </a:t>
            </a:r>
          </a:p>
          <a:p>
            <a:r>
              <a:rPr lang="en-US" dirty="0" err="1"/>
              <a:t>Hàm</a:t>
            </a:r>
            <a:r>
              <a:rPr lang="en-US" dirty="0"/>
              <a:t> </a:t>
            </a:r>
            <a:r>
              <a:rPr lang="en-US" dirty="0" err="1"/>
              <a:t>băm</a:t>
            </a:r>
            <a:r>
              <a:rPr lang="en-US" dirty="0"/>
              <a:t> </a:t>
            </a:r>
          </a:p>
          <a:p>
            <a:r>
              <a:rPr lang="en-US" dirty="0" err="1"/>
              <a:t>Chữ</a:t>
            </a:r>
            <a:r>
              <a:rPr lang="en-US" dirty="0"/>
              <a:t> </a:t>
            </a:r>
            <a:r>
              <a:rPr lang="en-US" dirty="0" err="1"/>
              <a:t>ký</a:t>
            </a:r>
            <a:r>
              <a:rPr lang="en-US" dirty="0"/>
              <a:t> </a:t>
            </a:r>
            <a:r>
              <a:rPr lang="en-US" dirty="0" err="1"/>
              <a:t>số</a:t>
            </a:r>
            <a:r>
              <a:rPr lang="en-US" dirty="0"/>
              <a:t> </a:t>
            </a:r>
          </a:p>
          <a:p>
            <a:r>
              <a:rPr lang="en-US" dirty="0" err="1"/>
              <a:t>Mã</a:t>
            </a:r>
            <a:r>
              <a:rPr lang="en-US" dirty="0"/>
              <a:t> </a:t>
            </a:r>
            <a:r>
              <a:rPr lang="en-US" dirty="0" err="1"/>
              <a:t>khoá</a:t>
            </a:r>
            <a:r>
              <a:rPr lang="en-US" dirty="0"/>
              <a:t> </a:t>
            </a:r>
            <a:r>
              <a:rPr lang="en-US" dirty="0" err="1"/>
              <a:t>bất</a:t>
            </a:r>
            <a:r>
              <a:rPr lang="en-US" dirty="0"/>
              <a:t> </a:t>
            </a:r>
            <a:r>
              <a:rPr lang="en-US" dirty="0" err="1"/>
              <a:t>đối</a:t>
            </a:r>
            <a:r>
              <a:rPr lang="en-US" dirty="0"/>
              <a:t> </a:t>
            </a:r>
            <a:r>
              <a:rPr lang="en-US" dirty="0" err="1"/>
              <a:t>xứng</a:t>
            </a:r>
            <a:r>
              <a:rPr lang="en-US" dirty="0"/>
              <a:t> </a:t>
            </a:r>
          </a:p>
          <a:p>
            <a:endParaRPr lang="en-US" dirty="0"/>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ECD52C-630E-D591-72C8-2A00465F48FC}"/>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6" name="Title 5">
            <a:extLst>
              <a:ext uri="{FF2B5EF4-FFF2-40B4-BE49-F238E27FC236}">
                <a16:creationId xmlns:a16="http://schemas.microsoft.com/office/drawing/2014/main" id="{C9463638-5DC4-7139-1BA9-C409F3E47138}"/>
              </a:ext>
            </a:extLst>
          </p:cNvPr>
          <p:cNvSpPr>
            <a:spLocks noGrp="1"/>
          </p:cNvSpPr>
          <p:nvPr>
            <p:ph type="title"/>
          </p:nvPr>
        </p:nvSpPr>
        <p:spPr/>
        <p:txBody>
          <a:bodyPr/>
          <a:lstStyle/>
          <a:p>
            <a:r>
              <a:rPr lang="en-US"/>
              <a:t>Lịch sử </a:t>
            </a:r>
            <a:endParaRPr lang="en-US" dirty="0"/>
          </a:p>
        </p:txBody>
      </p:sp>
      <p:sp>
        <p:nvSpPr>
          <p:cNvPr id="8" name="Content Placeholder 2">
            <a:extLst>
              <a:ext uri="{FF2B5EF4-FFF2-40B4-BE49-F238E27FC236}">
                <a16:creationId xmlns:a16="http://schemas.microsoft.com/office/drawing/2014/main" id="{DC6D441D-E94E-E269-23AE-6918B1E4A1E7}"/>
              </a:ext>
            </a:extLst>
          </p:cNvPr>
          <p:cNvSpPr txBox="1">
            <a:spLocks/>
          </p:cNvSpPr>
          <p:nvPr/>
        </p:nvSpPr>
        <p:spPr>
          <a:xfrm>
            <a:off x="457200" y="1504950"/>
            <a:ext cx="8229600" cy="29372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David Kahn,   “The code breakers”   </a:t>
            </a:r>
            <a:r>
              <a:rPr lang="en-US" sz="2400"/>
              <a:t>(1996)</a:t>
            </a:r>
            <a:endParaRPr lang="en-US" sz="2400" dirty="0"/>
          </a:p>
        </p:txBody>
      </p:sp>
      <p:pic>
        <p:nvPicPr>
          <p:cNvPr id="9" name="Picture 8">
            <a:extLst>
              <a:ext uri="{FF2B5EF4-FFF2-40B4-BE49-F238E27FC236}">
                <a16:creationId xmlns:a16="http://schemas.microsoft.com/office/drawing/2014/main" id="{E4AE7DE9-F000-E05D-786E-4161C9E02C6C}"/>
              </a:ext>
            </a:extLst>
          </p:cNvPr>
          <p:cNvPicPr>
            <a:picLocks noChangeAspect="1"/>
          </p:cNvPicPr>
          <p:nvPr/>
        </p:nvPicPr>
        <p:blipFill>
          <a:blip r:embed="rId2"/>
          <a:stretch>
            <a:fillRect/>
          </a:stretch>
        </p:blipFill>
        <p:spPr>
          <a:xfrm>
            <a:off x="3581400" y="2495550"/>
            <a:ext cx="1694923" cy="2444750"/>
          </a:xfrm>
          <a:prstGeom prst="rect">
            <a:avLst/>
          </a:prstGeom>
        </p:spPr>
      </p:pic>
    </p:spTree>
    <p:extLst>
      <p:ext uri="{BB962C8B-B14F-4D97-AF65-F5344CB8AC3E}">
        <p14:creationId xmlns:p14="http://schemas.microsoft.com/office/powerpoint/2010/main" val="2544108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E5B73B-6A62-4508-53EC-CF0E338CC741}"/>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ECB3CD88-554E-4B4E-4366-AE849066FE60}"/>
              </a:ext>
            </a:extLst>
          </p:cNvPr>
          <p:cNvSpPr>
            <a:spLocks noGrp="1"/>
          </p:cNvSpPr>
          <p:nvPr>
            <p:ph type="title"/>
          </p:nvPr>
        </p:nvSpPr>
        <p:spPr/>
        <p:txBody>
          <a:bodyPr/>
          <a:lstStyle/>
          <a:p>
            <a:r>
              <a:rPr lang="en-US" dirty="0"/>
              <a:t>M</a:t>
            </a:r>
            <a:r>
              <a:rPr lang="en-VN" dirty="0"/>
              <a:t>ật mã nguyên thuỷ </a:t>
            </a:r>
            <a:endParaRPr dirty="0"/>
          </a:p>
        </p:txBody>
      </p:sp>
      <p:sp>
        <p:nvSpPr>
          <p:cNvPr id="4" name="Content Placeholder 3">
            <a:extLst>
              <a:ext uri="{FF2B5EF4-FFF2-40B4-BE49-F238E27FC236}">
                <a16:creationId xmlns:a16="http://schemas.microsoft.com/office/drawing/2014/main" id="{BF1F9710-7DA7-3BE3-D550-A25F2B3DF85A}"/>
              </a:ext>
            </a:extLst>
          </p:cNvPr>
          <p:cNvSpPr>
            <a:spLocks noGrp="1"/>
          </p:cNvSpPr>
          <p:nvPr>
            <p:ph sz="quarter" idx="13"/>
          </p:nvPr>
        </p:nvSpPr>
        <p:spPr>
          <a:xfrm>
            <a:off x="235077" y="841247"/>
            <a:ext cx="8674100" cy="5579431"/>
          </a:xfrm>
        </p:spPr>
        <p:txBody>
          <a:bodyPr/>
          <a:lstStyle/>
          <a:p>
            <a:r>
              <a:rPr lang="en-US" dirty="0">
                <a:solidFill>
                  <a:srgbClr val="0033CC"/>
                </a:solidFill>
              </a:rPr>
              <a:t>Substitution Ciphers : </a:t>
            </a:r>
            <a:r>
              <a:rPr lang="vi-VN" dirty="0"/>
              <a:t>Một mật mã thay thế thay thế một ký hiệu bằng một ký hiệu khác. Mật mã thay thế có thể được phân loại là mật mã đơn </a:t>
            </a:r>
            <a:r>
              <a:rPr lang="en-US" dirty="0" err="1"/>
              <a:t>ký</a:t>
            </a:r>
            <a:r>
              <a:rPr lang="en-US" dirty="0"/>
              <a:t> </a:t>
            </a:r>
            <a:r>
              <a:rPr lang="en-US" dirty="0" err="1"/>
              <a:t>tự</a:t>
            </a:r>
            <a:r>
              <a:rPr lang="vi-VN" dirty="0"/>
              <a:t> hoặc mật mã đa </a:t>
            </a:r>
            <a:r>
              <a:rPr lang="en-US" dirty="0" err="1"/>
              <a:t>ký</a:t>
            </a:r>
            <a:r>
              <a:rPr lang="en-US" dirty="0"/>
              <a:t> </a:t>
            </a:r>
            <a:r>
              <a:rPr lang="en-US" dirty="0" err="1"/>
              <a:t>tự</a:t>
            </a:r>
            <a:r>
              <a:rPr lang="vi-VN" dirty="0"/>
              <a:t>.</a:t>
            </a:r>
            <a:endParaRPr lang="en-US" dirty="0">
              <a:solidFill>
                <a:srgbClr val="0033CC"/>
              </a:solidFill>
            </a:endParaRPr>
          </a:p>
          <a:p>
            <a:r>
              <a:rPr lang="en-US" altLang="en-US" sz="2800" i="0" baseline="0" dirty="0">
                <a:solidFill>
                  <a:srgbClr val="0033CC"/>
                </a:solidFill>
              </a:rPr>
              <a:t>Monoalphabetic Ciphers: </a:t>
            </a:r>
            <a:r>
              <a:rPr lang="en-US" altLang="en-US" sz="2800" dirty="0"/>
              <a:t>Trong </a:t>
            </a:r>
            <a:r>
              <a:rPr lang="en-US" altLang="en-US" sz="2800" dirty="0" err="1"/>
              <a:t>phép</a:t>
            </a:r>
            <a:r>
              <a:rPr lang="en-US" altLang="en-US" sz="2800" dirty="0"/>
              <a:t> </a:t>
            </a:r>
            <a:r>
              <a:rPr lang="en-US" altLang="en-US" sz="2800" dirty="0" err="1"/>
              <a:t>thay</a:t>
            </a:r>
            <a:r>
              <a:rPr lang="en-US" altLang="en-US" sz="2800" dirty="0"/>
              <a:t> </a:t>
            </a:r>
            <a:r>
              <a:rPr lang="en-US" altLang="en-US" sz="2800" dirty="0" err="1"/>
              <a:t>thế</a:t>
            </a:r>
            <a:r>
              <a:rPr lang="en-US" altLang="en-US" sz="2800" dirty="0"/>
              <a:t> </a:t>
            </a:r>
            <a:r>
              <a:rPr lang="en-US" altLang="en-US" sz="2800" dirty="0" err="1"/>
              <a:t>đơn</a:t>
            </a:r>
            <a:r>
              <a:rPr lang="en-US" altLang="en-US" sz="2800" dirty="0"/>
              <a:t> </a:t>
            </a:r>
            <a:r>
              <a:rPr lang="en-US" altLang="en-US" sz="2800" dirty="0" err="1"/>
              <a:t>ký</a:t>
            </a:r>
            <a:r>
              <a:rPr lang="en-US" altLang="en-US" sz="2800" dirty="0"/>
              <a:t> </a:t>
            </a:r>
            <a:r>
              <a:rPr lang="en-US" altLang="en-US" sz="2800" dirty="0" err="1"/>
              <a:t>tự</a:t>
            </a:r>
            <a:r>
              <a:rPr lang="en-US" altLang="en-US" sz="2800" dirty="0"/>
              <a:t>, </a:t>
            </a:r>
            <a:r>
              <a:rPr lang="en-US" altLang="en-US" sz="2800" dirty="0" err="1"/>
              <a:t>mối</a:t>
            </a:r>
            <a:r>
              <a:rPr lang="en-US" altLang="en-US" sz="2800" dirty="0"/>
              <a:t> </a:t>
            </a:r>
            <a:r>
              <a:rPr lang="en-US" altLang="en-US" sz="2800" dirty="0" err="1"/>
              <a:t>quan</a:t>
            </a:r>
            <a:r>
              <a:rPr lang="en-US" altLang="en-US" sz="2800" dirty="0"/>
              <a:t> </a:t>
            </a:r>
            <a:r>
              <a:rPr lang="en-US" altLang="en-US" sz="2800" dirty="0" err="1"/>
              <a:t>hệ</a:t>
            </a:r>
            <a:r>
              <a:rPr lang="en-US" altLang="en-US" sz="2800" dirty="0"/>
              <a:t> </a:t>
            </a:r>
            <a:r>
              <a:rPr lang="en-US" altLang="en-US" sz="2800" dirty="0" err="1"/>
              <a:t>giữa</a:t>
            </a:r>
            <a:r>
              <a:rPr lang="en-US" altLang="en-US" sz="2800" dirty="0"/>
              <a:t> </a:t>
            </a:r>
            <a:r>
              <a:rPr lang="en-US" altLang="en-US" sz="2800" dirty="0" err="1"/>
              <a:t>một</a:t>
            </a:r>
            <a:r>
              <a:rPr lang="en-US" altLang="en-US" sz="2800" dirty="0"/>
              <a:t> </a:t>
            </a:r>
            <a:r>
              <a:rPr lang="en-US" altLang="en-US" sz="2800" dirty="0" err="1"/>
              <a:t>ký</a:t>
            </a:r>
            <a:r>
              <a:rPr lang="en-US" altLang="en-US" sz="2800" dirty="0"/>
              <a:t> </a:t>
            </a:r>
            <a:r>
              <a:rPr lang="en-US" altLang="en-US" sz="2800" dirty="0" err="1"/>
              <a:t>hiệu</a:t>
            </a:r>
            <a:r>
              <a:rPr lang="en-US" altLang="en-US" sz="2800" dirty="0"/>
              <a:t> </a:t>
            </a:r>
            <a:r>
              <a:rPr lang="en-US" altLang="en-US" sz="2800" dirty="0" err="1"/>
              <a:t>trong</a:t>
            </a:r>
            <a:r>
              <a:rPr lang="en-US" altLang="en-US" sz="2800" dirty="0"/>
              <a:t> </a:t>
            </a:r>
            <a:r>
              <a:rPr lang="en-US" altLang="en-US" sz="2800" dirty="0" err="1"/>
              <a:t>bản</a:t>
            </a:r>
            <a:r>
              <a:rPr lang="en-US" altLang="en-US" sz="2800" dirty="0"/>
              <a:t> </a:t>
            </a:r>
            <a:r>
              <a:rPr lang="en-US" altLang="en-US" sz="2800" dirty="0" err="1"/>
              <a:t>rõ</a:t>
            </a:r>
            <a:r>
              <a:rPr lang="en-US" altLang="en-US" sz="2800" dirty="0"/>
              <a:t> </a:t>
            </a:r>
            <a:r>
              <a:rPr lang="en-US" altLang="en-US" sz="2800" dirty="0" err="1"/>
              <a:t>với</a:t>
            </a:r>
            <a:r>
              <a:rPr lang="en-US" altLang="en-US" sz="2800" dirty="0"/>
              <a:t> </a:t>
            </a:r>
            <a:r>
              <a:rPr lang="en-US" altLang="en-US" sz="2800" dirty="0" err="1"/>
              <a:t>một</a:t>
            </a:r>
            <a:r>
              <a:rPr lang="en-US" altLang="en-US" sz="2800" dirty="0"/>
              <a:t> </a:t>
            </a:r>
            <a:r>
              <a:rPr lang="en-US" altLang="en-US" sz="2800" dirty="0" err="1"/>
              <a:t>ký</a:t>
            </a:r>
            <a:r>
              <a:rPr lang="en-US" altLang="en-US" sz="2800" dirty="0"/>
              <a:t> </a:t>
            </a:r>
            <a:r>
              <a:rPr lang="en-US" altLang="en-US" sz="2800" dirty="0" err="1"/>
              <a:t>hiệu</a:t>
            </a:r>
            <a:r>
              <a:rPr lang="en-US" altLang="en-US" sz="2800" dirty="0"/>
              <a:t> </a:t>
            </a:r>
            <a:r>
              <a:rPr lang="en-US" altLang="en-US" sz="2800" dirty="0" err="1"/>
              <a:t>trong</a:t>
            </a:r>
            <a:r>
              <a:rPr lang="en-US" altLang="en-US" sz="2800" dirty="0"/>
              <a:t> </a:t>
            </a:r>
            <a:r>
              <a:rPr lang="en-US" altLang="en-US" sz="2800" dirty="0" err="1"/>
              <a:t>bản</a:t>
            </a:r>
            <a:r>
              <a:rPr lang="en-US" altLang="en-US" sz="2800" dirty="0"/>
              <a:t> </a:t>
            </a:r>
            <a:r>
              <a:rPr lang="en-US" altLang="en-US" sz="2800" dirty="0" err="1"/>
              <a:t>mã</a:t>
            </a:r>
            <a:r>
              <a:rPr lang="en-US" altLang="en-US" sz="2800" dirty="0"/>
              <a:t> </a:t>
            </a:r>
            <a:r>
              <a:rPr lang="en-US" altLang="en-US" sz="2800" dirty="0" err="1"/>
              <a:t>luôn</a:t>
            </a:r>
            <a:r>
              <a:rPr lang="en-US" altLang="en-US" sz="2800" dirty="0"/>
              <a:t> </a:t>
            </a:r>
            <a:r>
              <a:rPr lang="en-US" altLang="en-US" sz="2800" dirty="0" err="1"/>
              <a:t>là</a:t>
            </a:r>
            <a:r>
              <a:rPr lang="en-US" altLang="en-US" sz="2800" dirty="0"/>
              <a:t> </a:t>
            </a:r>
            <a:r>
              <a:rPr lang="en-US" altLang="en-US" sz="2800" dirty="0" err="1"/>
              <a:t>một-một</a:t>
            </a:r>
            <a:r>
              <a:rPr lang="en-US" altLang="en-US" sz="2800" dirty="0"/>
              <a:t>.</a:t>
            </a:r>
            <a:endParaRPr lang="fr-FR" altLang="en-US" dirty="0">
              <a:solidFill>
                <a:srgbClr val="0033CC"/>
              </a:solidFill>
            </a:endParaRPr>
          </a:p>
          <a:p>
            <a:r>
              <a:rPr lang="fr-FR" altLang="en-US" dirty="0" err="1">
                <a:solidFill>
                  <a:srgbClr val="0033CC"/>
                </a:solidFill>
              </a:rPr>
              <a:t>Polyalphabetic</a:t>
            </a:r>
            <a:r>
              <a:rPr lang="fr-FR" altLang="en-US" sz="2800" i="0" baseline="0" dirty="0">
                <a:solidFill>
                  <a:srgbClr val="0033CC"/>
                </a:solidFill>
              </a:rPr>
              <a:t> </a:t>
            </a:r>
            <a:r>
              <a:rPr lang="fr-FR" altLang="en-US" sz="2800" i="0" baseline="0" dirty="0" err="1">
                <a:solidFill>
                  <a:srgbClr val="0033CC"/>
                </a:solidFill>
              </a:rPr>
              <a:t>Ciphers</a:t>
            </a:r>
            <a:r>
              <a:rPr lang="fr-FR" altLang="en-US" sz="2800" i="0" baseline="0" dirty="0">
                <a:solidFill>
                  <a:srgbClr val="0033CC"/>
                </a:solidFill>
              </a:rPr>
              <a:t>: </a:t>
            </a:r>
            <a:r>
              <a:rPr lang="en-US" altLang="en-US" b="0" i="0" baseline="0" dirty="0" err="1"/>
              <a:t>Trong</a:t>
            </a:r>
            <a:r>
              <a:rPr lang="en-US" altLang="en-US" b="0" i="0" baseline="0" dirty="0"/>
              <a:t> </a:t>
            </a:r>
            <a:r>
              <a:rPr lang="en-US" altLang="en-US" b="0" i="0" baseline="0" dirty="0" err="1"/>
              <a:t>thay</a:t>
            </a:r>
            <a:r>
              <a:rPr lang="en-US" altLang="en-US" b="0" i="0" baseline="0" dirty="0"/>
              <a:t> </a:t>
            </a:r>
            <a:r>
              <a:rPr lang="en-US" altLang="en-US" b="0" i="0" baseline="0" dirty="0" err="1"/>
              <a:t>thế</a:t>
            </a:r>
            <a:r>
              <a:rPr lang="en-US" altLang="en-US" b="0" i="0" baseline="0" dirty="0"/>
              <a:t> </a:t>
            </a:r>
            <a:r>
              <a:rPr lang="en-US" altLang="en-US" b="0" i="0" baseline="0" dirty="0" err="1"/>
              <a:t>đa</a:t>
            </a:r>
            <a:r>
              <a:rPr lang="en-US" altLang="en-US" b="0" i="0" baseline="0" dirty="0"/>
              <a:t> </a:t>
            </a:r>
            <a:r>
              <a:rPr lang="en-US" altLang="en-US" b="0" i="0" baseline="0" dirty="0" err="1"/>
              <a:t>chữ</a:t>
            </a:r>
            <a:r>
              <a:rPr lang="en-US" altLang="en-US" b="0" i="0" baseline="0" dirty="0"/>
              <a:t> </a:t>
            </a:r>
            <a:r>
              <a:rPr lang="en-US" altLang="en-US" b="0" i="0" baseline="0" dirty="0" err="1"/>
              <a:t>cái</a:t>
            </a:r>
            <a:r>
              <a:rPr lang="en-US" altLang="en-US" b="0" i="0" baseline="0" dirty="0"/>
              <a:t>, </a:t>
            </a:r>
            <a:r>
              <a:rPr lang="en-US" altLang="en-US" b="0" i="0" baseline="0" dirty="0" err="1"/>
              <a:t>mỗi</a:t>
            </a:r>
            <a:r>
              <a:rPr lang="en-US" altLang="en-US" b="0" i="0" baseline="0" dirty="0"/>
              <a:t> </a:t>
            </a:r>
            <a:r>
              <a:rPr lang="en-US" altLang="en-US" b="0" i="0" baseline="0" dirty="0" err="1"/>
              <a:t>lần</a:t>
            </a:r>
            <a:r>
              <a:rPr lang="en-US" altLang="en-US" b="0" i="0" baseline="0" dirty="0"/>
              <a:t> </a:t>
            </a:r>
            <a:r>
              <a:rPr lang="en-US" altLang="en-US" b="0" i="0" baseline="0" dirty="0" err="1"/>
              <a:t>xuất</a:t>
            </a:r>
            <a:r>
              <a:rPr lang="en-US" altLang="en-US" b="0" i="0" baseline="0" dirty="0"/>
              <a:t> </a:t>
            </a:r>
            <a:r>
              <a:rPr lang="en-US" altLang="en-US" b="0" i="0" baseline="0" dirty="0" err="1"/>
              <a:t>hiện</a:t>
            </a:r>
            <a:r>
              <a:rPr lang="en-US" altLang="en-US" b="0" i="0" baseline="0" dirty="0"/>
              <a:t> </a:t>
            </a:r>
            <a:r>
              <a:rPr lang="en-US" altLang="en-US" b="0" i="0" baseline="0" dirty="0" err="1"/>
              <a:t>của</a:t>
            </a:r>
            <a:r>
              <a:rPr lang="en-US" altLang="en-US" b="0" i="0" baseline="0" dirty="0"/>
              <a:t> </a:t>
            </a:r>
            <a:r>
              <a:rPr lang="en-US" altLang="en-US" b="0" i="0" baseline="0" dirty="0" err="1"/>
              <a:t>một</a:t>
            </a:r>
            <a:r>
              <a:rPr lang="en-US" altLang="en-US" b="0" i="0" baseline="0" dirty="0"/>
              <a:t> </a:t>
            </a:r>
            <a:r>
              <a:rPr lang="en-US" altLang="en-US" b="0" i="0" baseline="0" dirty="0" err="1"/>
              <a:t>ký</a:t>
            </a:r>
            <a:r>
              <a:rPr lang="en-US" altLang="en-US" b="0" i="0" baseline="0" dirty="0"/>
              <a:t> </a:t>
            </a:r>
            <a:r>
              <a:rPr lang="en-US" altLang="en-US" b="0" i="0" baseline="0" dirty="0" err="1"/>
              <a:t>tự</a:t>
            </a:r>
            <a:r>
              <a:rPr lang="en-US" altLang="en-US" b="0" i="0" baseline="0" dirty="0"/>
              <a:t> </a:t>
            </a:r>
            <a:r>
              <a:rPr lang="en-US" altLang="en-US" b="0" i="0" baseline="0" dirty="0" err="1"/>
              <a:t>có</a:t>
            </a:r>
            <a:r>
              <a:rPr lang="en-US" altLang="en-US" b="0" i="0" baseline="0" dirty="0"/>
              <a:t> </a:t>
            </a:r>
            <a:r>
              <a:rPr lang="en-US" altLang="en-US" b="0" i="0" baseline="0" dirty="0" err="1"/>
              <a:t>thể</a:t>
            </a:r>
            <a:r>
              <a:rPr lang="en-US" altLang="en-US" b="0" i="0" baseline="0" dirty="0"/>
              <a:t> </a:t>
            </a:r>
            <a:r>
              <a:rPr lang="en-US" altLang="en-US" b="0" i="0" baseline="0" dirty="0" err="1"/>
              <a:t>có</a:t>
            </a:r>
            <a:r>
              <a:rPr lang="en-US" altLang="en-US" b="0" i="0" baseline="0" dirty="0"/>
              <a:t> </a:t>
            </a:r>
            <a:r>
              <a:rPr lang="en-US" altLang="en-US" b="0" i="0" baseline="0" dirty="0" err="1"/>
              <a:t>một</a:t>
            </a:r>
            <a:r>
              <a:rPr lang="en-US" altLang="en-US" b="0" i="0" baseline="0" dirty="0"/>
              <a:t> </a:t>
            </a:r>
            <a:r>
              <a:rPr lang="en-US" altLang="en-US" b="0" i="0" baseline="0" dirty="0" err="1"/>
              <a:t>thay</a:t>
            </a:r>
            <a:r>
              <a:rPr lang="en-US" altLang="en-US" b="0" i="0" baseline="0" dirty="0"/>
              <a:t> </a:t>
            </a:r>
            <a:r>
              <a:rPr lang="en-US" altLang="en-US" b="0" i="0" baseline="0" dirty="0" err="1"/>
              <a:t>thế</a:t>
            </a:r>
            <a:r>
              <a:rPr lang="en-US" altLang="en-US" b="0" i="0" baseline="0" dirty="0"/>
              <a:t> </a:t>
            </a:r>
            <a:r>
              <a:rPr lang="en-US" altLang="en-US" b="0" i="0" baseline="0" dirty="0" err="1"/>
              <a:t>khác</a:t>
            </a:r>
            <a:r>
              <a:rPr lang="en-US" altLang="en-US" b="0" i="0" baseline="0" dirty="0"/>
              <a:t> </a:t>
            </a:r>
            <a:r>
              <a:rPr lang="en-US" altLang="en-US" b="0" i="0" baseline="0" dirty="0" err="1"/>
              <a:t>nhau</a:t>
            </a:r>
            <a:r>
              <a:rPr lang="en-US" altLang="en-US" b="0" i="0" baseline="0" dirty="0"/>
              <a:t>. </a:t>
            </a:r>
            <a:r>
              <a:rPr lang="en-US" altLang="en-US" b="0" i="0" baseline="0" dirty="0" err="1"/>
              <a:t>Mối</a:t>
            </a:r>
            <a:r>
              <a:rPr lang="en-US" altLang="en-US" b="0" i="0" baseline="0" dirty="0"/>
              <a:t> </a:t>
            </a:r>
            <a:r>
              <a:rPr lang="en-US" altLang="en-US" b="0" i="0" baseline="0" dirty="0" err="1"/>
              <a:t>quan</a:t>
            </a:r>
            <a:r>
              <a:rPr lang="en-US" altLang="en-US" b="0" i="0" baseline="0" dirty="0"/>
              <a:t> </a:t>
            </a:r>
            <a:r>
              <a:rPr lang="en-US" altLang="en-US" b="0" i="0" baseline="0" dirty="0" err="1"/>
              <a:t>hệ</a:t>
            </a:r>
            <a:r>
              <a:rPr lang="en-US" altLang="en-US" b="0" i="0" baseline="0" dirty="0"/>
              <a:t> </a:t>
            </a:r>
            <a:r>
              <a:rPr lang="en-US" altLang="en-US" b="0" i="0" baseline="0" dirty="0" err="1"/>
              <a:t>giữa</a:t>
            </a:r>
            <a:r>
              <a:rPr lang="en-US" altLang="en-US" b="0" i="0" baseline="0" dirty="0"/>
              <a:t> </a:t>
            </a:r>
            <a:r>
              <a:rPr lang="en-US" altLang="en-US" b="0" i="0" baseline="0" dirty="0" err="1"/>
              <a:t>một</a:t>
            </a:r>
            <a:r>
              <a:rPr lang="en-US" altLang="en-US" b="0" i="0" baseline="0" dirty="0"/>
              <a:t> </a:t>
            </a:r>
            <a:r>
              <a:rPr lang="en-US" altLang="en-US" b="0" i="0" baseline="0" dirty="0" err="1"/>
              <a:t>ký</a:t>
            </a:r>
            <a:r>
              <a:rPr lang="en-US" altLang="en-US" b="0" i="0" baseline="0" dirty="0"/>
              <a:t> </a:t>
            </a:r>
            <a:r>
              <a:rPr lang="en-US" altLang="en-US" b="0" i="0" baseline="0" dirty="0" err="1"/>
              <a:t>tự</a:t>
            </a:r>
            <a:r>
              <a:rPr lang="en-US" altLang="en-US" b="0" i="0" baseline="0" dirty="0"/>
              <a:t> </a:t>
            </a:r>
            <a:r>
              <a:rPr lang="en-US" altLang="en-US" b="0" i="0" baseline="0" dirty="0" err="1"/>
              <a:t>trong</a:t>
            </a:r>
            <a:r>
              <a:rPr lang="en-US" altLang="en-US" b="0" i="0" baseline="0" dirty="0"/>
              <a:t> </a:t>
            </a:r>
            <a:r>
              <a:rPr lang="en-US" altLang="en-US" b="0" i="0" baseline="0" dirty="0" err="1"/>
              <a:t>bản</a:t>
            </a:r>
            <a:r>
              <a:rPr lang="en-US" altLang="en-US" b="0" i="0" baseline="0" dirty="0"/>
              <a:t> </a:t>
            </a:r>
            <a:r>
              <a:rPr lang="en-US" altLang="en-US" b="0" i="0" baseline="0" dirty="0" err="1"/>
              <a:t>rõ</a:t>
            </a:r>
            <a:r>
              <a:rPr lang="en-US" altLang="en-US" b="0" i="0" baseline="0" dirty="0"/>
              <a:t> </a:t>
            </a:r>
            <a:r>
              <a:rPr lang="en-US" altLang="en-US" b="0" i="0" baseline="0" dirty="0" err="1"/>
              <a:t>với</a:t>
            </a:r>
            <a:r>
              <a:rPr lang="en-US" altLang="en-US" b="0" i="0" baseline="0" dirty="0"/>
              <a:t> </a:t>
            </a:r>
            <a:r>
              <a:rPr lang="en-US" altLang="en-US" b="0" i="0" baseline="0" dirty="0" err="1"/>
              <a:t>một</a:t>
            </a:r>
            <a:r>
              <a:rPr lang="en-US" altLang="en-US" b="0" i="0" baseline="0" dirty="0"/>
              <a:t> </a:t>
            </a:r>
            <a:r>
              <a:rPr lang="en-US" altLang="en-US" b="0" i="0" baseline="0" dirty="0" err="1"/>
              <a:t>ký</a:t>
            </a:r>
            <a:r>
              <a:rPr lang="en-US" altLang="en-US" b="0" i="0" baseline="0" dirty="0"/>
              <a:t> </a:t>
            </a:r>
            <a:r>
              <a:rPr lang="en-US" altLang="en-US" b="0" i="0" baseline="0" dirty="0" err="1"/>
              <a:t>tự</a:t>
            </a:r>
            <a:r>
              <a:rPr lang="en-US" altLang="en-US" b="0" i="0" baseline="0" dirty="0"/>
              <a:t> </a:t>
            </a:r>
            <a:r>
              <a:rPr lang="en-US" altLang="en-US" b="0" i="0" baseline="0" dirty="0" err="1"/>
              <a:t>trong</a:t>
            </a:r>
            <a:r>
              <a:rPr lang="en-US" altLang="en-US" b="0" i="0" baseline="0" dirty="0"/>
              <a:t> </a:t>
            </a:r>
            <a:r>
              <a:rPr lang="en-US" altLang="en-US" b="0" i="0" baseline="0" dirty="0" err="1"/>
              <a:t>bản</a:t>
            </a:r>
            <a:r>
              <a:rPr lang="en-US" altLang="en-US" b="0" i="0" baseline="0" dirty="0"/>
              <a:t> </a:t>
            </a:r>
            <a:r>
              <a:rPr lang="en-US" altLang="en-US" b="0" i="0" baseline="0" dirty="0" err="1"/>
              <a:t>mã</a:t>
            </a:r>
            <a:r>
              <a:rPr lang="en-US" altLang="en-US" b="0" i="0" baseline="0" dirty="0"/>
              <a:t> </a:t>
            </a:r>
            <a:r>
              <a:rPr lang="en-US" altLang="en-US" b="0" i="0" baseline="0" dirty="0" err="1"/>
              <a:t>là</a:t>
            </a:r>
            <a:r>
              <a:rPr lang="en-US" altLang="en-US" b="0" i="0" baseline="0" dirty="0"/>
              <a:t> </a:t>
            </a:r>
            <a:r>
              <a:rPr lang="en-US" altLang="en-US" b="0" i="0" baseline="0" dirty="0" err="1"/>
              <a:t>một-nhiều</a:t>
            </a:r>
            <a:endParaRPr dirty="0"/>
          </a:p>
        </p:txBody>
      </p:sp>
    </p:spTree>
    <p:extLst>
      <p:ext uri="{BB962C8B-B14F-4D97-AF65-F5344CB8AC3E}">
        <p14:creationId xmlns:p14="http://schemas.microsoft.com/office/powerpoint/2010/main" val="2217768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B2E7B8-4D0E-B784-997F-A6288047D1B9}"/>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230346E7-629E-84DD-4022-919549C15F82}"/>
              </a:ext>
            </a:extLst>
          </p:cNvPr>
          <p:cNvSpPr>
            <a:spLocks noGrp="1"/>
          </p:cNvSpPr>
          <p:nvPr>
            <p:ph type="title"/>
          </p:nvPr>
        </p:nvSpPr>
        <p:spPr/>
        <p:txBody>
          <a:bodyPr/>
          <a:lstStyle/>
          <a:p>
            <a:r>
              <a:rPr lang="en-US" altLang="en-US" sz="2800" baseline="0" dirty="0"/>
              <a:t>Monoalphabetic Ciphers: </a:t>
            </a:r>
            <a:r>
              <a:rPr lang="en-US" altLang="en-US" sz="2800" baseline="0" dirty="0" err="1"/>
              <a:t>Mã</a:t>
            </a:r>
            <a:r>
              <a:rPr lang="en-US" altLang="en-US" sz="2800" baseline="0" dirty="0"/>
              <a:t> </a:t>
            </a:r>
            <a:r>
              <a:rPr lang="en-US" altLang="en-US" sz="2800" baseline="0" dirty="0" err="1"/>
              <a:t>đơn</a:t>
            </a:r>
            <a:r>
              <a:rPr lang="en-US" altLang="en-US" sz="2800" baseline="0" dirty="0"/>
              <a:t> </a:t>
            </a:r>
            <a:r>
              <a:rPr lang="en-US" altLang="en-US" sz="2800" baseline="0" dirty="0" err="1"/>
              <a:t>ký</a:t>
            </a:r>
            <a:r>
              <a:rPr lang="en-US" altLang="en-US" sz="2800" baseline="0" dirty="0"/>
              <a:t> </a:t>
            </a:r>
            <a:r>
              <a:rPr lang="en-US" altLang="en-US" sz="2800" baseline="0" dirty="0" err="1"/>
              <a:t>tự</a:t>
            </a:r>
            <a:endParaRPr dirty="0"/>
          </a:p>
        </p:txBody>
      </p:sp>
      <p:sp>
        <p:nvSpPr>
          <p:cNvPr id="4" name="Content Placeholder 3">
            <a:extLst>
              <a:ext uri="{FF2B5EF4-FFF2-40B4-BE49-F238E27FC236}">
                <a16:creationId xmlns:a16="http://schemas.microsoft.com/office/drawing/2014/main" id="{5D76E167-95F2-19DE-CF09-FD2A5517D963}"/>
              </a:ext>
            </a:extLst>
          </p:cNvPr>
          <p:cNvSpPr>
            <a:spLocks noGrp="1"/>
          </p:cNvSpPr>
          <p:nvPr>
            <p:ph sz="quarter" idx="13"/>
          </p:nvPr>
        </p:nvSpPr>
        <p:spPr>
          <a:xfrm>
            <a:off x="235077" y="841248"/>
            <a:ext cx="8674100" cy="2736840"/>
          </a:xfrm>
        </p:spPr>
        <p:txBody>
          <a:bodyPr/>
          <a:lstStyle/>
          <a:p>
            <a:r>
              <a:rPr lang="en-VN" dirty="0"/>
              <a:t>Mã cộng (Additive cipher): Dạng mã thay thế đơn giản nhất, còn được gọi là mã dịch (Shift cipher) hoặc với tên gọi là CAESAR CIPHER. Thuật ngữ tính cộng (Additive) tiết lộ phép toán được sử dụng </a:t>
            </a:r>
          </a:p>
          <a:p>
            <a:r>
              <a:rPr lang="en-US" dirty="0"/>
              <a:t>Caesar Cipher</a:t>
            </a:r>
          </a:p>
          <a:p>
            <a:endParaRPr lang="en-VN" dirty="0"/>
          </a:p>
          <a:p>
            <a:endParaRPr lang="en-VN" dirty="0"/>
          </a:p>
        </p:txBody>
      </p:sp>
      <p:pic>
        <p:nvPicPr>
          <p:cNvPr id="5" name="Picture 14">
            <a:extLst>
              <a:ext uri="{FF2B5EF4-FFF2-40B4-BE49-F238E27FC236}">
                <a16:creationId xmlns:a16="http://schemas.microsoft.com/office/drawing/2014/main" id="{9CDB5ADA-59F8-6119-4FEB-977C6C9E0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362" y="3259690"/>
            <a:ext cx="73866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5DDED29D-9563-41D7-4E29-B02395A1D1EF}"/>
              </a:ext>
            </a:extLst>
          </p:cNvPr>
          <p:cNvSpPr txBox="1"/>
          <p:nvPr/>
        </p:nvSpPr>
        <p:spPr>
          <a:xfrm>
            <a:off x="655983" y="4254280"/>
            <a:ext cx="5482530" cy="646331"/>
          </a:xfrm>
          <a:prstGeom prst="rect">
            <a:avLst/>
          </a:prstGeom>
          <a:noFill/>
        </p:spPr>
        <p:txBody>
          <a:bodyPr wrap="square">
            <a:spAutoFit/>
          </a:bodyPr>
          <a:lstStyle/>
          <a:p>
            <a:r>
              <a:rPr lang="en-US" sz="1800" dirty="0">
                <a:effectLst/>
                <a:latin typeface="Courier" pitchFamily="2" charset="0"/>
              </a:rPr>
              <a:t>plain:  </a:t>
            </a:r>
            <a:r>
              <a:rPr lang="en-US" sz="1800" dirty="0" err="1">
                <a:effectLst/>
                <a:latin typeface="Courier" pitchFamily="2" charset="0"/>
              </a:rPr>
              <a:t>abcdefghijklmnopqrstuvwxyz</a:t>
            </a:r>
            <a:r>
              <a:rPr lang="en-US" sz="1800" dirty="0">
                <a:effectLst/>
                <a:latin typeface="Courier" pitchFamily="2" charset="0"/>
              </a:rPr>
              <a:t> cipher: DEFGHIJKLMNOPQRSTUVWXYZABC </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C3DBF33-EB88-AD98-5E0B-8DC408B90D22}"/>
                  </a:ext>
                </a:extLst>
              </p:cNvPr>
              <p:cNvSpPr txBox="1"/>
              <p:nvPr/>
            </p:nvSpPr>
            <p:spPr>
              <a:xfrm>
                <a:off x="782362" y="5119786"/>
                <a:ext cx="4744278"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𝐶</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𝐸</m:t>
                      </m:r>
                      <m:r>
                        <a:rPr lang="en-US" sz="1800" i="1" dirty="0" smtClean="0">
                          <a:effectLst/>
                          <a:latin typeface="Cambria Math" panose="02040503050406030204" pitchFamily="18" charset="0"/>
                        </a:rPr>
                        <m:t>(3,</m:t>
                      </m:r>
                      <m:r>
                        <a:rPr lang="en-US" sz="1800" i="1" dirty="0" smtClean="0">
                          <a:effectLst/>
                          <a:latin typeface="Cambria Math" panose="02040503050406030204" pitchFamily="18" charset="0"/>
                        </a:rPr>
                        <m:t>𝑝</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𝑝</m:t>
                      </m:r>
                      <m:r>
                        <a:rPr lang="en-US" sz="1800" i="1" dirty="0" smtClean="0">
                          <a:effectLst/>
                          <a:latin typeface="Cambria Math" panose="02040503050406030204" pitchFamily="18" charset="0"/>
                        </a:rPr>
                        <m:t> + 3)</m:t>
                      </m:r>
                      <m:r>
                        <a:rPr lang="en-US" sz="1800" i="1" dirty="0" smtClean="0">
                          <a:effectLst/>
                          <a:latin typeface="Cambria Math" panose="02040503050406030204" pitchFamily="18" charset="0"/>
                        </a:rPr>
                        <m:t>𝑚𝑜𝑑</m:t>
                      </m:r>
                      <m:r>
                        <a:rPr lang="en-US" sz="1800" i="1" dirty="0" smtClean="0">
                          <a:effectLst/>
                          <a:latin typeface="Cambria Math" panose="02040503050406030204" pitchFamily="18" charset="0"/>
                        </a:rPr>
                        <m:t>26</m:t>
                      </m:r>
                    </m:oMath>
                  </m:oMathPara>
                </a14:m>
                <a:br>
                  <a:rPr lang="en-US" sz="1800" dirty="0">
                    <a:effectLst/>
                    <a:latin typeface="TimesTen"/>
                  </a:rPr>
                </a:br>
                <a:endParaRPr lang="en-US" dirty="0"/>
              </a:p>
            </p:txBody>
          </p:sp>
        </mc:Choice>
        <mc:Fallback xmlns="">
          <p:sp>
            <p:nvSpPr>
              <p:cNvPr id="8" name="TextBox 7">
                <a:extLst>
                  <a:ext uri="{FF2B5EF4-FFF2-40B4-BE49-F238E27FC236}">
                    <a16:creationId xmlns:a16="http://schemas.microsoft.com/office/drawing/2014/main" id="{3C3DBF33-EB88-AD98-5E0B-8DC408B90D22}"/>
                  </a:ext>
                </a:extLst>
              </p:cNvPr>
              <p:cNvSpPr txBox="1">
                <a:spLocks noRot="1" noChangeAspect="1" noMove="1" noResize="1" noEditPoints="1" noAdjustHandles="1" noChangeArrowheads="1" noChangeShapeType="1" noTextEdit="1"/>
              </p:cNvSpPr>
              <p:nvPr/>
            </p:nvSpPr>
            <p:spPr>
              <a:xfrm>
                <a:off x="782362" y="5119786"/>
                <a:ext cx="4744278" cy="369397"/>
              </a:xfrm>
              <a:prstGeom prst="rect">
                <a:avLst/>
              </a:prstGeom>
              <a:blipFill>
                <a:blip r:embed="rId4"/>
                <a:stretch>
                  <a:fillRect b="-13333"/>
                </a:stretch>
              </a:blipFill>
            </p:spPr>
            <p:txBody>
              <a:bodyPr/>
              <a:lstStyle/>
              <a:p>
                <a:r>
                  <a:rP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AC21AEC-1F15-9921-507C-A81C302AE36B}"/>
                  </a:ext>
                </a:extLst>
              </p:cNvPr>
              <p:cNvSpPr txBox="1"/>
              <p:nvPr/>
            </p:nvSpPr>
            <p:spPr>
              <a:xfrm>
                <a:off x="868501" y="5647420"/>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𝐶</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𝐸</m:t>
                      </m:r>
                      <m:r>
                        <a:rPr lang="en-US" sz="1800" i="1" dirty="0" smtClean="0">
                          <a:effectLst/>
                          <a:latin typeface="Cambria Math" panose="02040503050406030204" pitchFamily="18" charset="0"/>
                        </a:rPr>
                        <m:t>(</m:t>
                      </m:r>
                      <m:r>
                        <a:rPr lang="en-US" sz="1800" i="1" dirty="0" err="1">
                          <a:effectLst/>
                          <a:latin typeface="Cambria Math" panose="02040503050406030204" pitchFamily="18" charset="0"/>
                        </a:rPr>
                        <m:t>𝑘</m:t>
                      </m:r>
                      <m:r>
                        <a:rPr lang="en-US" sz="1800" i="1" dirty="0" err="1">
                          <a:effectLst/>
                          <a:latin typeface="Cambria Math" panose="02040503050406030204" pitchFamily="18" charset="0"/>
                        </a:rPr>
                        <m:t>,</m:t>
                      </m:r>
                      <m:r>
                        <a:rPr lang="en-US" sz="1800" i="1" dirty="0" err="1">
                          <a:effectLst/>
                          <a:latin typeface="Cambria Math" panose="02040503050406030204" pitchFamily="18" charset="0"/>
                        </a:rPr>
                        <m:t>𝑝</m:t>
                      </m:r>
                      <m:r>
                        <a:rPr lang="en-US" sz="1800" i="1" dirty="0">
                          <a:effectLst/>
                          <a:latin typeface="Cambria Math" panose="02040503050406030204" pitchFamily="18" charset="0"/>
                        </a:rPr>
                        <m:t>) = (</m:t>
                      </m:r>
                      <m:r>
                        <a:rPr lang="en-US" sz="1800" i="1" dirty="0">
                          <a:effectLst/>
                          <a:latin typeface="Cambria Math" panose="02040503050406030204" pitchFamily="18" charset="0"/>
                        </a:rPr>
                        <m:t>𝑝</m:t>
                      </m:r>
                      <m:r>
                        <a:rPr lang="en-US" sz="1800" i="1" dirty="0">
                          <a:effectLst/>
                          <a:latin typeface="Cambria Math" panose="02040503050406030204" pitchFamily="18" charset="0"/>
                        </a:rPr>
                        <m:t> + </m:t>
                      </m:r>
                      <m:r>
                        <a:rPr lang="en-US" sz="1800" i="1" dirty="0">
                          <a:effectLst/>
                          <a:latin typeface="Cambria Math" panose="02040503050406030204" pitchFamily="18" charset="0"/>
                        </a:rPr>
                        <m:t>𝑘</m:t>
                      </m:r>
                      <m:r>
                        <a:rPr lang="en-US" sz="1800" i="1" dirty="0">
                          <a:effectLst/>
                          <a:latin typeface="Cambria Math" panose="02040503050406030204" pitchFamily="18" charset="0"/>
                        </a:rPr>
                        <m:t>)</m:t>
                      </m:r>
                      <m:r>
                        <a:rPr lang="en-US" sz="1800" i="1" dirty="0">
                          <a:effectLst/>
                          <a:latin typeface="Cambria Math" panose="02040503050406030204" pitchFamily="18" charset="0"/>
                        </a:rPr>
                        <m:t>𝑚𝑜𝑑</m:t>
                      </m:r>
                      <m:r>
                        <a:rPr lang="en-US" sz="1800" i="1" dirty="0">
                          <a:effectLst/>
                          <a:latin typeface="Cambria Math" panose="02040503050406030204" pitchFamily="18" charset="0"/>
                        </a:rPr>
                        <m:t>26 </m:t>
                      </m:r>
                    </m:oMath>
                  </m:oMathPara>
                </a14:m>
                <a:endParaRPr lang="en-US" dirty="0"/>
              </a:p>
            </p:txBody>
          </p:sp>
        </mc:Choice>
        <mc:Fallback xmlns="">
          <p:sp>
            <p:nvSpPr>
              <p:cNvPr id="10" name="TextBox 9">
                <a:extLst>
                  <a:ext uri="{FF2B5EF4-FFF2-40B4-BE49-F238E27FC236}">
                    <a16:creationId xmlns:a16="http://schemas.microsoft.com/office/drawing/2014/main" id="{1AC21AEC-1F15-9921-507C-A81C302AE36B}"/>
                  </a:ext>
                </a:extLst>
              </p:cNvPr>
              <p:cNvSpPr txBox="1">
                <a:spLocks noRot="1" noChangeAspect="1" noMove="1" noResize="1" noEditPoints="1" noAdjustHandles="1" noChangeArrowheads="1" noChangeShapeType="1" noTextEdit="1"/>
              </p:cNvSpPr>
              <p:nvPr/>
            </p:nvSpPr>
            <p:spPr>
              <a:xfrm>
                <a:off x="868501" y="5647420"/>
                <a:ext cx="4572000" cy="369332"/>
              </a:xfrm>
              <a:prstGeom prst="rect">
                <a:avLst/>
              </a:prstGeom>
              <a:blipFill>
                <a:blip r:embed="rId5"/>
                <a:stretch>
                  <a:fillRect b="-16667"/>
                </a:stretch>
              </a:blipFill>
            </p:spPr>
            <p:txBody>
              <a:bodyPr/>
              <a:lstStyle/>
              <a:p>
                <a:r>
                  <a:rP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B11C90B-09EC-9BC0-D9F6-23ECD7C9BC76}"/>
                  </a:ext>
                </a:extLst>
              </p:cNvPr>
              <p:cNvSpPr txBox="1"/>
              <p:nvPr/>
            </p:nvSpPr>
            <p:spPr>
              <a:xfrm>
                <a:off x="5440501" y="5119851"/>
                <a:ext cx="34842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𝑝</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𝐷</m:t>
                      </m:r>
                      <m:r>
                        <a:rPr lang="en-US" sz="1800" i="1" dirty="0" smtClean="0">
                          <a:effectLst/>
                          <a:latin typeface="Cambria Math" panose="02040503050406030204" pitchFamily="18" charset="0"/>
                        </a:rPr>
                        <m:t>(</m:t>
                      </m:r>
                      <m:r>
                        <a:rPr lang="en-US" sz="1800" i="1" dirty="0" err="1">
                          <a:effectLst/>
                          <a:latin typeface="Cambria Math" panose="02040503050406030204" pitchFamily="18" charset="0"/>
                        </a:rPr>
                        <m:t>𝑘</m:t>
                      </m:r>
                      <m:r>
                        <a:rPr lang="en-US" sz="1800" i="1" dirty="0" err="1">
                          <a:effectLst/>
                          <a:latin typeface="Cambria Math" panose="02040503050406030204" pitchFamily="18" charset="0"/>
                        </a:rPr>
                        <m:t>,</m:t>
                      </m:r>
                      <m:r>
                        <a:rPr lang="en-US" sz="1800" i="1" dirty="0" err="1">
                          <a:effectLst/>
                          <a:latin typeface="Cambria Math" panose="02040503050406030204" pitchFamily="18" charset="0"/>
                        </a:rPr>
                        <m:t>𝐶</m:t>
                      </m:r>
                      <m:r>
                        <a:rPr lang="en-US" sz="1800" i="1" dirty="0">
                          <a:effectLst/>
                          <a:latin typeface="Cambria Math" panose="02040503050406030204" pitchFamily="18" charset="0"/>
                        </a:rPr>
                        <m:t>) = (</m:t>
                      </m:r>
                      <m:r>
                        <a:rPr lang="en-US" sz="1800" i="1" dirty="0">
                          <a:effectLst/>
                          <a:latin typeface="Cambria Math" panose="02040503050406030204" pitchFamily="18" charset="0"/>
                        </a:rPr>
                        <m:t>𝐶</m:t>
                      </m:r>
                      <m:r>
                        <a:rPr lang="en-US" sz="1800" i="1" dirty="0">
                          <a:effectLst/>
                          <a:latin typeface="Cambria Math" panose="02040503050406030204" pitchFamily="18" charset="0"/>
                        </a:rPr>
                        <m:t> − </m:t>
                      </m:r>
                      <m:r>
                        <a:rPr lang="en-US" sz="1800" i="1" dirty="0">
                          <a:effectLst/>
                          <a:latin typeface="Cambria Math" panose="02040503050406030204" pitchFamily="18" charset="0"/>
                        </a:rPr>
                        <m:t>𝑘</m:t>
                      </m:r>
                      <m:r>
                        <a:rPr lang="en-US" sz="1800" i="1" dirty="0">
                          <a:effectLst/>
                          <a:latin typeface="Cambria Math" panose="02040503050406030204" pitchFamily="18" charset="0"/>
                        </a:rPr>
                        <m:t>)</m:t>
                      </m:r>
                      <m:r>
                        <a:rPr lang="en-US" sz="1800" i="1" dirty="0">
                          <a:effectLst/>
                          <a:latin typeface="Cambria Math" panose="02040503050406030204" pitchFamily="18" charset="0"/>
                        </a:rPr>
                        <m:t>𝑚𝑜𝑑</m:t>
                      </m:r>
                      <m:r>
                        <a:rPr lang="en-US" sz="1800" i="1" dirty="0">
                          <a:effectLst/>
                          <a:latin typeface="Cambria Math" panose="02040503050406030204" pitchFamily="18" charset="0"/>
                        </a:rPr>
                        <m:t>26 </m:t>
                      </m:r>
                    </m:oMath>
                  </m:oMathPara>
                </a14:m>
                <a:endParaRPr lang="en-US" dirty="0"/>
              </a:p>
            </p:txBody>
          </p:sp>
        </mc:Choice>
        <mc:Fallback xmlns="">
          <p:sp>
            <p:nvSpPr>
              <p:cNvPr id="12" name="TextBox 11">
                <a:extLst>
                  <a:ext uri="{FF2B5EF4-FFF2-40B4-BE49-F238E27FC236}">
                    <a16:creationId xmlns:a16="http://schemas.microsoft.com/office/drawing/2014/main" id="{DB11C90B-09EC-9BC0-D9F6-23ECD7C9BC76}"/>
                  </a:ext>
                </a:extLst>
              </p:cNvPr>
              <p:cNvSpPr txBox="1">
                <a:spLocks noRot="1" noChangeAspect="1" noMove="1" noResize="1" noEditPoints="1" noAdjustHandles="1" noChangeArrowheads="1" noChangeShapeType="1" noTextEdit="1"/>
              </p:cNvSpPr>
              <p:nvPr/>
            </p:nvSpPr>
            <p:spPr>
              <a:xfrm>
                <a:off x="5440501" y="5119851"/>
                <a:ext cx="3484282" cy="369332"/>
              </a:xfrm>
              <a:prstGeom prst="rect">
                <a:avLst/>
              </a:prstGeom>
              <a:blipFill>
                <a:blip r:embed="rId6"/>
                <a:stretch>
                  <a:fillRect b="-13333"/>
                </a:stretch>
              </a:blipFill>
            </p:spPr>
            <p:txBody>
              <a:bodyPr/>
              <a:lstStyle/>
              <a:p>
                <a:r>
                  <a:rPr>
                    <a:noFill/>
                  </a:rPr>
                  <a:t> </a:t>
                </a:r>
              </a:p>
            </p:txBody>
          </p:sp>
        </mc:Fallback>
      </mc:AlternateContent>
      <p:sp>
        <p:nvSpPr>
          <p:cNvPr id="13" name="TextBox 12">
            <a:extLst>
              <a:ext uri="{FF2B5EF4-FFF2-40B4-BE49-F238E27FC236}">
                <a16:creationId xmlns:a16="http://schemas.microsoft.com/office/drawing/2014/main" id="{144A0F94-6003-6D94-ABFD-3FE8C3FEAC21}"/>
              </a:ext>
            </a:extLst>
          </p:cNvPr>
          <p:cNvSpPr txBox="1"/>
          <p:nvPr/>
        </p:nvSpPr>
        <p:spPr>
          <a:xfrm>
            <a:off x="5317388" y="5647420"/>
            <a:ext cx="3730508" cy="646331"/>
          </a:xfrm>
          <a:prstGeom prst="rect">
            <a:avLst/>
          </a:prstGeom>
          <a:noFill/>
        </p:spPr>
        <p:txBody>
          <a:bodyPr wrap="none" rtlCol="0">
            <a:spAutoFit/>
          </a:bodyPr>
          <a:lstStyle/>
          <a:p>
            <a:r>
              <a:rPr lang="en-US" sz="1800" i="1" dirty="0">
                <a:effectLst/>
                <a:latin typeface="TimesTen"/>
              </a:rPr>
              <a:t>k </a:t>
            </a:r>
            <a:r>
              <a:rPr lang="en-US" sz="1800" dirty="0">
                <a:effectLst/>
                <a:latin typeface="TimesTen"/>
              </a:rPr>
              <a:t>takes on a value in the range 1 to 25 </a:t>
            </a:r>
          </a:p>
          <a:p>
            <a:endParaRPr dirty="0"/>
          </a:p>
        </p:txBody>
      </p:sp>
    </p:spTree>
    <p:extLst>
      <p:ext uri="{BB962C8B-B14F-4D97-AF65-F5344CB8AC3E}">
        <p14:creationId xmlns:p14="http://schemas.microsoft.com/office/powerpoint/2010/main" val="359191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3BDFB0-E089-9E0B-71B9-645D46FD10A8}"/>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EF408998-C36C-34B7-2237-4E14F4B418FC}"/>
              </a:ext>
            </a:extLst>
          </p:cNvPr>
          <p:cNvSpPr>
            <a:spLocks noGrp="1"/>
          </p:cNvSpPr>
          <p:nvPr>
            <p:ph type="title"/>
          </p:nvPr>
        </p:nvSpPr>
        <p:spPr/>
        <p:txBody>
          <a:bodyPr/>
          <a:lstStyle/>
          <a:p>
            <a:r>
              <a:rPr lang="en-US" altLang="en-US" sz="2800" baseline="0" dirty="0"/>
              <a:t>Monoalphabetic Ciphers: </a:t>
            </a:r>
            <a:r>
              <a:rPr lang="en-US" altLang="en-US" sz="2800" baseline="0" dirty="0" err="1"/>
              <a:t>Mã</a:t>
            </a:r>
            <a:r>
              <a:rPr lang="en-US" altLang="en-US" sz="2800" baseline="0" dirty="0"/>
              <a:t> </a:t>
            </a:r>
            <a:r>
              <a:rPr lang="en-US" altLang="en-US" sz="2800" baseline="0" dirty="0" err="1"/>
              <a:t>đơn</a:t>
            </a:r>
            <a:r>
              <a:rPr lang="en-US" altLang="en-US" sz="2800" baseline="0" dirty="0"/>
              <a:t> </a:t>
            </a:r>
            <a:r>
              <a:rPr lang="en-US" altLang="en-US" sz="2800" baseline="0" dirty="0" err="1"/>
              <a:t>ký</a:t>
            </a:r>
            <a:r>
              <a:rPr lang="en-US" altLang="en-US" sz="2800" baseline="0" dirty="0"/>
              <a:t> </a:t>
            </a:r>
            <a:r>
              <a:rPr lang="en-US" altLang="en-US" sz="2800" baseline="0" dirty="0" err="1"/>
              <a:t>tự</a:t>
            </a:r>
            <a:endParaRPr dirty="0"/>
          </a:p>
        </p:txBody>
      </p:sp>
      <p:graphicFrame>
        <p:nvGraphicFramePr>
          <p:cNvPr id="5" name="Table 5">
            <a:extLst>
              <a:ext uri="{FF2B5EF4-FFF2-40B4-BE49-F238E27FC236}">
                <a16:creationId xmlns:a16="http://schemas.microsoft.com/office/drawing/2014/main" id="{08565576-330B-F45E-6A7A-B1F3E46844FB}"/>
              </a:ext>
            </a:extLst>
          </p:cNvPr>
          <p:cNvGraphicFramePr>
            <a:graphicFrameLocks noGrp="1"/>
          </p:cNvGraphicFramePr>
          <p:nvPr>
            <p:ph sz="quarter" idx="13"/>
            <p:extLst>
              <p:ext uri="{D42A27DB-BD31-4B8C-83A1-F6EECF244321}">
                <p14:modId xmlns:p14="http://schemas.microsoft.com/office/powerpoint/2010/main" val="2009940704"/>
              </p:ext>
            </p:extLst>
          </p:nvPr>
        </p:nvGraphicFramePr>
        <p:xfrm>
          <a:off x="818047" y="894384"/>
          <a:ext cx="5344214" cy="5191760"/>
        </p:xfrm>
        <a:graphic>
          <a:graphicData uri="http://schemas.openxmlformats.org/drawingml/2006/table">
            <a:tbl>
              <a:tblPr firstRow="1" bandRow="1">
                <a:tableStyleId>{5C22544A-7EE6-4342-B048-85BDC9FD1C3A}</a:tableStyleId>
              </a:tblPr>
              <a:tblGrid>
                <a:gridCol w="617715">
                  <a:extLst>
                    <a:ext uri="{9D8B030D-6E8A-4147-A177-3AD203B41FA5}">
                      <a16:colId xmlns:a16="http://schemas.microsoft.com/office/drawing/2014/main" val="1357656555"/>
                    </a:ext>
                  </a:extLst>
                </a:gridCol>
                <a:gridCol w="4726499">
                  <a:extLst>
                    <a:ext uri="{9D8B030D-6E8A-4147-A177-3AD203B41FA5}">
                      <a16:colId xmlns:a16="http://schemas.microsoft.com/office/drawing/2014/main" val="3339438198"/>
                    </a:ext>
                  </a:extLst>
                </a:gridCol>
              </a:tblGrid>
              <a:tr h="370840">
                <a:tc>
                  <a:txBody>
                    <a:bodyPr/>
                    <a:lstStyle/>
                    <a:p>
                      <a:r>
                        <a:rPr lang="vi-VN" dirty="0"/>
                        <a:t>Key</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urier" pitchFamily="2" charset="0"/>
                        </a:rPr>
                        <a:t>PHHW PH DIWHU WKH WRJD SDUWB KEY </a:t>
                      </a:r>
                      <a:endParaRPr lang="en-US" dirty="0">
                        <a:effectLst/>
                      </a:endParaRPr>
                    </a:p>
                  </a:txBody>
                  <a:tcPr/>
                </a:tc>
                <a:extLst>
                  <a:ext uri="{0D108BD9-81ED-4DB2-BD59-A6C34878D82A}">
                    <a16:rowId xmlns:a16="http://schemas.microsoft.com/office/drawing/2014/main" val="3786927446"/>
                  </a:ext>
                </a:extLst>
              </a:tr>
              <a:tr h="370840">
                <a:tc>
                  <a:txBody>
                    <a:bodyPr/>
                    <a:lstStyle/>
                    <a:p>
                      <a:r>
                        <a:rPr lang="vi-VN" dirty="0"/>
                        <a:t>1</a:t>
                      </a:r>
                      <a:endParaRPr dirty="0"/>
                    </a:p>
                  </a:txBody>
                  <a:tcPr/>
                </a:tc>
                <a:tc>
                  <a:txBody>
                    <a:bodyPr/>
                    <a:lstStyle/>
                    <a:p>
                      <a:r>
                        <a:rPr lang="en-US" sz="1800" dirty="0" err="1">
                          <a:effectLst/>
                          <a:latin typeface="Courier" pitchFamily="2" charset="0"/>
                        </a:rPr>
                        <a:t>oggv</a:t>
                      </a:r>
                      <a:r>
                        <a:rPr lang="en-US" sz="1800" dirty="0">
                          <a:effectLst/>
                          <a:latin typeface="Courier" pitchFamily="2" charset="0"/>
                        </a:rPr>
                        <a:t> </a:t>
                      </a:r>
                      <a:r>
                        <a:rPr lang="en-US" sz="1800" dirty="0" err="1">
                          <a:effectLst/>
                          <a:latin typeface="Courier" pitchFamily="2" charset="0"/>
                        </a:rPr>
                        <a:t>og</a:t>
                      </a:r>
                      <a:r>
                        <a:rPr lang="en-US" sz="1800" dirty="0">
                          <a:effectLst/>
                          <a:latin typeface="Courier" pitchFamily="2" charset="0"/>
                        </a:rPr>
                        <a:t> </a:t>
                      </a:r>
                      <a:r>
                        <a:rPr lang="en-US" sz="1800" dirty="0" err="1">
                          <a:effectLst/>
                          <a:latin typeface="Courier" pitchFamily="2" charset="0"/>
                        </a:rPr>
                        <a:t>chvgt</a:t>
                      </a:r>
                      <a:r>
                        <a:rPr lang="en-US" sz="1800" dirty="0">
                          <a:effectLst/>
                          <a:latin typeface="Courier" pitchFamily="2" charset="0"/>
                        </a:rPr>
                        <a:t> </a:t>
                      </a:r>
                      <a:r>
                        <a:rPr lang="en-US" sz="1800" dirty="0" err="1">
                          <a:effectLst/>
                          <a:latin typeface="Courier" pitchFamily="2" charset="0"/>
                        </a:rPr>
                        <a:t>vjg</a:t>
                      </a:r>
                      <a:r>
                        <a:rPr lang="en-US" sz="1800" dirty="0">
                          <a:effectLst/>
                          <a:latin typeface="Courier" pitchFamily="2" charset="0"/>
                        </a:rPr>
                        <a:t> </a:t>
                      </a:r>
                      <a:r>
                        <a:rPr lang="en-US" sz="1800" dirty="0" err="1">
                          <a:effectLst/>
                          <a:latin typeface="Courier" pitchFamily="2" charset="0"/>
                        </a:rPr>
                        <a:t>vqic</a:t>
                      </a:r>
                      <a:r>
                        <a:rPr lang="en-US" sz="1800" dirty="0">
                          <a:effectLst/>
                          <a:latin typeface="Courier" pitchFamily="2" charset="0"/>
                        </a:rPr>
                        <a:t> </a:t>
                      </a:r>
                      <a:r>
                        <a:rPr lang="en-US" sz="1800" dirty="0" err="1">
                          <a:effectLst/>
                          <a:latin typeface="Courier" pitchFamily="2" charset="0"/>
                        </a:rPr>
                        <a:t>rctva</a:t>
                      </a:r>
                      <a:r>
                        <a:rPr lang="en-US" sz="1800" dirty="0">
                          <a:effectLst/>
                          <a:latin typeface="Courier" pitchFamily="2" charset="0"/>
                        </a:rPr>
                        <a:t> </a:t>
                      </a:r>
                      <a:endParaRPr dirty="0"/>
                    </a:p>
                  </a:txBody>
                  <a:tcPr/>
                </a:tc>
                <a:extLst>
                  <a:ext uri="{0D108BD9-81ED-4DB2-BD59-A6C34878D82A}">
                    <a16:rowId xmlns:a16="http://schemas.microsoft.com/office/drawing/2014/main" val="2429298608"/>
                  </a:ext>
                </a:extLst>
              </a:tr>
              <a:tr h="370840">
                <a:tc>
                  <a:txBody>
                    <a:bodyPr/>
                    <a:lstStyle/>
                    <a:p>
                      <a:r>
                        <a:rPr lang="vi-VN" dirty="0"/>
                        <a:t>2</a:t>
                      </a:r>
                      <a:endParaRPr dirty="0"/>
                    </a:p>
                  </a:txBody>
                  <a:tcPr/>
                </a:tc>
                <a:tc>
                  <a:txBody>
                    <a:bodyPr/>
                    <a:lstStyle/>
                    <a:p>
                      <a:r>
                        <a:rPr lang="en-US" sz="1800" dirty="0" err="1">
                          <a:effectLst/>
                          <a:latin typeface="Courier" pitchFamily="2" charset="0"/>
                        </a:rPr>
                        <a:t>nffu</a:t>
                      </a:r>
                      <a:r>
                        <a:rPr lang="en-US" sz="1800" dirty="0">
                          <a:effectLst/>
                          <a:latin typeface="Courier" pitchFamily="2" charset="0"/>
                        </a:rPr>
                        <a:t> </a:t>
                      </a:r>
                      <a:r>
                        <a:rPr lang="en-US" sz="1800" dirty="0" err="1">
                          <a:effectLst/>
                          <a:latin typeface="Courier" pitchFamily="2" charset="0"/>
                        </a:rPr>
                        <a:t>nf</a:t>
                      </a:r>
                      <a:r>
                        <a:rPr lang="en-US" sz="1800" dirty="0">
                          <a:effectLst/>
                          <a:latin typeface="Courier" pitchFamily="2" charset="0"/>
                        </a:rPr>
                        <a:t> </a:t>
                      </a:r>
                      <a:r>
                        <a:rPr lang="en-US" sz="1800" dirty="0" err="1">
                          <a:effectLst/>
                          <a:latin typeface="Courier" pitchFamily="2" charset="0"/>
                        </a:rPr>
                        <a:t>bgufs</a:t>
                      </a:r>
                      <a:r>
                        <a:rPr lang="en-US" sz="1800" dirty="0">
                          <a:effectLst/>
                          <a:latin typeface="Courier" pitchFamily="2" charset="0"/>
                        </a:rPr>
                        <a:t> </a:t>
                      </a:r>
                      <a:r>
                        <a:rPr lang="en-US" sz="1800" dirty="0" err="1">
                          <a:effectLst/>
                          <a:latin typeface="Courier" pitchFamily="2" charset="0"/>
                        </a:rPr>
                        <a:t>uif</a:t>
                      </a:r>
                      <a:r>
                        <a:rPr lang="en-US" sz="1800" dirty="0">
                          <a:effectLst/>
                          <a:latin typeface="Courier" pitchFamily="2" charset="0"/>
                        </a:rPr>
                        <a:t> </a:t>
                      </a:r>
                      <a:r>
                        <a:rPr lang="en-US" sz="1800" dirty="0" err="1">
                          <a:effectLst/>
                          <a:latin typeface="Courier" pitchFamily="2" charset="0"/>
                        </a:rPr>
                        <a:t>uphb</a:t>
                      </a:r>
                      <a:r>
                        <a:rPr lang="en-US" sz="1800" dirty="0">
                          <a:effectLst/>
                          <a:latin typeface="Courier" pitchFamily="2" charset="0"/>
                        </a:rPr>
                        <a:t> </a:t>
                      </a:r>
                      <a:r>
                        <a:rPr lang="en-US" sz="1800" dirty="0" err="1">
                          <a:effectLst/>
                          <a:latin typeface="Courier" pitchFamily="2" charset="0"/>
                        </a:rPr>
                        <a:t>qbsuz</a:t>
                      </a:r>
                      <a:r>
                        <a:rPr lang="en-US" sz="1800" dirty="0">
                          <a:effectLst/>
                          <a:latin typeface="Courier" pitchFamily="2" charset="0"/>
                        </a:rPr>
                        <a:t> </a:t>
                      </a:r>
                      <a:endParaRPr dirty="0"/>
                    </a:p>
                  </a:txBody>
                  <a:tcPr/>
                </a:tc>
                <a:extLst>
                  <a:ext uri="{0D108BD9-81ED-4DB2-BD59-A6C34878D82A}">
                    <a16:rowId xmlns:a16="http://schemas.microsoft.com/office/drawing/2014/main" val="805800639"/>
                  </a:ext>
                </a:extLst>
              </a:tr>
              <a:tr h="370840">
                <a:tc>
                  <a:txBody>
                    <a:bodyPr/>
                    <a:lstStyle/>
                    <a:p>
                      <a:r>
                        <a:rPr lang="vi-VN" dirty="0"/>
                        <a:t>3</a:t>
                      </a:r>
                      <a:endParaRPr dirty="0"/>
                    </a:p>
                  </a:txBody>
                  <a:tcPr/>
                </a:tc>
                <a:tc>
                  <a:txBody>
                    <a:bodyPr/>
                    <a:lstStyle/>
                    <a:p>
                      <a:r>
                        <a:rPr lang="en-US" sz="1800" dirty="0">
                          <a:effectLst/>
                          <a:latin typeface="Courier" pitchFamily="2" charset="0"/>
                        </a:rPr>
                        <a:t>meet me after the toga par</a:t>
                      </a:r>
                      <a:endParaRPr dirty="0"/>
                    </a:p>
                  </a:txBody>
                  <a:tcPr/>
                </a:tc>
                <a:extLst>
                  <a:ext uri="{0D108BD9-81ED-4DB2-BD59-A6C34878D82A}">
                    <a16:rowId xmlns:a16="http://schemas.microsoft.com/office/drawing/2014/main" val="1773543599"/>
                  </a:ext>
                </a:extLst>
              </a:tr>
              <a:tr h="370840">
                <a:tc>
                  <a:txBody>
                    <a:bodyPr/>
                    <a:lstStyle/>
                    <a:p>
                      <a:r>
                        <a:rPr lang="vi-VN" dirty="0"/>
                        <a:t>4</a:t>
                      </a:r>
                      <a:endParaRPr dirty="0"/>
                    </a:p>
                  </a:txBody>
                  <a:tcPr/>
                </a:tc>
                <a:tc>
                  <a:txBody>
                    <a:bodyPr/>
                    <a:lstStyle/>
                    <a:p>
                      <a:r>
                        <a:rPr lang="en-US" sz="1800" dirty="0" err="1">
                          <a:effectLst/>
                          <a:latin typeface="Courier" pitchFamily="2" charset="0"/>
                        </a:rPr>
                        <a:t>ldds</a:t>
                      </a:r>
                      <a:r>
                        <a:rPr lang="en-US" sz="1800" dirty="0">
                          <a:effectLst/>
                          <a:latin typeface="Courier" pitchFamily="2" charset="0"/>
                        </a:rPr>
                        <a:t> </a:t>
                      </a:r>
                      <a:r>
                        <a:rPr lang="en-US" sz="1800" dirty="0" err="1">
                          <a:effectLst/>
                          <a:latin typeface="Courier" pitchFamily="2" charset="0"/>
                        </a:rPr>
                        <a:t>ld</a:t>
                      </a:r>
                      <a:r>
                        <a:rPr lang="en-US" sz="1800" dirty="0">
                          <a:effectLst/>
                          <a:latin typeface="Courier" pitchFamily="2" charset="0"/>
                        </a:rPr>
                        <a:t> </a:t>
                      </a:r>
                      <a:r>
                        <a:rPr lang="en-US" sz="1800" dirty="0" err="1">
                          <a:effectLst/>
                          <a:latin typeface="Courier" pitchFamily="2" charset="0"/>
                        </a:rPr>
                        <a:t>zesdq</a:t>
                      </a:r>
                      <a:r>
                        <a:rPr lang="en-US" sz="1800" dirty="0">
                          <a:effectLst/>
                          <a:latin typeface="Courier" pitchFamily="2" charset="0"/>
                        </a:rPr>
                        <a:t> </a:t>
                      </a:r>
                      <a:r>
                        <a:rPr lang="en-US" sz="1800" dirty="0" err="1">
                          <a:effectLst/>
                          <a:latin typeface="Courier" pitchFamily="2" charset="0"/>
                        </a:rPr>
                        <a:t>sgd</a:t>
                      </a:r>
                      <a:r>
                        <a:rPr lang="en-US" sz="1800" dirty="0">
                          <a:effectLst/>
                          <a:latin typeface="Courier" pitchFamily="2" charset="0"/>
                        </a:rPr>
                        <a:t> </a:t>
                      </a:r>
                      <a:r>
                        <a:rPr lang="en-US" sz="1800" dirty="0" err="1">
                          <a:effectLst/>
                          <a:latin typeface="Courier" pitchFamily="2" charset="0"/>
                        </a:rPr>
                        <a:t>snfz</a:t>
                      </a:r>
                      <a:r>
                        <a:rPr lang="en-US" sz="1800" dirty="0">
                          <a:effectLst/>
                          <a:latin typeface="Courier" pitchFamily="2" charset="0"/>
                        </a:rPr>
                        <a:t> </a:t>
                      </a:r>
                      <a:r>
                        <a:rPr lang="en-US" sz="1800" dirty="0" err="1">
                          <a:effectLst/>
                          <a:latin typeface="Courier" pitchFamily="2" charset="0"/>
                        </a:rPr>
                        <a:t>ozqsx</a:t>
                      </a:r>
                      <a:r>
                        <a:rPr lang="en-US" sz="1800" dirty="0">
                          <a:effectLst/>
                          <a:latin typeface="Courier" pitchFamily="2" charset="0"/>
                        </a:rPr>
                        <a:t> </a:t>
                      </a:r>
                      <a:endParaRPr dirty="0"/>
                    </a:p>
                  </a:txBody>
                  <a:tcPr/>
                </a:tc>
                <a:extLst>
                  <a:ext uri="{0D108BD9-81ED-4DB2-BD59-A6C34878D82A}">
                    <a16:rowId xmlns:a16="http://schemas.microsoft.com/office/drawing/2014/main" val="2825785751"/>
                  </a:ext>
                </a:extLst>
              </a:tr>
              <a:tr h="370840">
                <a:tc>
                  <a:txBody>
                    <a:bodyPr/>
                    <a:lstStyle/>
                    <a:p>
                      <a:r>
                        <a:rPr lang="vi-VN" dirty="0"/>
                        <a:t>5</a:t>
                      </a:r>
                      <a:endParaRPr dirty="0"/>
                    </a:p>
                  </a:txBody>
                  <a:tcPr/>
                </a:tc>
                <a:tc>
                  <a:txBody>
                    <a:bodyPr/>
                    <a:lstStyle/>
                    <a:p>
                      <a:r>
                        <a:rPr lang="en-US" sz="1800" dirty="0" err="1">
                          <a:effectLst/>
                          <a:latin typeface="Courier" pitchFamily="2" charset="0"/>
                        </a:rPr>
                        <a:t>kccr</a:t>
                      </a:r>
                      <a:r>
                        <a:rPr lang="en-US" sz="1800" dirty="0">
                          <a:effectLst/>
                          <a:latin typeface="Courier" pitchFamily="2" charset="0"/>
                        </a:rPr>
                        <a:t> kc </a:t>
                      </a:r>
                      <a:r>
                        <a:rPr lang="en-US" sz="1800" dirty="0" err="1">
                          <a:effectLst/>
                          <a:latin typeface="Courier" pitchFamily="2" charset="0"/>
                        </a:rPr>
                        <a:t>ydrcp</a:t>
                      </a:r>
                      <a:r>
                        <a:rPr lang="en-US" sz="1800" dirty="0">
                          <a:effectLst/>
                          <a:latin typeface="Courier" pitchFamily="2" charset="0"/>
                        </a:rPr>
                        <a:t> </a:t>
                      </a:r>
                      <a:r>
                        <a:rPr lang="en-US" sz="1800" dirty="0" err="1">
                          <a:effectLst/>
                          <a:latin typeface="Courier" pitchFamily="2" charset="0"/>
                        </a:rPr>
                        <a:t>rfc</a:t>
                      </a:r>
                      <a:r>
                        <a:rPr lang="en-US" sz="1800" dirty="0">
                          <a:effectLst/>
                          <a:latin typeface="Courier" pitchFamily="2" charset="0"/>
                        </a:rPr>
                        <a:t> </a:t>
                      </a:r>
                      <a:r>
                        <a:rPr lang="en-US" sz="1800" dirty="0" err="1">
                          <a:effectLst/>
                          <a:latin typeface="Courier" pitchFamily="2" charset="0"/>
                        </a:rPr>
                        <a:t>rmey</a:t>
                      </a:r>
                      <a:r>
                        <a:rPr lang="en-US" sz="1800" dirty="0">
                          <a:effectLst/>
                          <a:latin typeface="Courier" pitchFamily="2" charset="0"/>
                        </a:rPr>
                        <a:t> </a:t>
                      </a:r>
                      <a:r>
                        <a:rPr lang="en-US" sz="1800" dirty="0" err="1">
                          <a:effectLst/>
                          <a:latin typeface="Courier" pitchFamily="2" charset="0"/>
                        </a:rPr>
                        <a:t>nyprw</a:t>
                      </a:r>
                      <a:r>
                        <a:rPr lang="en-US" sz="1800" dirty="0">
                          <a:effectLst/>
                          <a:latin typeface="Courier" pitchFamily="2" charset="0"/>
                        </a:rPr>
                        <a:t> </a:t>
                      </a:r>
                      <a:endParaRPr dirty="0"/>
                    </a:p>
                  </a:txBody>
                  <a:tcPr/>
                </a:tc>
                <a:extLst>
                  <a:ext uri="{0D108BD9-81ED-4DB2-BD59-A6C34878D82A}">
                    <a16:rowId xmlns:a16="http://schemas.microsoft.com/office/drawing/2014/main" val="2845713171"/>
                  </a:ext>
                </a:extLst>
              </a:tr>
              <a:tr h="370840">
                <a:tc>
                  <a:txBody>
                    <a:bodyPr/>
                    <a:lstStyle/>
                    <a:p>
                      <a:r>
                        <a:rPr lang="vi-VN" dirty="0"/>
                        <a:t>6</a:t>
                      </a:r>
                      <a:endParaRPr dirty="0"/>
                    </a:p>
                  </a:txBody>
                  <a:tcPr/>
                </a:tc>
                <a:tc>
                  <a:txBody>
                    <a:bodyPr/>
                    <a:lstStyle/>
                    <a:p>
                      <a:r>
                        <a:rPr lang="en-US" sz="1800" dirty="0" err="1">
                          <a:effectLst/>
                          <a:latin typeface="Courier" pitchFamily="2" charset="0"/>
                        </a:rPr>
                        <a:t>jbbq</a:t>
                      </a:r>
                      <a:r>
                        <a:rPr lang="en-US" sz="1800" dirty="0">
                          <a:effectLst/>
                          <a:latin typeface="Courier" pitchFamily="2" charset="0"/>
                        </a:rPr>
                        <a:t> </a:t>
                      </a:r>
                      <a:r>
                        <a:rPr lang="en-US" sz="1800" dirty="0" err="1">
                          <a:effectLst/>
                          <a:latin typeface="Courier" pitchFamily="2" charset="0"/>
                        </a:rPr>
                        <a:t>jb</a:t>
                      </a:r>
                      <a:r>
                        <a:rPr lang="en-US" sz="1800" dirty="0">
                          <a:effectLst/>
                          <a:latin typeface="Courier" pitchFamily="2" charset="0"/>
                        </a:rPr>
                        <a:t> </a:t>
                      </a:r>
                      <a:r>
                        <a:rPr lang="en-US" sz="1800" dirty="0" err="1">
                          <a:effectLst/>
                          <a:latin typeface="Courier" pitchFamily="2" charset="0"/>
                        </a:rPr>
                        <a:t>xcqbo</a:t>
                      </a:r>
                      <a:r>
                        <a:rPr lang="en-US" sz="1800" dirty="0">
                          <a:effectLst/>
                          <a:latin typeface="Courier" pitchFamily="2" charset="0"/>
                        </a:rPr>
                        <a:t> </a:t>
                      </a:r>
                      <a:r>
                        <a:rPr lang="en-US" sz="1800" dirty="0" err="1">
                          <a:effectLst/>
                          <a:latin typeface="Courier" pitchFamily="2" charset="0"/>
                        </a:rPr>
                        <a:t>qeb</a:t>
                      </a:r>
                      <a:r>
                        <a:rPr lang="en-US" sz="1800" dirty="0">
                          <a:effectLst/>
                          <a:latin typeface="Courier" pitchFamily="2" charset="0"/>
                        </a:rPr>
                        <a:t> </a:t>
                      </a:r>
                      <a:r>
                        <a:rPr lang="en-US" sz="1800" dirty="0" err="1">
                          <a:effectLst/>
                          <a:latin typeface="Courier" pitchFamily="2" charset="0"/>
                        </a:rPr>
                        <a:t>qldx</a:t>
                      </a:r>
                      <a:r>
                        <a:rPr lang="en-US" sz="1800" dirty="0">
                          <a:effectLst/>
                          <a:latin typeface="Courier" pitchFamily="2" charset="0"/>
                        </a:rPr>
                        <a:t> </a:t>
                      </a:r>
                      <a:r>
                        <a:rPr lang="en-US" sz="1800" dirty="0" err="1">
                          <a:effectLst/>
                          <a:latin typeface="Courier" pitchFamily="2" charset="0"/>
                        </a:rPr>
                        <a:t>mxoqv</a:t>
                      </a:r>
                      <a:r>
                        <a:rPr lang="en-US" sz="1800" dirty="0">
                          <a:effectLst/>
                          <a:latin typeface="Courier" pitchFamily="2" charset="0"/>
                        </a:rPr>
                        <a:t> </a:t>
                      </a:r>
                      <a:endParaRPr dirty="0"/>
                    </a:p>
                  </a:txBody>
                  <a:tcPr/>
                </a:tc>
                <a:extLst>
                  <a:ext uri="{0D108BD9-81ED-4DB2-BD59-A6C34878D82A}">
                    <a16:rowId xmlns:a16="http://schemas.microsoft.com/office/drawing/2014/main" val="2239519528"/>
                  </a:ext>
                </a:extLst>
              </a:tr>
              <a:tr h="370840">
                <a:tc>
                  <a:txBody>
                    <a:bodyPr/>
                    <a:lstStyle/>
                    <a:p>
                      <a:r>
                        <a:rPr lang="vi-VN" dirty="0"/>
                        <a:t>7</a:t>
                      </a:r>
                      <a:endParaRPr dirty="0"/>
                    </a:p>
                  </a:txBody>
                  <a:tcPr/>
                </a:tc>
                <a:tc>
                  <a:txBody>
                    <a:bodyPr/>
                    <a:lstStyle/>
                    <a:p>
                      <a:r>
                        <a:rPr lang="en-US" sz="1800" dirty="0" err="1">
                          <a:effectLst/>
                          <a:latin typeface="Courier" pitchFamily="2" charset="0"/>
                        </a:rPr>
                        <a:t>iaap</a:t>
                      </a:r>
                      <a:r>
                        <a:rPr lang="en-US" sz="1800" dirty="0">
                          <a:effectLst/>
                          <a:latin typeface="Courier" pitchFamily="2" charset="0"/>
                        </a:rPr>
                        <a:t> </a:t>
                      </a:r>
                      <a:r>
                        <a:rPr lang="en-US" sz="1800" dirty="0" err="1">
                          <a:effectLst/>
                          <a:latin typeface="Courier" pitchFamily="2" charset="0"/>
                        </a:rPr>
                        <a:t>ia</a:t>
                      </a:r>
                      <a:r>
                        <a:rPr lang="en-US" sz="1800" dirty="0">
                          <a:effectLst/>
                          <a:latin typeface="Courier" pitchFamily="2" charset="0"/>
                        </a:rPr>
                        <a:t> </a:t>
                      </a:r>
                      <a:r>
                        <a:rPr lang="en-US" sz="1800" dirty="0" err="1">
                          <a:effectLst/>
                          <a:latin typeface="Courier" pitchFamily="2" charset="0"/>
                        </a:rPr>
                        <a:t>wbpan</a:t>
                      </a:r>
                      <a:r>
                        <a:rPr lang="en-US" sz="1800" dirty="0">
                          <a:effectLst/>
                          <a:latin typeface="Courier" pitchFamily="2" charset="0"/>
                        </a:rPr>
                        <a:t> </a:t>
                      </a:r>
                      <a:r>
                        <a:rPr lang="en-US" sz="1800" dirty="0" err="1">
                          <a:effectLst/>
                          <a:latin typeface="Courier" pitchFamily="2" charset="0"/>
                        </a:rPr>
                        <a:t>pda</a:t>
                      </a:r>
                      <a:r>
                        <a:rPr lang="en-US" sz="1800" dirty="0">
                          <a:effectLst/>
                          <a:latin typeface="Courier" pitchFamily="2" charset="0"/>
                        </a:rPr>
                        <a:t> </a:t>
                      </a:r>
                      <a:r>
                        <a:rPr lang="en-US" sz="1800" dirty="0" err="1">
                          <a:effectLst/>
                          <a:latin typeface="Courier" pitchFamily="2" charset="0"/>
                        </a:rPr>
                        <a:t>pkcw</a:t>
                      </a:r>
                      <a:r>
                        <a:rPr lang="en-US" sz="1800" dirty="0">
                          <a:effectLst/>
                          <a:latin typeface="Courier" pitchFamily="2" charset="0"/>
                        </a:rPr>
                        <a:t> </a:t>
                      </a:r>
                      <a:r>
                        <a:rPr lang="en-US" sz="1800" dirty="0" err="1">
                          <a:effectLst/>
                          <a:latin typeface="Courier" pitchFamily="2" charset="0"/>
                        </a:rPr>
                        <a:t>lwnpu</a:t>
                      </a:r>
                      <a:r>
                        <a:rPr lang="en-US" sz="1800" dirty="0">
                          <a:effectLst/>
                          <a:latin typeface="Courier" pitchFamily="2" charset="0"/>
                        </a:rPr>
                        <a:t> </a:t>
                      </a:r>
                      <a:endParaRPr dirty="0"/>
                    </a:p>
                  </a:txBody>
                  <a:tcPr/>
                </a:tc>
                <a:extLst>
                  <a:ext uri="{0D108BD9-81ED-4DB2-BD59-A6C34878D82A}">
                    <a16:rowId xmlns:a16="http://schemas.microsoft.com/office/drawing/2014/main" val="3676111067"/>
                  </a:ext>
                </a:extLst>
              </a:tr>
              <a:tr h="370840">
                <a:tc>
                  <a:txBody>
                    <a:bodyPr/>
                    <a:lstStyle/>
                    <a:p>
                      <a:r>
                        <a:rPr lang="vi-VN" dirty="0"/>
                        <a:t>8</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hzzo</a:t>
                      </a:r>
                      <a:r>
                        <a:rPr lang="en-US" sz="1800" dirty="0">
                          <a:effectLst/>
                          <a:latin typeface="Courier" pitchFamily="2" charset="0"/>
                        </a:rPr>
                        <a:t> </a:t>
                      </a:r>
                      <a:r>
                        <a:rPr lang="en-US" sz="1800" dirty="0" err="1">
                          <a:effectLst/>
                          <a:latin typeface="Courier" pitchFamily="2" charset="0"/>
                        </a:rPr>
                        <a:t>hz</a:t>
                      </a:r>
                      <a:r>
                        <a:rPr lang="en-US" sz="1800" dirty="0">
                          <a:effectLst/>
                          <a:latin typeface="Courier" pitchFamily="2" charset="0"/>
                        </a:rPr>
                        <a:t> </a:t>
                      </a:r>
                      <a:r>
                        <a:rPr lang="en-US" sz="1800" dirty="0" err="1">
                          <a:effectLst/>
                          <a:latin typeface="Courier" pitchFamily="2" charset="0"/>
                        </a:rPr>
                        <a:t>vaozm</a:t>
                      </a:r>
                      <a:r>
                        <a:rPr lang="en-US" sz="1800" dirty="0">
                          <a:effectLst/>
                          <a:latin typeface="Courier" pitchFamily="2" charset="0"/>
                        </a:rPr>
                        <a:t> </a:t>
                      </a:r>
                      <a:r>
                        <a:rPr lang="en-US" sz="1800" dirty="0" err="1">
                          <a:effectLst/>
                          <a:latin typeface="Courier" pitchFamily="2" charset="0"/>
                        </a:rPr>
                        <a:t>ocz</a:t>
                      </a:r>
                      <a:r>
                        <a:rPr lang="en-US" sz="1800" dirty="0">
                          <a:effectLst/>
                          <a:latin typeface="Courier" pitchFamily="2" charset="0"/>
                        </a:rPr>
                        <a:t> </a:t>
                      </a:r>
                      <a:r>
                        <a:rPr lang="en-US" sz="1800" dirty="0" err="1">
                          <a:effectLst/>
                          <a:latin typeface="Courier" pitchFamily="2" charset="0"/>
                        </a:rPr>
                        <a:t>ojbv</a:t>
                      </a:r>
                      <a:r>
                        <a:rPr lang="en-US" sz="1800" dirty="0">
                          <a:effectLst/>
                          <a:latin typeface="Courier" pitchFamily="2" charset="0"/>
                        </a:rPr>
                        <a:t> </a:t>
                      </a:r>
                      <a:r>
                        <a:rPr lang="en-US" sz="1800" dirty="0" err="1">
                          <a:effectLst/>
                          <a:latin typeface="Courier" pitchFamily="2" charset="0"/>
                        </a:rPr>
                        <a:t>kvmot</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844510232"/>
                  </a:ext>
                </a:extLst>
              </a:tr>
              <a:tr h="370840">
                <a:tc>
                  <a:txBody>
                    <a:bodyPr/>
                    <a:lstStyle/>
                    <a:p>
                      <a:r>
                        <a:rPr lang="vi-VN" dirty="0"/>
                        <a:t>9</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gyyn</a:t>
                      </a:r>
                      <a:r>
                        <a:rPr lang="en-US" sz="1800" dirty="0">
                          <a:effectLst/>
                          <a:latin typeface="Courier" pitchFamily="2" charset="0"/>
                        </a:rPr>
                        <a:t> </a:t>
                      </a:r>
                      <a:r>
                        <a:rPr lang="en-US" sz="1800" dirty="0" err="1">
                          <a:effectLst/>
                          <a:latin typeface="Courier" pitchFamily="2" charset="0"/>
                        </a:rPr>
                        <a:t>gy</a:t>
                      </a:r>
                      <a:r>
                        <a:rPr lang="en-US" sz="1800" dirty="0">
                          <a:effectLst/>
                          <a:latin typeface="Courier" pitchFamily="2" charset="0"/>
                        </a:rPr>
                        <a:t> </a:t>
                      </a:r>
                      <a:r>
                        <a:rPr lang="en-US" sz="1800" dirty="0" err="1">
                          <a:effectLst/>
                          <a:latin typeface="Courier" pitchFamily="2" charset="0"/>
                        </a:rPr>
                        <a:t>uznyl</a:t>
                      </a:r>
                      <a:r>
                        <a:rPr lang="en-US" sz="1800" dirty="0">
                          <a:effectLst/>
                          <a:latin typeface="Courier" pitchFamily="2" charset="0"/>
                        </a:rPr>
                        <a:t> </a:t>
                      </a:r>
                      <a:r>
                        <a:rPr lang="en-US" sz="1800" dirty="0" err="1">
                          <a:effectLst/>
                          <a:latin typeface="Courier" pitchFamily="2" charset="0"/>
                        </a:rPr>
                        <a:t>nby</a:t>
                      </a:r>
                      <a:r>
                        <a:rPr lang="en-US" sz="1800" dirty="0">
                          <a:effectLst/>
                          <a:latin typeface="Courier" pitchFamily="2" charset="0"/>
                        </a:rPr>
                        <a:t> </a:t>
                      </a:r>
                      <a:r>
                        <a:rPr lang="en-US" sz="1800" dirty="0" err="1">
                          <a:effectLst/>
                          <a:latin typeface="Courier" pitchFamily="2" charset="0"/>
                        </a:rPr>
                        <a:t>niau</a:t>
                      </a:r>
                      <a:r>
                        <a:rPr lang="en-US" sz="1800" dirty="0">
                          <a:effectLst/>
                          <a:latin typeface="Courier" pitchFamily="2" charset="0"/>
                        </a:rPr>
                        <a:t> </a:t>
                      </a:r>
                      <a:r>
                        <a:rPr lang="en-US" sz="1800" dirty="0" err="1">
                          <a:effectLst/>
                          <a:latin typeface="Courier" pitchFamily="2" charset="0"/>
                        </a:rPr>
                        <a:t>julns</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567542185"/>
                  </a:ext>
                </a:extLst>
              </a:tr>
              <a:tr h="370840">
                <a:tc>
                  <a:txBody>
                    <a:bodyPr/>
                    <a:lstStyle/>
                    <a:p>
                      <a:r>
                        <a:rPr lang="vi-VN" dirty="0"/>
                        <a:t>10</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fxxm</a:t>
                      </a:r>
                      <a:r>
                        <a:rPr lang="en-US" sz="1800" dirty="0">
                          <a:effectLst/>
                          <a:latin typeface="Courier" pitchFamily="2" charset="0"/>
                        </a:rPr>
                        <a:t> </a:t>
                      </a:r>
                      <a:r>
                        <a:rPr lang="en-US" sz="1800" dirty="0" err="1">
                          <a:effectLst/>
                          <a:latin typeface="Courier" pitchFamily="2" charset="0"/>
                        </a:rPr>
                        <a:t>fx</a:t>
                      </a:r>
                      <a:r>
                        <a:rPr lang="en-US" sz="1800" dirty="0">
                          <a:effectLst/>
                          <a:latin typeface="Courier" pitchFamily="2" charset="0"/>
                        </a:rPr>
                        <a:t> </a:t>
                      </a:r>
                      <a:r>
                        <a:rPr lang="en-US" sz="1800" dirty="0" err="1">
                          <a:effectLst/>
                          <a:latin typeface="Courier" pitchFamily="2" charset="0"/>
                        </a:rPr>
                        <a:t>tymxk</a:t>
                      </a:r>
                      <a:r>
                        <a:rPr lang="en-US" sz="1800" dirty="0">
                          <a:effectLst/>
                          <a:latin typeface="Courier" pitchFamily="2" charset="0"/>
                        </a:rPr>
                        <a:t> max </a:t>
                      </a:r>
                      <a:r>
                        <a:rPr lang="en-US" sz="1800" dirty="0" err="1">
                          <a:effectLst/>
                          <a:latin typeface="Courier" pitchFamily="2" charset="0"/>
                        </a:rPr>
                        <a:t>mhzt</a:t>
                      </a:r>
                      <a:r>
                        <a:rPr lang="en-US" sz="1800" dirty="0">
                          <a:effectLst/>
                          <a:latin typeface="Courier" pitchFamily="2" charset="0"/>
                        </a:rPr>
                        <a:t> </a:t>
                      </a:r>
                      <a:r>
                        <a:rPr lang="en-US" sz="1800" dirty="0" err="1">
                          <a:effectLst/>
                          <a:latin typeface="Courier" pitchFamily="2" charset="0"/>
                        </a:rPr>
                        <a:t>itkmr</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4165994"/>
                  </a:ext>
                </a:extLst>
              </a:tr>
              <a:tr h="370840">
                <a:tc>
                  <a:txBody>
                    <a:bodyPr/>
                    <a:lstStyle/>
                    <a:p>
                      <a:r>
                        <a:rPr lang="vi-VN" dirty="0"/>
                        <a:t>11</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ewwl</a:t>
                      </a:r>
                      <a:r>
                        <a:rPr lang="en-US" sz="1800" dirty="0">
                          <a:effectLst/>
                          <a:latin typeface="Courier" pitchFamily="2" charset="0"/>
                        </a:rPr>
                        <a:t> </a:t>
                      </a:r>
                      <a:r>
                        <a:rPr lang="en-US" sz="1800" dirty="0" err="1">
                          <a:effectLst/>
                          <a:latin typeface="Courier" pitchFamily="2" charset="0"/>
                        </a:rPr>
                        <a:t>ew</a:t>
                      </a:r>
                      <a:r>
                        <a:rPr lang="en-US" sz="1800" dirty="0">
                          <a:effectLst/>
                          <a:latin typeface="Courier" pitchFamily="2" charset="0"/>
                        </a:rPr>
                        <a:t> </a:t>
                      </a:r>
                      <a:r>
                        <a:rPr lang="en-US" sz="1800" dirty="0" err="1">
                          <a:effectLst/>
                          <a:latin typeface="Courier" pitchFamily="2" charset="0"/>
                        </a:rPr>
                        <a:t>sxlwj</a:t>
                      </a:r>
                      <a:r>
                        <a:rPr lang="en-US" sz="1800" dirty="0">
                          <a:effectLst/>
                          <a:latin typeface="Courier" pitchFamily="2" charset="0"/>
                        </a:rPr>
                        <a:t> </a:t>
                      </a:r>
                      <a:r>
                        <a:rPr lang="en-US" sz="1800" dirty="0" err="1">
                          <a:effectLst/>
                          <a:latin typeface="Courier" pitchFamily="2" charset="0"/>
                        </a:rPr>
                        <a:t>lzw</a:t>
                      </a:r>
                      <a:r>
                        <a:rPr lang="en-US" sz="1800" dirty="0">
                          <a:effectLst/>
                          <a:latin typeface="Courier" pitchFamily="2" charset="0"/>
                        </a:rPr>
                        <a:t> </a:t>
                      </a:r>
                      <a:r>
                        <a:rPr lang="en-US" sz="1800" dirty="0" err="1">
                          <a:effectLst/>
                          <a:latin typeface="Courier" pitchFamily="2" charset="0"/>
                        </a:rPr>
                        <a:t>lgys</a:t>
                      </a:r>
                      <a:r>
                        <a:rPr lang="en-US" sz="1800" dirty="0">
                          <a:effectLst/>
                          <a:latin typeface="Courier" pitchFamily="2" charset="0"/>
                        </a:rPr>
                        <a:t> </a:t>
                      </a:r>
                      <a:r>
                        <a:rPr lang="en-US" sz="1800" dirty="0" err="1">
                          <a:effectLst/>
                          <a:latin typeface="Courier" pitchFamily="2" charset="0"/>
                        </a:rPr>
                        <a:t>hsjlq</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3592886062"/>
                  </a:ext>
                </a:extLst>
              </a:tr>
              <a:tr h="370840">
                <a:tc>
                  <a:txBody>
                    <a:bodyPr/>
                    <a:lstStyle/>
                    <a:p>
                      <a:r>
                        <a:rPr lang="vi-VN" dirty="0"/>
                        <a:t>12</a:t>
                      </a:r>
                      <a:endParaRPr dirty="0"/>
                    </a:p>
                  </a:txBody>
                  <a:tcPr/>
                </a:tc>
                <a:tc>
                  <a:txBody>
                    <a:bodyPr/>
                    <a:lstStyle/>
                    <a:p>
                      <a:r>
                        <a:rPr lang="en-US" sz="1800" dirty="0" err="1">
                          <a:effectLst/>
                          <a:latin typeface="Courier" pitchFamily="2" charset="0"/>
                        </a:rPr>
                        <a:t>dvvk</a:t>
                      </a:r>
                      <a:r>
                        <a:rPr lang="en-US" sz="1800" dirty="0">
                          <a:effectLst/>
                          <a:latin typeface="Courier" pitchFamily="2" charset="0"/>
                        </a:rPr>
                        <a:t> dv </a:t>
                      </a:r>
                      <a:r>
                        <a:rPr lang="en-US" sz="1800" dirty="0" err="1">
                          <a:effectLst/>
                          <a:latin typeface="Courier" pitchFamily="2" charset="0"/>
                        </a:rPr>
                        <a:t>rwkvi</a:t>
                      </a:r>
                      <a:r>
                        <a:rPr lang="en-US" sz="1800" dirty="0">
                          <a:effectLst/>
                          <a:latin typeface="Courier" pitchFamily="2" charset="0"/>
                        </a:rPr>
                        <a:t> </a:t>
                      </a:r>
                      <a:r>
                        <a:rPr lang="en-US" sz="1800" dirty="0" err="1">
                          <a:effectLst/>
                          <a:latin typeface="Courier" pitchFamily="2" charset="0"/>
                        </a:rPr>
                        <a:t>kyv</a:t>
                      </a:r>
                      <a:r>
                        <a:rPr lang="en-US" sz="1800" dirty="0">
                          <a:effectLst/>
                          <a:latin typeface="Courier" pitchFamily="2" charset="0"/>
                        </a:rPr>
                        <a:t> </a:t>
                      </a:r>
                      <a:r>
                        <a:rPr lang="en-US" sz="1800" dirty="0" err="1">
                          <a:effectLst/>
                          <a:latin typeface="Courier" pitchFamily="2" charset="0"/>
                        </a:rPr>
                        <a:t>kfxr</a:t>
                      </a:r>
                      <a:r>
                        <a:rPr lang="en-US" sz="1800" dirty="0">
                          <a:effectLst/>
                          <a:latin typeface="Courier" pitchFamily="2" charset="0"/>
                        </a:rPr>
                        <a:t> </a:t>
                      </a:r>
                      <a:r>
                        <a:rPr lang="en-US" sz="1800" dirty="0" err="1">
                          <a:effectLst/>
                          <a:latin typeface="Courier" pitchFamily="2" charset="0"/>
                        </a:rPr>
                        <a:t>grikp</a:t>
                      </a:r>
                      <a:r>
                        <a:rPr lang="en-US" sz="1800" dirty="0">
                          <a:effectLst/>
                          <a:latin typeface="Courier" pitchFamily="2" charset="0"/>
                        </a:rPr>
                        <a:t> </a:t>
                      </a:r>
                      <a:endParaRPr dirty="0"/>
                    </a:p>
                  </a:txBody>
                  <a:tcPr/>
                </a:tc>
                <a:extLst>
                  <a:ext uri="{0D108BD9-81ED-4DB2-BD59-A6C34878D82A}">
                    <a16:rowId xmlns:a16="http://schemas.microsoft.com/office/drawing/2014/main" val="2441986589"/>
                  </a:ext>
                </a:extLst>
              </a:tr>
              <a:tr h="370840">
                <a:tc>
                  <a:txBody>
                    <a:bodyPr/>
                    <a:lstStyle/>
                    <a:p>
                      <a:r>
                        <a:rPr lang="vi-VN" dirty="0"/>
                        <a:t>13</a:t>
                      </a:r>
                      <a:endParaRPr dirty="0"/>
                    </a:p>
                  </a:txBody>
                  <a:tcPr/>
                </a:tc>
                <a:tc>
                  <a:txBody>
                    <a:bodyPr/>
                    <a:lstStyle/>
                    <a:p>
                      <a:r>
                        <a:rPr lang="en-US" sz="1800" dirty="0" err="1">
                          <a:effectLst/>
                          <a:latin typeface="Courier" pitchFamily="2" charset="0"/>
                        </a:rPr>
                        <a:t>cuuj</a:t>
                      </a:r>
                      <a:r>
                        <a:rPr lang="en-US" sz="1800" dirty="0">
                          <a:effectLst/>
                          <a:latin typeface="Courier" pitchFamily="2" charset="0"/>
                        </a:rPr>
                        <a:t> cu </a:t>
                      </a:r>
                      <a:r>
                        <a:rPr lang="en-US" sz="1800" dirty="0" err="1">
                          <a:effectLst/>
                          <a:latin typeface="Courier" pitchFamily="2" charset="0"/>
                        </a:rPr>
                        <a:t>qvjuh</a:t>
                      </a:r>
                      <a:r>
                        <a:rPr lang="en-US" sz="1800" dirty="0">
                          <a:effectLst/>
                          <a:latin typeface="Courier" pitchFamily="2" charset="0"/>
                        </a:rPr>
                        <a:t> </a:t>
                      </a:r>
                      <a:r>
                        <a:rPr lang="en-US" sz="1800" dirty="0" err="1">
                          <a:effectLst/>
                          <a:latin typeface="Courier" pitchFamily="2" charset="0"/>
                        </a:rPr>
                        <a:t>jxu</a:t>
                      </a:r>
                      <a:r>
                        <a:rPr lang="en-US" sz="1800" dirty="0">
                          <a:effectLst/>
                          <a:latin typeface="Courier" pitchFamily="2" charset="0"/>
                        </a:rPr>
                        <a:t> </a:t>
                      </a:r>
                      <a:r>
                        <a:rPr lang="en-US" sz="1800" dirty="0" err="1">
                          <a:effectLst/>
                          <a:latin typeface="Courier" pitchFamily="2" charset="0"/>
                        </a:rPr>
                        <a:t>jewq</a:t>
                      </a:r>
                      <a:r>
                        <a:rPr lang="en-US" sz="1800" dirty="0">
                          <a:effectLst/>
                          <a:latin typeface="Courier" pitchFamily="2" charset="0"/>
                        </a:rPr>
                        <a:t> </a:t>
                      </a:r>
                      <a:r>
                        <a:rPr lang="en-US" sz="1800" dirty="0" err="1">
                          <a:effectLst/>
                          <a:latin typeface="Courier" pitchFamily="2" charset="0"/>
                        </a:rPr>
                        <a:t>fqhjo</a:t>
                      </a:r>
                      <a:r>
                        <a:rPr lang="en-US" sz="1800" dirty="0">
                          <a:effectLst/>
                          <a:latin typeface="Courier" pitchFamily="2" charset="0"/>
                        </a:rPr>
                        <a:t> </a:t>
                      </a:r>
                      <a:endParaRPr dirty="0"/>
                    </a:p>
                  </a:txBody>
                  <a:tcPr/>
                </a:tc>
                <a:extLst>
                  <a:ext uri="{0D108BD9-81ED-4DB2-BD59-A6C34878D82A}">
                    <a16:rowId xmlns:a16="http://schemas.microsoft.com/office/drawing/2014/main" val="2958641355"/>
                  </a:ext>
                </a:extLst>
              </a:tr>
            </a:tbl>
          </a:graphicData>
        </a:graphic>
      </p:graphicFrame>
      <p:sp>
        <p:nvSpPr>
          <p:cNvPr id="12" name="TextBox 11">
            <a:extLst>
              <a:ext uri="{FF2B5EF4-FFF2-40B4-BE49-F238E27FC236}">
                <a16:creationId xmlns:a16="http://schemas.microsoft.com/office/drawing/2014/main" id="{81070CC9-B90D-9518-2F06-2AE2B6854913}"/>
              </a:ext>
            </a:extLst>
          </p:cNvPr>
          <p:cNvSpPr txBox="1"/>
          <p:nvPr/>
        </p:nvSpPr>
        <p:spPr>
          <a:xfrm>
            <a:off x="6404262" y="2836830"/>
            <a:ext cx="2504661" cy="923330"/>
          </a:xfrm>
          <a:prstGeom prst="rect">
            <a:avLst/>
          </a:prstGeom>
          <a:noFill/>
        </p:spPr>
        <p:txBody>
          <a:bodyPr wrap="square">
            <a:spAutoFit/>
          </a:bodyPr>
          <a:lstStyle/>
          <a:p>
            <a:r>
              <a:rPr lang="en-US" sz="1800" dirty="0">
                <a:effectLst/>
                <a:latin typeface="TimesTen"/>
              </a:rPr>
              <a:t>Brute-Force Cryptanalysis of Caesar Cipher </a:t>
            </a:r>
            <a:endParaRPr lang="en-US" dirty="0"/>
          </a:p>
        </p:txBody>
      </p:sp>
    </p:spTree>
    <p:extLst>
      <p:ext uri="{BB962C8B-B14F-4D97-AF65-F5344CB8AC3E}">
        <p14:creationId xmlns:p14="http://schemas.microsoft.com/office/powerpoint/2010/main" val="4154706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01753D-3E9A-6E5C-A3C3-A050134356CC}"/>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8A1E6D82-C3D8-E946-B3AC-56FE379BEFA6}"/>
              </a:ext>
            </a:extLst>
          </p:cNvPr>
          <p:cNvSpPr>
            <a:spLocks noGrp="1"/>
          </p:cNvSpPr>
          <p:nvPr>
            <p:ph type="title"/>
          </p:nvPr>
        </p:nvSpPr>
        <p:spPr/>
        <p:txBody>
          <a:bodyPr/>
          <a:lstStyle/>
          <a:p>
            <a:r>
              <a:rPr lang="en-US" altLang="en-US" sz="2800" baseline="0" dirty="0"/>
              <a:t>Monoalphabetic Ciphers: </a:t>
            </a:r>
            <a:r>
              <a:rPr lang="en-US" altLang="en-US" sz="2800" baseline="0" dirty="0" err="1"/>
              <a:t>Mã</a:t>
            </a:r>
            <a:r>
              <a:rPr lang="en-US" altLang="en-US" sz="2800" baseline="0" dirty="0"/>
              <a:t> </a:t>
            </a:r>
            <a:r>
              <a:rPr lang="en-US" altLang="en-US" sz="2800" baseline="0" dirty="0" err="1"/>
              <a:t>đơn</a:t>
            </a:r>
            <a:r>
              <a:rPr lang="en-US" altLang="en-US" sz="2800" baseline="0" dirty="0"/>
              <a:t> </a:t>
            </a:r>
            <a:r>
              <a:rPr lang="en-US" altLang="en-US" sz="2800" baseline="0" dirty="0" err="1"/>
              <a:t>ký</a:t>
            </a:r>
            <a:r>
              <a:rPr lang="en-US" altLang="en-US" sz="2800" baseline="0" dirty="0"/>
              <a:t> </a:t>
            </a:r>
            <a:r>
              <a:rPr lang="en-US" altLang="en-US" sz="2800" baseline="0" dirty="0" err="1"/>
              <a:t>tự</a:t>
            </a:r>
            <a:endParaRPr dirty="0"/>
          </a:p>
        </p:txBody>
      </p:sp>
      <p:graphicFrame>
        <p:nvGraphicFramePr>
          <p:cNvPr id="5" name="Table 5">
            <a:extLst>
              <a:ext uri="{FF2B5EF4-FFF2-40B4-BE49-F238E27FC236}">
                <a16:creationId xmlns:a16="http://schemas.microsoft.com/office/drawing/2014/main" id="{9BBBC78D-1056-E417-8174-969C3062F4F0}"/>
              </a:ext>
            </a:extLst>
          </p:cNvPr>
          <p:cNvGraphicFramePr>
            <a:graphicFrameLocks noGrp="1"/>
          </p:cNvGraphicFramePr>
          <p:nvPr>
            <p:ph sz="quarter" idx="13"/>
            <p:extLst>
              <p:ext uri="{D42A27DB-BD31-4B8C-83A1-F6EECF244321}">
                <p14:modId xmlns:p14="http://schemas.microsoft.com/office/powerpoint/2010/main" val="979455619"/>
              </p:ext>
            </p:extLst>
          </p:nvPr>
        </p:nvGraphicFramePr>
        <p:xfrm>
          <a:off x="235077" y="1018540"/>
          <a:ext cx="5344214" cy="4820920"/>
        </p:xfrm>
        <a:graphic>
          <a:graphicData uri="http://schemas.openxmlformats.org/drawingml/2006/table">
            <a:tbl>
              <a:tblPr firstRow="1" bandRow="1">
                <a:tableStyleId>{5C22544A-7EE6-4342-B048-85BDC9FD1C3A}</a:tableStyleId>
              </a:tblPr>
              <a:tblGrid>
                <a:gridCol w="617715">
                  <a:extLst>
                    <a:ext uri="{9D8B030D-6E8A-4147-A177-3AD203B41FA5}">
                      <a16:colId xmlns:a16="http://schemas.microsoft.com/office/drawing/2014/main" val="1357656555"/>
                    </a:ext>
                  </a:extLst>
                </a:gridCol>
                <a:gridCol w="4726499">
                  <a:extLst>
                    <a:ext uri="{9D8B030D-6E8A-4147-A177-3AD203B41FA5}">
                      <a16:colId xmlns:a16="http://schemas.microsoft.com/office/drawing/2014/main" val="3339438198"/>
                    </a:ext>
                  </a:extLst>
                </a:gridCol>
              </a:tblGrid>
              <a:tr h="370840">
                <a:tc>
                  <a:txBody>
                    <a:bodyPr/>
                    <a:lstStyle/>
                    <a:p>
                      <a:r>
                        <a:rPr lang="vi-VN" dirty="0"/>
                        <a:t>Key</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urier" pitchFamily="2" charset="0"/>
                        </a:rPr>
                        <a:t>PHHW PH DIWHU WKH WRJD SDUWB KEY </a:t>
                      </a:r>
                      <a:endParaRPr lang="en-US" dirty="0">
                        <a:effectLst/>
                      </a:endParaRPr>
                    </a:p>
                  </a:txBody>
                  <a:tcPr/>
                </a:tc>
                <a:extLst>
                  <a:ext uri="{0D108BD9-81ED-4DB2-BD59-A6C34878D82A}">
                    <a16:rowId xmlns:a16="http://schemas.microsoft.com/office/drawing/2014/main" val="3786927446"/>
                  </a:ext>
                </a:extLst>
              </a:tr>
              <a:tr h="370840">
                <a:tc>
                  <a:txBody>
                    <a:bodyPr/>
                    <a:lstStyle/>
                    <a:p>
                      <a:r>
                        <a:rPr lang="vi-VN" dirty="0"/>
                        <a:t>14</a:t>
                      </a:r>
                      <a:endParaRPr dirty="0"/>
                    </a:p>
                  </a:txBody>
                  <a:tcPr/>
                </a:tc>
                <a:tc>
                  <a:txBody>
                    <a:bodyPr/>
                    <a:lstStyle/>
                    <a:p>
                      <a:r>
                        <a:rPr lang="en-US" sz="1800" dirty="0" err="1">
                          <a:effectLst/>
                          <a:latin typeface="Courier" pitchFamily="2" charset="0"/>
                        </a:rPr>
                        <a:t>btti</a:t>
                      </a:r>
                      <a:r>
                        <a:rPr lang="en-US" sz="1800" dirty="0">
                          <a:effectLst/>
                          <a:latin typeface="Courier" pitchFamily="2" charset="0"/>
                        </a:rPr>
                        <a:t> </a:t>
                      </a:r>
                      <a:r>
                        <a:rPr lang="en-US" sz="1800" dirty="0" err="1">
                          <a:effectLst/>
                          <a:latin typeface="Courier" pitchFamily="2" charset="0"/>
                        </a:rPr>
                        <a:t>bt</a:t>
                      </a:r>
                      <a:r>
                        <a:rPr lang="en-US" sz="1800" dirty="0">
                          <a:effectLst/>
                          <a:latin typeface="Courier" pitchFamily="2" charset="0"/>
                        </a:rPr>
                        <a:t> </a:t>
                      </a:r>
                      <a:r>
                        <a:rPr lang="en-US" sz="1800" dirty="0" err="1">
                          <a:effectLst/>
                          <a:latin typeface="Courier" pitchFamily="2" charset="0"/>
                        </a:rPr>
                        <a:t>puitg</a:t>
                      </a:r>
                      <a:r>
                        <a:rPr lang="en-US" sz="1800" dirty="0">
                          <a:effectLst/>
                          <a:latin typeface="Courier" pitchFamily="2" charset="0"/>
                        </a:rPr>
                        <a:t> </a:t>
                      </a:r>
                      <a:r>
                        <a:rPr lang="en-US" sz="1800" dirty="0" err="1">
                          <a:effectLst/>
                          <a:latin typeface="Courier" pitchFamily="2" charset="0"/>
                        </a:rPr>
                        <a:t>iwt</a:t>
                      </a:r>
                      <a:r>
                        <a:rPr lang="en-US" sz="1800" dirty="0">
                          <a:effectLst/>
                          <a:latin typeface="Courier" pitchFamily="2" charset="0"/>
                        </a:rPr>
                        <a:t> </a:t>
                      </a:r>
                      <a:r>
                        <a:rPr lang="en-US" sz="1800" dirty="0" err="1">
                          <a:effectLst/>
                          <a:latin typeface="Courier" pitchFamily="2" charset="0"/>
                        </a:rPr>
                        <a:t>idvp</a:t>
                      </a:r>
                      <a:r>
                        <a:rPr lang="en-US" sz="1800" dirty="0">
                          <a:effectLst/>
                          <a:latin typeface="Courier" pitchFamily="2" charset="0"/>
                        </a:rPr>
                        <a:t> </a:t>
                      </a:r>
                      <a:r>
                        <a:rPr lang="en-US" sz="1800" dirty="0" err="1">
                          <a:effectLst/>
                          <a:latin typeface="Courier" pitchFamily="2" charset="0"/>
                        </a:rPr>
                        <a:t>epgin</a:t>
                      </a:r>
                      <a:r>
                        <a:rPr lang="en-US" sz="1800" dirty="0">
                          <a:effectLst/>
                          <a:latin typeface="Courier" pitchFamily="2" charset="0"/>
                        </a:rPr>
                        <a:t> </a:t>
                      </a:r>
                      <a:endParaRPr dirty="0"/>
                    </a:p>
                  </a:txBody>
                  <a:tcPr/>
                </a:tc>
                <a:extLst>
                  <a:ext uri="{0D108BD9-81ED-4DB2-BD59-A6C34878D82A}">
                    <a16:rowId xmlns:a16="http://schemas.microsoft.com/office/drawing/2014/main" val="2825785751"/>
                  </a:ext>
                </a:extLst>
              </a:tr>
              <a:tr h="370840">
                <a:tc>
                  <a:txBody>
                    <a:bodyPr/>
                    <a:lstStyle/>
                    <a:p>
                      <a:r>
                        <a:rPr lang="vi-VN" dirty="0"/>
                        <a:t>15</a:t>
                      </a:r>
                      <a:endParaRPr dirty="0"/>
                    </a:p>
                  </a:txBody>
                  <a:tcPr/>
                </a:tc>
                <a:tc>
                  <a:txBody>
                    <a:bodyPr/>
                    <a:lstStyle/>
                    <a:p>
                      <a:r>
                        <a:rPr lang="en-US" sz="1800" dirty="0" err="1">
                          <a:effectLst/>
                          <a:latin typeface="Courier" pitchFamily="2" charset="0"/>
                        </a:rPr>
                        <a:t>assh</a:t>
                      </a:r>
                      <a:r>
                        <a:rPr lang="en-US" sz="1800" dirty="0">
                          <a:effectLst/>
                          <a:latin typeface="Courier" pitchFamily="2" charset="0"/>
                        </a:rPr>
                        <a:t> as </a:t>
                      </a:r>
                      <a:r>
                        <a:rPr lang="en-US" sz="1800" dirty="0" err="1">
                          <a:effectLst/>
                          <a:latin typeface="Courier" pitchFamily="2" charset="0"/>
                        </a:rPr>
                        <a:t>othsf</a:t>
                      </a:r>
                      <a:r>
                        <a:rPr lang="en-US" sz="1800" dirty="0">
                          <a:effectLst/>
                          <a:latin typeface="Courier" pitchFamily="2" charset="0"/>
                        </a:rPr>
                        <a:t> </a:t>
                      </a:r>
                      <a:r>
                        <a:rPr lang="en-US" sz="1800" dirty="0" err="1">
                          <a:effectLst/>
                          <a:latin typeface="Courier" pitchFamily="2" charset="0"/>
                        </a:rPr>
                        <a:t>hvs</a:t>
                      </a:r>
                      <a:r>
                        <a:rPr lang="en-US" sz="1800" dirty="0">
                          <a:effectLst/>
                          <a:latin typeface="Courier" pitchFamily="2" charset="0"/>
                        </a:rPr>
                        <a:t> </a:t>
                      </a:r>
                      <a:r>
                        <a:rPr lang="en-US" sz="1800" dirty="0" err="1">
                          <a:effectLst/>
                          <a:latin typeface="Courier" pitchFamily="2" charset="0"/>
                        </a:rPr>
                        <a:t>hcuo</a:t>
                      </a:r>
                      <a:r>
                        <a:rPr lang="en-US" sz="1800" dirty="0">
                          <a:effectLst/>
                          <a:latin typeface="Courier" pitchFamily="2" charset="0"/>
                        </a:rPr>
                        <a:t> </a:t>
                      </a:r>
                      <a:r>
                        <a:rPr lang="en-US" sz="1800" dirty="0" err="1">
                          <a:effectLst/>
                          <a:latin typeface="Courier" pitchFamily="2" charset="0"/>
                        </a:rPr>
                        <a:t>dofhm</a:t>
                      </a:r>
                      <a:r>
                        <a:rPr lang="en-US" sz="1800" dirty="0">
                          <a:effectLst/>
                          <a:latin typeface="Courier" pitchFamily="2" charset="0"/>
                        </a:rPr>
                        <a:t> </a:t>
                      </a:r>
                      <a:endParaRPr dirty="0"/>
                    </a:p>
                  </a:txBody>
                  <a:tcPr/>
                </a:tc>
                <a:extLst>
                  <a:ext uri="{0D108BD9-81ED-4DB2-BD59-A6C34878D82A}">
                    <a16:rowId xmlns:a16="http://schemas.microsoft.com/office/drawing/2014/main" val="2845713171"/>
                  </a:ext>
                </a:extLst>
              </a:tr>
              <a:tr h="370840">
                <a:tc>
                  <a:txBody>
                    <a:bodyPr/>
                    <a:lstStyle/>
                    <a:p>
                      <a:r>
                        <a:rPr lang="vi-VN" dirty="0"/>
                        <a:t>16</a:t>
                      </a:r>
                      <a:endParaRPr dirty="0"/>
                    </a:p>
                  </a:txBody>
                  <a:tcPr/>
                </a:tc>
                <a:tc>
                  <a:txBody>
                    <a:bodyPr/>
                    <a:lstStyle/>
                    <a:p>
                      <a:r>
                        <a:rPr lang="en-US" sz="1800" dirty="0" err="1">
                          <a:effectLst/>
                          <a:latin typeface="Courier" pitchFamily="2" charset="0"/>
                        </a:rPr>
                        <a:t>zrrg</a:t>
                      </a:r>
                      <a:r>
                        <a:rPr lang="en-US" sz="1800" dirty="0">
                          <a:effectLst/>
                          <a:latin typeface="Courier" pitchFamily="2" charset="0"/>
                        </a:rPr>
                        <a:t> </a:t>
                      </a:r>
                      <a:r>
                        <a:rPr lang="en-US" sz="1800" dirty="0" err="1">
                          <a:effectLst/>
                          <a:latin typeface="Courier" pitchFamily="2" charset="0"/>
                        </a:rPr>
                        <a:t>zr</a:t>
                      </a:r>
                      <a:r>
                        <a:rPr lang="en-US" sz="1800" dirty="0">
                          <a:effectLst/>
                          <a:latin typeface="Courier" pitchFamily="2" charset="0"/>
                        </a:rPr>
                        <a:t> </a:t>
                      </a:r>
                      <a:r>
                        <a:rPr lang="en-US" sz="1800" dirty="0" err="1">
                          <a:effectLst/>
                          <a:latin typeface="Courier" pitchFamily="2" charset="0"/>
                        </a:rPr>
                        <a:t>nsgre</a:t>
                      </a:r>
                      <a:r>
                        <a:rPr lang="en-US" sz="1800" dirty="0">
                          <a:effectLst/>
                          <a:latin typeface="Courier" pitchFamily="2" charset="0"/>
                        </a:rPr>
                        <a:t> </a:t>
                      </a:r>
                      <a:r>
                        <a:rPr lang="en-US" sz="1800" dirty="0" err="1">
                          <a:effectLst/>
                          <a:latin typeface="Courier" pitchFamily="2" charset="0"/>
                        </a:rPr>
                        <a:t>gur</a:t>
                      </a:r>
                      <a:r>
                        <a:rPr lang="en-US" sz="1800" dirty="0">
                          <a:effectLst/>
                          <a:latin typeface="Courier" pitchFamily="2" charset="0"/>
                        </a:rPr>
                        <a:t> </a:t>
                      </a:r>
                      <a:r>
                        <a:rPr lang="en-US" sz="1800" dirty="0" err="1">
                          <a:effectLst/>
                          <a:latin typeface="Courier" pitchFamily="2" charset="0"/>
                        </a:rPr>
                        <a:t>gbtn</a:t>
                      </a:r>
                      <a:r>
                        <a:rPr lang="en-US" sz="1800" dirty="0">
                          <a:effectLst/>
                          <a:latin typeface="Courier" pitchFamily="2" charset="0"/>
                        </a:rPr>
                        <a:t> </a:t>
                      </a:r>
                      <a:r>
                        <a:rPr lang="en-US" sz="1800" dirty="0" err="1">
                          <a:effectLst/>
                          <a:latin typeface="Courier" pitchFamily="2" charset="0"/>
                        </a:rPr>
                        <a:t>cnegl</a:t>
                      </a:r>
                      <a:r>
                        <a:rPr lang="en-US" sz="1800" dirty="0">
                          <a:effectLst/>
                          <a:latin typeface="Courier" pitchFamily="2" charset="0"/>
                        </a:rPr>
                        <a:t> </a:t>
                      </a:r>
                      <a:endParaRPr dirty="0"/>
                    </a:p>
                  </a:txBody>
                  <a:tcPr/>
                </a:tc>
                <a:extLst>
                  <a:ext uri="{0D108BD9-81ED-4DB2-BD59-A6C34878D82A}">
                    <a16:rowId xmlns:a16="http://schemas.microsoft.com/office/drawing/2014/main" val="2239519528"/>
                  </a:ext>
                </a:extLst>
              </a:tr>
              <a:tr h="370840">
                <a:tc>
                  <a:txBody>
                    <a:bodyPr/>
                    <a:lstStyle/>
                    <a:p>
                      <a:r>
                        <a:rPr lang="vi-VN" dirty="0"/>
                        <a:t>17</a:t>
                      </a:r>
                      <a:endParaRPr dirty="0"/>
                    </a:p>
                  </a:txBody>
                  <a:tcPr/>
                </a:tc>
                <a:tc>
                  <a:txBody>
                    <a:bodyPr/>
                    <a:lstStyle/>
                    <a:p>
                      <a:r>
                        <a:rPr lang="en-US" sz="1800" dirty="0" err="1">
                          <a:effectLst/>
                          <a:latin typeface="Courier" pitchFamily="2" charset="0"/>
                        </a:rPr>
                        <a:t>yqqf</a:t>
                      </a:r>
                      <a:r>
                        <a:rPr lang="en-US" sz="1800" dirty="0">
                          <a:effectLst/>
                          <a:latin typeface="Courier" pitchFamily="2" charset="0"/>
                        </a:rPr>
                        <a:t> </a:t>
                      </a:r>
                      <a:r>
                        <a:rPr lang="en-US" sz="1800" dirty="0" err="1">
                          <a:effectLst/>
                          <a:latin typeface="Courier" pitchFamily="2" charset="0"/>
                        </a:rPr>
                        <a:t>yq</a:t>
                      </a:r>
                      <a:r>
                        <a:rPr lang="en-US" sz="1800" dirty="0">
                          <a:effectLst/>
                          <a:latin typeface="Courier" pitchFamily="2" charset="0"/>
                        </a:rPr>
                        <a:t> </a:t>
                      </a:r>
                      <a:r>
                        <a:rPr lang="en-US" sz="1800" dirty="0" err="1">
                          <a:effectLst/>
                          <a:latin typeface="Courier" pitchFamily="2" charset="0"/>
                        </a:rPr>
                        <a:t>mrfqd</a:t>
                      </a:r>
                      <a:r>
                        <a:rPr lang="en-US" sz="1800" dirty="0">
                          <a:effectLst/>
                          <a:latin typeface="Courier" pitchFamily="2" charset="0"/>
                        </a:rPr>
                        <a:t> </a:t>
                      </a:r>
                      <a:r>
                        <a:rPr lang="en-US" sz="1800" dirty="0" err="1">
                          <a:effectLst/>
                          <a:latin typeface="Courier" pitchFamily="2" charset="0"/>
                        </a:rPr>
                        <a:t>ftq</a:t>
                      </a:r>
                      <a:r>
                        <a:rPr lang="en-US" sz="1800" dirty="0">
                          <a:effectLst/>
                          <a:latin typeface="Courier" pitchFamily="2" charset="0"/>
                        </a:rPr>
                        <a:t> </a:t>
                      </a:r>
                      <a:r>
                        <a:rPr lang="en-US" sz="1800" dirty="0" err="1">
                          <a:effectLst/>
                          <a:latin typeface="Courier" pitchFamily="2" charset="0"/>
                        </a:rPr>
                        <a:t>fasm</a:t>
                      </a:r>
                      <a:r>
                        <a:rPr lang="en-US" sz="1800" dirty="0">
                          <a:effectLst/>
                          <a:latin typeface="Courier" pitchFamily="2" charset="0"/>
                        </a:rPr>
                        <a:t> </a:t>
                      </a:r>
                      <a:r>
                        <a:rPr lang="en-US" sz="1800" dirty="0" err="1">
                          <a:effectLst/>
                          <a:latin typeface="Courier" pitchFamily="2" charset="0"/>
                        </a:rPr>
                        <a:t>bmdfk</a:t>
                      </a:r>
                      <a:r>
                        <a:rPr lang="en-US" sz="1800" dirty="0">
                          <a:effectLst/>
                          <a:latin typeface="Courier" pitchFamily="2" charset="0"/>
                        </a:rPr>
                        <a:t> </a:t>
                      </a:r>
                      <a:endParaRPr dirty="0"/>
                    </a:p>
                  </a:txBody>
                  <a:tcPr/>
                </a:tc>
                <a:extLst>
                  <a:ext uri="{0D108BD9-81ED-4DB2-BD59-A6C34878D82A}">
                    <a16:rowId xmlns:a16="http://schemas.microsoft.com/office/drawing/2014/main" val="3676111067"/>
                  </a:ext>
                </a:extLst>
              </a:tr>
              <a:tr h="370840">
                <a:tc>
                  <a:txBody>
                    <a:bodyPr/>
                    <a:lstStyle/>
                    <a:p>
                      <a:r>
                        <a:rPr lang="vi-VN" dirty="0"/>
                        <a:t>18</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xppe</a:t>
                      </a:r>
                      <a:r>
                        <a:rPr lang="en-US" sz="1800" dirty="0">
                          <a:effectLst/>
                          <a:latin typeface="Courier" pitchFamily="2" charset="0"/>
                        </a:rPr>
                        <a:t> </a:t>
                      </a:r>
                      <a:r>
                        <a:rPr lang="en-US" sz="1800" dirty="0" err="1">
                          <a:effectLst/>
                          <a:latin typeface="Courier" pitchFamily="2" charset="0"/>
                        </a:rPr>
                        <a:t>xp</a:t>
                      </a:r>
                      <a:r>
                        <a:rPr lang="en-US" sz="1800" dirty="0">
                          <a:effectLst/>
                          <a:latin typeface="Courier" pitchFamily="2" charset="0"/>
                        </a:rPr>
                        <a:t> </a:t>
                      </a:r>
                      <a:r>
                        <a:rPr lang="en-US" sz="1800" dirty="0" err="1">
                          <a:effectLst/>
                          <a:latin typeface="Courier" pitchFamily="2" charset="0"/>
                        </a:rPr>
                        <a:t>lqepc</a:t>
                      </a:r>
                      <a:r>
                        <a:rPr lang="en-US" sz="1800" dirty="0">
                          <a:effectLst/>
                          <a:latin typeface="Courier" pitchFamily="2" charset="0"/>
                        </a:rPr>
                        <a:t> </a:t>
                      </a:r>
                      <a:r>
                        <a:rPr lang="en-US" sz="1800" dirty="0" err="1">
                          <a:effectLst/>
                          <a:latin typeface="Courier" pitchFamily="2" charset="0"/>
                        </a:rPr>
                        <a:t>esp</a:t>
                      </a:r>
                      <a:r>
                        <a:rPr lang="en-US" sz="1800" dirty="0">
                          <a:effectLst/>
                          <a:latin typeface="Courier" pitchFamily="2" charset="0"/>
                        </a:rPr>
                        <a:t> </a:t>
                      </a:r>
                      <a:r>
                        <a:rPr lang="en-US" sz="1800" dirty="0" err="1">
                          <a:effectLst/>
                          <a:latin typeface="Courier" pitchFamily="2" charset="0"/>
                        </a:rPr>
                        <a:t>ezrl</a:t>
                      </a:r>
                      <a:r>
                        <a:rPr lang="en-US" sz="1800" dirty="0">
                          <a:effectLst/>
                          <a:latin typeface="Courier" pitchFamily="2" charset="0"/>
                        </a:rPr>
                        <a:t> </a:t>
                      </a:r>
                      <a:r>
                        <a:rPr lang="en-US" sz="1800" dirty="0" err="1">
                          <a:effectLst/>
                          <a:latin typeface="Courier" pitchFamily="2" charset="0"/>
                        </a:rPr>
                        <a:t>alcej</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844510232"/>
                  </a:ext>
                </a:extLst>
              </a:tr>
              <a:tr h="370840">
                <a:tc>
                  <a:txBody>
                    <a:bodyPr/>
                    <a:lstStyle/>
                    <a:p>
                      <a:r>
                        <a:rPr lang="vi-VN" dirty="0"/>
                        <a:t>19</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urier" pitchFamily="2" charset="0"/>
                        </a:rPr>
                        <a:t>wood wo </a:t>
                      </a:r>
                      <a:r>
                        <a:rPr lang="en-US" sz="1800" dirty="0" err="1">
                          <a:effectLst/>
                          <a:latin typeface="Courier" pitchFamily="2" charset="0"/>
                        </a:rPr>
                        <a:t>kpdob</a:t>
                      </a:r>
                      <a:r>
                        <a:rPr lang="en-US" sz="1800" dirty="0">
                          <a:effectLst/>
                          <a:latin typeface="Courier" pitchFamily="2" charset="0"/>
                        </a:rPr>
                        <a:t> </a:t>
                      </a:r>
                      <a:r>
                        <a:rPr lang="en-US" sz="1800" dirty="0" err="1">
                          <a:effectLst/>
                          <a:latin typeface="Courier" pitchFamily="2" charset="0"/>
                        </a:rPr>
                        <a:t>dro</a:t>
                      </a:r>
                      <a:r>
                        <a:rPr lang="en-US" sz="1800" dirty="0">
                          <a:effectLst/>
                          <a:latin typeface="Courier" pitchFamily="2" charset="0"/>
                        </a:rPr>
                        <a:t> </a:t>
                      </a:r>
                      <a:r>
                        <a:rPr lang="en-US" sz="1800" dirty="0" err="1">
                          <a:effectLst/>
                          <a:latin typeface="Courier" pitchFamily="2" charset="0"/>
                        </a:rPr>
                        <a:t>dyqk</a:t>
                      </a:r>
                      <a:r>
                        <a:rPr lang="en-US" sz="1800" dirty="0">
                          <a:effectLst/>
                          <a:latin typeface="Courier" pitchFamily="2" charset="0"/>
                        </a:rPr>
                        <a:t> </a:t>
                      </a:r>
                      <a:r>
                        <a:rPr lang="en-US" sz="1800" dirty="0" err="1">
                          <a:effectLst/>
                          <a:latin typeface="Courier" pitchFamily="2" charset="0"/>
                        </a:rPr>
                        <a:t>zkbdi</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567542185"/>
                  </a:ext>
                </a:extLst>
              </a:tr>
              <a:tr h="370840">
                <a:tc>
                  <a:txBody>
                    <a:bodyPr/>
                    <a:lstStyle/>
                    <a:p>
                      <a:r>
                        <a:rPr lang="vi-VN" dirty="0"/>
                        <a:t>20</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vnnc</a:t>
                      </a:r>
                      <a:r>
                        <a:rPr lang="en-US" sz="1800" dirty="0">
                          <a:effectLst/>
                          <a:latin typeface="Courier" pitchFamily="2" charset="0"/>
                        </a:rPr>
                        <a:t> </a:t>
                      </a:r>
                      <a:r>
                        <a:rPr lang="en-US" sz="1800" dirty="0" err="1">
                          <a:effectLst/>
                          <a:latin typeface="Courier" pitchFamily="2" charset="0"/>
                        </a:rPr>
                        <a:t>vn</a:t>
                      </a:r>
                      <a:r>
                        <a:rPr lang="en-US" sz="1800" dirty="0">
                          <a:effectLst/>
                          <a:latin typeface="Courier" pitchFamily="2" charset="0"/>
                        </a:rPr>
                        <a:t> </a:t>
                      </a:r>
                      <a:r>
                        <a:rPr lang="en-US" sz="1800" dirty="0" err="1">
                          <a:effectLst/>
                          <a:latin typeface="Courier" pitchFamily="2" charset="0"/>
                        </a:rPr>
                        <a:t>jocna</a:t>
                      </a:r>
                      <a:r>
                        <a:rPr lang="en-US" sz="1800" dirty="0">
                          <a:effectLst/>
                          <a:latin typeface="Courier" pitchFamily="2" charset="0"/>
                        </a:rPr>
                        <a:t> </a:t>
                      </a:r>
                      <a:r>
                        <a:rPr lang="en-US" sz="1800" dirty="0" err="1">
                          <a:effectLst/>
                          <a:latin typeface="Courier" pitchFamily="2" charset="0"/>
                        </a:rPr>
                        <a:t>cqn</a:t>
                      </a:r>
                      <a:r>
                        <a:rPr lang="en-US" sz="1800" dirty="0">
                          <a:effectLst/>
                          <a:latin typeface="Courier" pitchFamily="2" charset="0"/>
                        </a:rPr>
                        <a:t> </a:t>
                      </a:r>
                      <a:r>
                        <a:rPr lang="en-US" sz="1800" dirty="0" err="1">
                          <a:effectLst/>
                          <a:latin typeface="Courier" pitchFamily="2" charset="0"/>
                        </a:rPr>
                        <a:t>cxpj</a:t>
                      </a:r>
                      <a:r>
                        <a:rPr lang="en-US" sz="1800" dirty="0">
                          <a:effectLst/>
                          <a:latin typeface="Courier" pitchFamily="2" charset="0"/>
                        </a:rPr>
                        <a:t> </a:t>
                      </a:r>
                      <a:r>
                        <a:rPr lang="en-US" sz="1800" dirty="0" err="1">
                          <a:effectLst/>
                          <a:latin typeface="Courier" pitchFamily="2" charset="0"/>
                        </a:rPr>
                        <a:t>yjach</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4165994"/>
                  </a:ext>
                </a:extLst>
              </a:tr>
              <a:tr h="370840">
                <a:tc>
                  <a:txBody>
                    <a:bodyPr/>
                    <a:lstStyle/>
                    <a:p>
                      <a:r>
                        <a:rPr lang="vi-VN" dirty="0"/>
                        <a:t>21</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ummb</a:t>
                      </a:r>
                      <a:r>
                        <a:rPr lang="en-US" sz="1800" dirty="0">
                          <a:effectLst/>
                          <a:latin typeface="Courier" pitchFamily="2" charset="0"/>
                        </a:rPr>
                        <a:t> um </a:t>
                      </a:r>
                      <a:r>
                        <a:rPr lang="en-US" sz="1800" dirty="0" err="1">
                          <a:effectLst/>
                          <a:latin typeface="Courier" pitchFamily="2" charset="0"/>
                        </a:rPr>
                        <a:t>inbmz</a:t>
                      </a:r>
                      <a:r>
                        <a:rPr lang="en-US" sz="1800" dirty="0">
                          <a:effectLst/>
                          <a:latin typeface="Courier" pitchFamily="2" charset="0"/>
                        </a:rPr>
                        <a:t> bpm </a:t>
                      </a:r>
                      <a:r>
                        <a:rPr lang="en-US" sz="1800" dirty="0" err="1">
                          <a:effectLst/>
                          <a:latin typeface="Courier" pitchFamily="2" charset="0"/>
                        </a:rPr>
                        <a:t>bwoi</a:t>
                      </a:r>
                      <a:r>
                        <a:rPr lang="en-US" sz="1800" dirty="0">
                          <a:effectLst/>
                          <a:latin typeface="Courier" pitchFamily="2" charset="0"/>
                        </a:rPr>
                        <a:t> </a:t>
                      </a:r>
                      <a:r>
                        <a:rPr lang="en-US" sz="1800" dirty="0" err="1">
                          <a:effectLst/>
                          <a:latin typeface="Courier" pitchFamily="2" charset="0"/>
                        </a:rPr>
                        <a:t>xizbg</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290038108"/>
                  </a:ext>
                </a:extLst>
              </a:tr>
              <a:tr h="370840">
                <a:tc>
                  <a:txBody>
                    <a:bodyPr/>
                    <a:lstStyle/>
                    <a:p>
                      <a:r>
                        <a:rPr lang="vi-VN" dirty="0"/>
                        <a:t>22</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tlla</a:t>
                      </a:r>
                      <a:r>
                        <a:rPr lang="en-US" sz="1800" dirty="0">
                          <a:effectLst/>
                          <a:latin typeface="Courier" pitchFamily="2" charset="0"/>
                        </a:rPr>
                        <a:t> </a:t>
                      </a:r>
                      <a:r>
                        <a:rPr lang="en-US" sz="1800" dirty="0" err="1">
                          <a:effectLst/>
                          <a:latin typeface="Courier" pitchFamily="2" charset="0"/>
                        </a:rPr>
                        <a:t>tl</a:t>
                      </a:r>
                      <a:r>
                        <a:rPr lang="en-US" sz="1800" dirty="0">
                          <a:effectLst/>
                          <a:latin typeface="Courier" pitchFamily="2" charset="0"/>
                        </a:rPr>
                        <a:t> </a:t>
                      </a:r>
                      <a:r>
                        <a:rPr lang="en-US" sz="1800" dirty="0" err="1">
                          <a:effectLst/>
                          <a:latin typeface="Courier" pitchFamily="2" charset="0"/>
                        </a:rPr>
                        <a:t>hmaly</a:t>
                      </a:r>
                      <a:r>
                        <a:rPr lang="en-US" sz="1800" dirty="0">
                          <a:effectLst/>
                          <a:latin typeface="Courier" pitchFamily="2" charset="0"/>
                        </a:rPr>
                        <a:t> </a:t>
                      </a:r>
                      <a:r>
                        <a:rPr lang="en-US" sz="1800" dirty="0" err="1">
                          <a:effectLst/>
                          <a:latin typeface="Courier" pitchFamily="2" charset="0"/>
                        </a:rPr>
                        <a:t>aol</a:t>
                      </a:r>
                      <a:r>
                        <a:rPr lang="en-US" sz="1800" dirty="0">
                          <a:effectLst/>
                          <a:latin typeface="Courier" pitchFamily="2" charset="0"/>
                        </a:rPr>
                        <a:t> </a:t>
                      </a:r>
                      <a:r>
                        <a:rPr lang="en-US" sz="1800" dirty="0" err="1">
                          <a:effectLst/>
                          <a:latin typeface="Courier" pitchFamily="2" charset="0"/>
                        </a:rPr>
                        <a:t>avnh</a:t>
                      </a:r>
                      <a:r>
                        <a:rPr lang="en-US" sz="1800" dirty="0">
                          <a:effectLst/>
                          <a:latin typeface="Courier" pitchFamily="2" charset="0"/>
                        </a:rPr>
                        <a:t> </a:t>
                      </a:r>
                      <a:r>
                        <a:rPr lang="en-US" sz="1800" dirty="0" err="1">
                          <a:effectLst/>
                          <a:latin typeface="Courier" pitchFamily="2" charset="0"/>
                        </a:rPr>
                        <a:t>whyaf</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34191265"/>
                  </a:ext>
                </a:extLst>
              </a:tr>
              <a:tr h="370840">
                <a:tc>
                  <a:txBody>
                    <a:bodyPr/>
                    <a:lstStyle/>
                    <a:p>
                      <a:r>
                        <a:rPr lang="vi-VN" dirty="0"/>
                        <a:t>23</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skkz</a:t>
                      </a:r>
                      <a:r>
                        <a:rPr lang="en-US" sz="1800" dirty="0">
                          <a:effectLst/>
                          <a:latin typeface="Courier" pitchFamily="2" charset="0"/>
                        </a:rPr>
                        <a:t> </a:t>
                      </a:r>
                      <a:r>
                        <a:rPr lang="en-US" sz="1800" dirty="0" err="1">
                          <a:effectLst/>
                          <a:latin typeface="Courier" pitchFamily="2" charset="0"/>
                        </a:rPr>
                        <a:t>sk</a:t>
                      </a:r>
                      <a:r>
                        <a:rPr lang="en-US" sz="1800" dirty="0">
                          <a:effectLst/>
                          <a:latin typeface="Courier" pitchFamily="2" charset="0"/>
                        </a:rPr>
                        <a:t> </a:t>
                      </a:r>
                      <a:r>
                        <a:rPr lang="en-US" sz="1800" dirty="0" err="1">
                          <a:effectLst/>
                          <a:latin typeface="Courier" pitchFamily="2" charset="0"/>
                        </a:rPr>
                        <a:t>glzkx</a:t>
                      </a:r>
                      <a:r>
                        <a:rPr lang="en-US" sz="1800" dirty="0">
                          <a:effectLst/>
                          <a:latin typeface="Courier" pitchFamily="2" charset="0"/>
                        </a:rPr>
                        <a:t> </a:t>
                      </a:r>
                      <a:r>
                        <a:rPr lang="en-US" sz="1800" dirty="0" err="1">
                          <a:effectLst/>
                          <a:latin typeface="Courier" pitchFamily="2" charset="0"/>
                        </a:rPr>
                        <a:t>znk</a:t>
                      </a:r>
                      <a:r>
                        <a:rPr lang="en-US" sz="1800" dirty="0">
                          <a:effectLst/>
                          <a:latin typeface="Courier" pitchFamily="2" charset="0"/>
                        </a:rPr>
                        <a:t> </a:t>
                      </a:r>
                      <a:r>
                        <a:rPr lang="en-US" sz="1800" dirty="0" err="1">
                          <a:effectLst/>
                          <a:latin typeface="Courier" pitchFamily="2" charset="0"/>
                        </a:rPr>
                        <a:t>zumg</a:t>
                      </a:r>
                      <a:r>
                        <a:rPr lang="en-US" sz="1800" dirty="0">
                          <a:effectLst/>
                          <a:latin typeface="Courier" pitchFamily="2" charset="0"/>
                        </a:rPr>
                        <a:t> </a:t>
                      </a:r>
                      <a:r>
                        <a:rPr lang="en-US" sz="1800" dirty="0" err="1">
                          <a:effectLst/>
                          <a:latin typeface="Courier" pitchFamily="2" charset="0"/>
                        </a:rPr>
                        <a:t>vgxze</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229123567"/>
                  </a:ext>
                </a:extLst>
              </a:tr>
              <a:tr h="370840">
                <a:tc>
                  <a:txBody>
                    <a:bodyPr/>
                    <a:lstStyle/>
                    <a:p>
                      <a:r>
                        <a:rPr lang="vi-VN" dirty="0"/>
                        <a:t>24</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rjjy</a:t>
                      </a:r>
                      <a:r>
                        <a:rPr lang="en-US" sz="1800" dirty="0">
                          <a:effectLst/>
                          <a:latin typeface="Courier" pitchFamily="2" charset="0"/>
                        </a:rPr>
                        <a:t> </a:t>
                      </a:r>
                      <a:r>
                        <a:rPr lang="en-US" sz="1800" dirty="0" err="1">
                          <a:effectLst/>
                          <a:latin typeface="Courier" pitchFamily="2" charset="0"/>
                        </a:rPr>
                        <a:t>rj</a:t>
                      </a:r>
                      <a:r>
                        <a:rPr lang="en-US" sz="1800" dirty="0">
                          <a:effectLst/>
                          <a:latin typeface="Courier" pitchFamily="2" charset="0"/>
                        </a:rPr>
                        <a:t> </a:t>
                      </a:r>
                      <a:r>
                        <a:rPr lang="en-US" sz="1800" dirty="0" err="1">
                          <a:effectLst/>
                          <a:latin typeface="Courier" pitchFamily="2" charset="0"/>
                        </a:rPr>
                        <a:t>fkyjw</a:t>
                      </a:r>
                      <a:r>
                        <a:rPr lang="en-US" sz="1800" dirty="0">
                          <a:effectLst/>
                          <a:latin typeface="Courier" pitchFamily="2" charset="0"/>
                        </a:rPr>
                        <a:t> </a:t>
                      </a:r>
                      <a:r>
                        <a:rPr lang="en-US" sz="1800" dirty="0" err="1">
                          <a:effectLst/>
                          <a:latin typeface="Courier" pitchFamily="2" charset="0"/>
                        </a:rPr>
                        <a:t>ymj</a:t>
                      </a:r>
                      <a:r>
                        <a:rPr lang="en-US" sz="1800" dirty="0">
                          <a:effectLst/>
                          <a:latin typeface="Courier" pitchFamily="2" charset="0"/>
                        </a:rPr>
                        <a:t> </a:t>
                      </a:r>
                      <a:r>
                        <a:rPr lang="en-US" sz="1800" dirty="0" err="1">
                          <a:effectLst/>
                          <a:latin typeface="Courier" pitchFamily="2" charset="0"/>
                        </a:rPr>
                        <a:t>ytlf</a:t>
                      </a:r>
                      <a:r>
                        <a:rPr lang="en-US" sz="1800" dirty="0">
                          <a:effectLst/>
                          <a:latin typeface="Courier" pitchFamily="2" charset="0"/>
                        </a:rPr>
                        <a:t> </a:t>
                      </a:r>
                      <a:r>
                        <a:rPr lang="en-US" sz="1800" dirty="0" err="1">
                          <a:effectLst/>
                          <a:latin typeface="Courier" pitchFamily="2" charset="0"/>
                        </a:rPr>
                        <a:t>ufwyd</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103051136"/>
                  </a:ext>
                </a:extLst>
              </a:tr>
              <a:tr h="370840">
                <a:tc>
                  <a:txBody>
                    <a:bodyPr/>
                    <a:lstStyle/>
                    <a:p>
                      <a:r>
                        <a:rPr lang="vi-VN" dirty="0"/>
                        <a:t>25</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qiix</a:t>
                      </a:r>
                      <a:r>
                        <a:rPr lang="en-US" sz="1800" dirty="0">
                          <a:effectLst/>
                          <a:latin typeface="Courier" pitchFamily="2" charset="0"/>
                        </a:rPr>
                        <a:t> qi </a:t>
                      </a:r>
                      <a:r>
                        <a:rPr lang="en-US" sz="1800" dirty="0" err="1">
                          <a:effectLst/>
                          <a:latin typeface="Courier" pitchFamily="2" charset="0"/>
                        </a:rPr>
                        <a:t>ejxiv</a:t>
                      </a:r>
                      <a:r>
                        <a:rPr lang="en-US" sz="1800" dirty="0">
                          <a:effectLst/>
                          <a:latin typeface="Courier" pitchFamily="2" charset="0"/>
                        </a:rPr>
                        <a:t> xli </a:t>
                      </a:r>
                      <a:r>
                        <a:rPr lang="en-US" sz="1800" dirty="0" err="1">
                          <a:effectLst/>
                          <a:latin typeface="Courier" pitchFamily="2" charset="0"/>
                        </a:rPr>
                        <a:t>xske</a:t>
                      </a:r>
                      <a:r>
                        <a:rPr lang="en-US" sz="1800" dirty="0">
                          <a:effectLst/>
                          <a:latin typeface="Courier" pitchFamily="2" charset="0"/>
                        </a:rPr>
                        <a:t> </a:t>
                      </a:r>
                      <a:r>
                        <a:rPr lang="en-US" sz="1800" dirty="0" err="1">
                          <a:effectLst/>
                          <a:latin typeface="Courier" pitchFamily="2" charset="0"/>
                        </a:rPr>
                        <a:t>tevxc</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4241085243"/>
                  </a:ext>
                </a:extLst>
              </a:tr>
            </a:tbl>
          </a:graphicData>
        </a:graphic>
      </p:graphicFrame>
      <p:sp>
        <p:nvSpPr>
          <p:cNvPr id="10" name="TextBox 9">
            <a:extLst>
              <a:ext uri="{FF2B5EF4-FFF2-40B4-BE49-F238E27FC236}">
                <a16:creationId xmlns:a16="http://schemas.microsoft.com/office/drawing/2014/main" id="{0BFF2BE8-A200-3931-ECB1-F6448EBAAF67}"/>
              </a:ext>
            </a:extLst>
          </p:cNvPr>
          <p:cNvSpPr txBox="1"/>
          <p:nvPr/>
        </p:nvSpPr>
        <p:spPr>
          <a:xfrm>
            <a:off x="5579291" y="1997839"/>
            <a:ext cx="3564709" cy="1754326"/>
          </a:xfrm>
          <a:prstGeom prst="rect">
            <a:avLst/>
          </a:prstGeom>
          <a:noFill/>
        </p:spPr>
        <p:txBody>
          <a:bodyPr wrap="square">
            <a:spAutoFit/>
          </a:bodyPr>
          <a:lstStyle/>
          <a:p>
            <a:r>
              <a:rPr lang="en-US" dirty="0">
                <a:latin typeface="TimesTen"/>
              </a:rPr>
              <a:t>Ba </a:t>
            </a:r>
            <a:r>
              <a:rPr lang="en-US" dirty="0" err="1">
                <a:latin typeface="TimesTen"/>
              </a:rPr>
              <a:t>đặc</a:t>
            </a:r>
            <a:r>
              <a:rPr lang="en-US" dirty="0">
                <a:latin typeface="TimesTen"/>
              </a:rPr>
              <a:t> </a:t>
            </a:r>
            <a:r>
              <a:rPr lang="en-US" dirty="0" err="1">
                <a:latin typeface="TimesTen"/>
              </a:rPr>
              <a:t>tính</a:t>
            </a:r>
            <a:r>
              <a:rPr lang="en-US" dirty="0">
                <a:latin typeface="TimesTen"/>
              </a:rPr>
              <a:t> </a:t>
            </a:r>
            <a:r>
              <a:rPr lang="en-US" dirty="0" err="1">
                <a:latin typeface="TimesTen"/>
              </a:rPr>
              <a:t>quan</a:t>
            </a:r>
            <a:r>
              <a:rPr lang="en-US" dirty="0">
                <a:latin typeface="TimesTen"/>
              </a:rPr>
              <a:t> </a:t>
            </a:r>
            <a:r>
              <a:rPr lang="en-US" dirty="0" err="1">
                <a:latin typeface="TimesTen"/>
              </a:rPr>
              <a:t>trọng</a:t>
            </a:r>
            <a:r>
              <a:rPr lang="en-US" dirty="0">
                <a:latin typeface="TimesTen"/>
              </a:rPr>
              <a:t> </a:t>
            </a:r>
            <a:r>
              <a:rPr lang="en-US" dirty="0" err="1">
                <a:latin typeface="TimesTen"/>
              </a:rPr>
              <a:t>trong</a:t>
            </a:r>
            <a:r>
              <a:rPr lang="en-US" dirty="0">
                <a:latin typeface="TimesTen"/>
              </a:rPr>
              <a:t> </a:t>
            </a:r>
            <a:r>
              <a:rPr lang="en-US" dirty="0" err="1">
                <a:latin typeface="TimesTen"/>
              </a:rPr>
              <a:t>phá</a:t>
            </a:r>
            <a:r>
              <a:rPr lang="en-US" dirty="0">
                <a:latin typeface="TimesTen"/>
              </a:rPr>
              <a:t> </a:t>
            </a:r>
            <a:r>
              <a:rPr lang="en-US" dirty="0" err="1">
                <a:latin typeface="TimesTen"/>
              </a:rPr>
              <a:t>mã</a:t>
            </a:r>
            <a:r>
              <a:rPr lang="en-US" dirty="0">
                <a:latin typeface="TimesTen"/>
              </a:rPr>
              <a:t> </a:t>
            </a:r>
            <a:r>
              <a:rPr lang="en-US" dirty="0" err="1">
                <a:latin typeface="TimesTen"/>
              </a:rPr>
              <a:t>vét</a:t>
            </a:r>
            <a:r>
              <a:rPr lang="en-US" dirty="0">
                <a:latin typeface="TimesTen"/>
              </a:rPr>
              <a:t> </a:t>
            </a:r>
            <a:r>
              <a:rPr lang="en-US" dirty="0" err="1">
                <a:latin typeface="TimesTen"/>
              </a:rPr>
              <a:t>cạn</a:t>
            </a:r>
            <a:r>
              <a:rPr lang="en-US" dirty="0">
                <a:latin typeface="TimesTen"/>
              </a:rPr>
              <a:t> </a:t>
            </a:r>
            <a:r>
              <a:rPr lang="en-US" sz="1800" dirty="0">
                <a:effectLst/>
                <a:latin typeface="TimesTen"/>
              </a:rPr>
              <a:t>: </a:t>
            </a:r>
            <a:endParaRPr lang="en-US" dirty="0"/>
          </a:p>
          <a:p>
            <a:pPr>
              <a:buFont typeface="+mj-lt"/>
              <a:buAutoNum type="arabicPeriod"/>
            </a:pPr>
            <a:r>
              <a:rPr lang="en-US" sz="1800" dirty="0">
                <a:effectLst/>
                <a:latin typeface="TimesTen"/>
              </a:rPr>
              <a:t> </a:t>
            </a:r>
            <a:r>
              <a:rPr lang="en-US" sz="1800" dirty="0" err="1">
                <a:effectLst/>
                <a:latin typeface="TimesTen"/>
              </a:rPr>
              <a:t>Biết</a:t>
            </a:r>
            <a:r>
              <a:rPr lang="en-US" sz="1800" dirty="0">
                <a:effectLst/>
                <a:latin typeface="TimesTen"/>
              </a:rPr>
              <a:t> </a:t>
            </a:r>
            <a:r>
              <a:rPr lang="en-US" sz="1800" dirty="0" err="1">
                <a:effectLst/>
                <a:latin typeface="TimesTen"/>
              </a:rPr>
              <a:t>thuật</a:t>
            </a:r>
            <a:r>
              <a:rPr lang="en-US" sz="1800" dirty="0">
                <a:effectLst/>
                <a:latin typeface="TimesTen"/>
              </a:rPr>
              <a:t> </a:t>
            </a:r>
            <a:r>
              <a:rPr lang="en-US" sz="1800" dirty="0" err="1">
                <a:effectLst/>
                <a:latin typeface="TimesTen"/>
              </a:rPr>
              <a:t>toán</a:t>
            </a:r>
            <a:r>
              <a:rPr lang="en-US" sz="1800" dirty="0">
                <a:effectLst/>
                <a:latin typeface="TimesTen"/>
              </a:rPr>
              <a:t> </a:t>
            </a:r>
            <a:r>
              <a:rPr lang="en-US" sz="1800" dirty="0" err="1">
                <a:effectLst/>
                <a:latin typeface="TimesTen"/>
              </a:rPr>
              <a:t>mã</a:t>
            </a:r>
            <a:r>
              <a:rPr lang="en-US" sz="1800" dirty="0">
                <a:effectLst/>
                <a:latin typeface="TimesTen"/>
              </a:rPr>
              <a:t> </a:t>
            </a:r>
            <a:r>
              <a:rPr lang="en-US" sz="1800" dirty="0" err="1">
                <a:effectLst/>
                <a:latin typeface="TimesTen"/>
              </a:rPr>
              <a:t>và</a:t>
            </a:r>
            <a:r>
              <a:rPr lang="en-US" sz="1800" dirty="0">
                <a:effectLst/>
                <a:latin typeface="TimesTen"/>
              </a:rPr>
              <a:t> </a:t>
            </a:r>
            <a:r>
              <a:rPr lang="en-US" sz="1800" dirty="0" err="1">
                <a:effectLst/>
                <a:latin typeface="TimesTen"/>
              </a:rPr>
              <a:t>giải</a:t>
            </a:r>
            <a:r>
              <a:rPr lang="en-US" sz="1800" dirty="0">
                <a:effectLst/>
                <a:latin typeface="TimesTen"/>
              </a:rPr>
              <a:t> </a:t>
            </a:r>
            <a:r>
              <a:rPr lang="en-US" sz="1800" dirty="0" err="1">
                <a:effectLst/>
                <a:latin typeface="TimesTen"/>
              </a:rPr>
              <a:t>mã</a:t>
            </a:r>
            <a:endParaRPr lang="en-US" sz="1800" dirty="0">
              <a:effectLst/>
              <a:latin typeface="TimesTen"/>
            </a:endParaRPr>
          </a:p>
          <a:p>
            <a:pPr>
              <a:buFont typeface="+mj-lt"/>
              <a:buAutoNum type="arabicPeriod"/>
            </a:pPr>
            <a:r>
              <a:rPr lang="en-US" sz="1800" dirty="0">
                <a:effectLst/>
                <a:latin typeface="TimesTen"/>
              </a:rPr>
              <a:t> </a:t>
            </a:r>
            <a:r>
              <a:rPr lang="en-US" dirty="0" err="1">
                <a:latin typeface="TimesTen"/>
              </a:rPr>
              <a:t>Chỉ</a:t>
            </a:r>
            <a:r>
              <a:rPr lang="en-US" dirty="0">
                <a:latin typeface="TimesTen"/>
              </a:rPr>
              <a:t> </a:t>
            </a:r>
            <a:r>
              <a:rPr lang="en-US" dirty="0" err="1">
                <a:latin typeface="TimesTen"/>
              </a:rPr>
              <a:t>có</a:t>
            </a:r>
            <a:r>
              <a:rPr lang="en-US" dirty="0">
                <a:latin typeface="TimesTen"/>
              </a:rPr>
              <a:t> 25 </a:t>
            </a:r>
            <a:r>
              <a:rPr lang="en-US" dirty="0" err="1">
                <a:latin typeface="TimesTen"/>
              </a:rPr>
              <a:t>trường</a:t>
            </a:r>
            <a:r>
              <a:rPr lang="en-US" dirty="0">
                <a:latin typeface="TimesTen"/>
              </a:rPr>
              <a:t> </a:t>
            </a:r>
            <a:r>
              <a:rPr lang="en-US" dirty="0" err="1">
                <a:latin typeface="TimesTen"/>
              </a:rPr>
              <a:t>hợp</a:t>
            </a:r>
            <a:r>
              <a:rPr lang="en-US" dirty="0">
                <a:latin typeface="TimesTen"/>
              </a:rPr>
              <a:t> </a:t>
            </a:r>
            <a:r>
              <a:rPr lang="en-US" dirty="0" err="1">
                <a:latin typeface="TimesTen"/>
              </a:rPr>
              <a:t>của</a:t>
            </a:r>
            <a:r>
              <a:rPr lang="en-US" dirty="0">
                <a:latin typeface="TimesTen"/>
              </a:rPr>
              <a:t> </a:t>
            </a:r>
            <a:r>
              <a:rPr lang="en-US" dirty="0" err="1">
                <a:latin typeface="TimesTen"/>
              </a:rPr>
              <a:t>khoá</a:t>
            </a:r>
            <a:r>
              <a:rPr lang="en-US" sz="1800" dirty="0">
                <a:effectLst/>
                <a:latin typeface="TimesTen"/>
              </a:rPr>
              <a:t> </a:t>
            </a:r>
          </a:p>
          <a:p>
            <a:pPr>
              <a:buFont typeface="+mj-lt"/>
              <a:buAutoNum type="arabicPeriod"/>
            </a:pPr>
            <a:r>
              <a:rPr lang="en-US" sz="1800" dirty="0">
                <a:effectLst/>
                <a:latin typeface="TimesTen"/>
              </a:rPr>
              <a:t> </a:t>
            </a:r>
            <a:r>
              <a:rPr lang="en-US" sz="1800" dirty="0" err="1">
                <a:effectLst/>
                <a:latin typeface="TimesTen"/>
              </a:rPr>
              <a:t>Thông</a:t>
            </a:r>
            <a:r>
              <a:rPr lang="en-US" sz="1800" dirty="0">
                <a:effectLst/>
                <a:latin typeface="TimesTen"/>
              </a:rPr>
              <a:t> tin </a:t>
            </a:r>
            <a:r>
              <a:rPr lang="en-US" sz="1800" dirty="0" err="1">
                <a:effectLst/>
                <a:latin typeface="TimesTen"/>
              </a:rPr>
              <a:t>trong</a:t>
            </a:r>
            <a:r>
              <a:rPr lang="en-US" sz="1800" dirty="0">
                <a:effectLst/>
                <a:latin typeface="TimesTen"/>
              </a:rPr>
              <a:t> </a:t>
            </a:r>
            <a:r>
              <a:rPr lang="en-US" sz="1800" dirty="0" err="1">
                <a:effectLst/>
                <a:latin typeface="TimesTen"/>
              </a:rPr>
              <a:t>bản</a:t>
            </a:r>
            <a:r>
              <a:rPr lang="en-US" sz="1800" dirty="0">
                <a:effectLst/>
                <a:latin typeface="TimesTen"/>
              </a:rPr>
              <a:t> </a:t>
            </a:r>
            <a:r>
              <a:rPr lang="en-US" sz="1800" dirty="0" err="1">
                <a:effectLst/>
                <a:latin typeface="TimesTen"/>
              </a:rPr>
              <a:t>rõ</a:t>
            </a:r>
            <a:r>
              <a:rPr lang="en-US" sz="1800" dirty="0">
                <a:effectLst/>
                <a:latin typeface="TimesTen"/>
              </a:rPr>
              <a:t> </a:t>
            </a:r>
            <a:r>
              <a:rPr lang="en-US" sz="1800" dirty="0" err="1">
                <a:effectLst/>
                <a:latin typeface="TimesTen"/>
              </a:rPr>
              <a:t>dễ</a:t>
            </a:r>
            <a:r>
              <a:rPr lang="en-US" sz="1800" dirty="0">
                <a:effectLst/>
                <a:latin typeface="TimesTen"/>
              </a:rPr>
              <a:t> </a:t>
            </a:r>
            <a:r>
              <a:rPr lang="en-US" sz="1800" dirty="0" err="1">
                <a:effectLst/>
                <a:latin typeface="TimesTen"/>
              </a:rPr>
              <a:t>hiểu</a:t>
            </a:r>
            <a:r>
              <a:rPr lang="en-US" dirty="0">
                <a:latin typeface="TimesTen"/>
              </a:rPr>
              <a:t> </a:t>
            </a:r>
            <a:r>
              <a:rPr lang="en-US" dirty="0" err="1">
                <a:latin typeface="TimesTen"/>
              </a:rPr>
              <a:t>và</a:t>
            </a:r>
            <a:r>
              <a:rPr lang="en-US" dirty="0">
                <a:latin typeface="TimesTen"/>
              </a:rPr>
              <a:t> </a:t>
            </a:r>
            <a:r>
              <a:rPr lang="en-US" dirty="0" err="1">
                <a:latin typeface="TimesTen"/>
              </a:rPr>
              <a:t>dễ</a:t>
            </a:r>
            <a:r>
              <a:rPr lang="en-US" dirty="0">
                <a:latin typeface="TimesTen"/>
              </a:rPr>
              <a:t> </a:t>
            </a:r>
            <a:r>
              <a:rPr lang="en-US" dirty="0" err="1">
                <a:latin typeface="TimesTen"/>
              </a:rPr>
              <a:t>nhận</a:t>
            </a:r>
            <a:r>
              <a:rPr lang="en-US" dirty="0">
                <a:latin typeface="TimesTen"/>
              </a:rPr>
              <a:t> </a:t>
            </a:r>
            <a:r>
              <a:rPr lang="en-US" dirty="0" err="1">
                <a:latin typeface="TimesTen"/>
              </a:rPr>
              <a:t>diện</a:t>
            </a:r>
            <a:r>
              <a:rPr lang="en-US" dirty="0">
                <a:latin typeface="TimesTen"/>
              </a:rPr>
              <a:t> </a:t>
            </a:r>
            <a:r>
              <a:rPr lang="en-US" sz="1800" dirty="0">
                <a:effectLst/>
                <a:latin typeface="TimesTen"/>
              </a:rPr>
              <a:t> </a:t>
            </a:r>
          </a:p>
        </p:txBody>
      </p:sp>
    </p:spTree>
    <p:extLst>
      <p:ext uri="{BB962C8B-B14F-4D97-AF65-F5344CB8AC3E}">
        <p14:creationId xmlns:p14="http://schemas.microsoft.com/office/powerpoint/2010/main" val="109774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741207-306D-B023-241D-C701660A0989}"/>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F1E92D52-84B0-1BD8-4416-F4690C14F474}"/>
              </a:ext>
            </a:extLst>
          </p:cNvPr>
          <p:cNvSpPr>
            <a:spLocks noGrp="1"/>
          </p:cNvSpPr>
          <p:nvPr>
            <p:ph type="title"/>
          </p:nvPr>
        </p:nvSpPr>
        <p:spPr/>
        <p:txBody>
          <a:bodyPr/>
          <a:lstStyle/>
          <a:p>
            <a:r>
              <a:rPr lang="en-US" altLang="en-US" sz="2800" baseline="0" dirty="0"/>
              <a:t>Monoalphabetic Ciphers</a:t>
            </a:r>
            <a:endParaRPr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0056D6-1827-795F-C4A4-CEBE2BAC4AE1}"/>
                  </a:ext>
                </a:extLst>
              </p:cNvPr>
              <p:cNvSpPr>
                <a:spLocks noGrp="1"/>
              </p:cNvSpPr>
              <p:nvPr>
                <p:ph sz="quarter" idx="13"/>
              </p:nvPr>
            </p:nvSpPr>
            <p:spPr/>
            <p:txBody>
              <a:bodyPr/>
              <a:lstStyle/>
              <a:p>
                <a:pPr marL="0" indent="0">
                  <a:buNone/>
                </a:pPr>
                <a:endParaRPr lang="en-VN" dirty="0"/>
              </a:p>
              <a:p>
                <a:r>
                  <a:rPr lang="en-VN" dirty="0"/>
                  <a:t>Với chỉ 25 trường hợp của khoá, mã Caesar không an toàn, tăng không gian khoá sự thay thế tuỳ ý (</a:t>
                </a:r>
                <a:r>
                  <a:rPr lang="en-US" dirty="0"/>
                  <a:t>arbitrary substitution) </a:t>
                </a:r>
                <a:r>
                  <a:rPr lang="en-VN" dirty="0"/>
                  <a:t>-&gt; khái niệm hoán vị (permutation). </a:t>
                </a:r>
              </a:p>
              <a:p>
                <a:r>
                  <a:rPr lang="en-US" dirty="0"/>
                  <a:t>H</a:t>
                </a:r>
                <a:r>
                  <a:rPr lang="en-VN" dirty="0"/>
                  <a:t>oán vị là một tập các phần tử S có trật tự, mỗi phần tử chỉ xuất hiện một lần. Ví dụ:  </a:t>
                </a:r>
                <a14:m>
                  <m:oMath xmlns:m="http://schemas.openxmlformats.org/officeDocument/2006/math">
                    <m:r>
                      <a:rPr lang="en-US" sz="2800" i="1" dirty="0" smtClean="0">
                        <a:effectLst/>
                        <a:latin typeface="Cambria Math" panose="02040503050406030204" pitchFamily="18" charset="0"/>
                      </a:rPr>
                      <m:t>𝑆</m:t>
                    </m:r>
                    <m:r>
                      <a:rPr lang="en-US" sz="2800" i="1" dirty="0" smtClean="0">
                        <a:effectLst/>
                        <a:latin typeface="Cambria Math" panose="02040503050406030204" pitchFamily="18" charset="0"/>
                      </a:rPr>
                      <m:t> = {</m:t>
                    </m:r>
                    <m:r>
                      <a:rPr lang="en-US" sz="2800" i="1" dirty="0" smtClean="0">
                        <a:effectLst/>
                        <a:latin typeface="Cambria Math" panose="02040503050406030204" pitchFamily="18" charset="0"/>
                      </a:rPr>
                      <m:t>𝑎</m:t>
                    </m:r>
                    <m:r>
                      <a:rPr lang="en-US" sz="2800" i="1" dirty="0" smtClean="0">
                        <a:effectLst/>
                        <a:latin typeface="Cambria Math" panose="02040503050406030204" pitchFamily="18" charset="0"/>
                      </a:rPr>
                      <m:t>, </m:t>
                    </m:r>
                    <m:r>
                      <a:rPr lang="en-US" sz="2800" i="1" dirty="0" smtClean="0">
                        <a:effectLst/>
                        <a:latin typeface="Cambria Math" panose="02040503050406030204" pitchFamily="18" charset="0"/>
                      </a:rPr>
                      <m:t>𝑏</m:t>
                    </m:r>
                    <m:r>
                      <a:rPr lang="en-US" sz="2800" i="1" dirty="0" smtClean="0">
                        <a:effectLst/>
                        <a:latin typeface="Cambria Math" panose="02040503050406030204" pitchFamily="18" charset="0"/>
                      </a:rPr>
                      <m:t>, </m:t>
                    </m:r>
                    <m:r>
                      <a:rPr lang="en-US" sz="2800" i="1" dirty="0" smtClean="0">
                        <a:effectLst/>
                        <a:latin typeface="Cambria Math" panose="02040503050406030204" pitchFamily="18" charset="0"/>
                      </a:rPr>
                      <m:t>𝑐</m:t>
                    </m:r>
                    <m:r>
                      <a:rPr lang="en-US" sz="2800" i="1" dirty="0" smtClean="0">
                        <a:effectLst/>
                        <a:latin typeface="Cambria Math" panose="02040503050406030204" pitchFamily="18" charset="0"/>
                      </a:rPr>
                      <m:t>}</m:t>
                    </m:r>
                  </m:oMath>
                </a14:m>
                <a:r>
                  <a:rPr lang="en-VN" dirty="0"/>
                  <a:t>, S có 6 hoán vị </a:t>
                </a:r>
                <a14:m>
                  <m:oMath xmlns:m="http://schemas.openxmlformats.org/officeDocument/2006/math">
                    <m:r>
                      <a:rPr lang="vi-VN" b="0" i="0" dirty="0" smtClean="0">
                        <a:latin typeface="Cambria Math" panose="02040503050406030204" pitchFamily="18" charset="0"/>
                      </a:rPr>
                      <m:t>{</m:t>
                    </m:r>
                    <m:r>
                      <a:rPr lang="en-US" i="1" dirty="0" smtClean="0">
                        <a:latin typeface="Cambria Math" panose="02040503050406030204" pitchFamily="18" charset="0"/>
                      </a:rPr>
                      <m:t>𝑎𝑏𝑐</m:t>
                    </m:r>
                    <m:r>
                      <a:rPr lang="en-US" i="1" dirty="0">
                        <a:latin typeface="Cambria Math" panose="02040503050406030204" pitchFamily="18" charset="0"/>
                      </a:rPr>
                      <m:t>, </m:t>
                    </m:r>
                    <m:r>
                      <a:rPr lang="en-US" i="1" dirty="0" err="1">
                        <a:latin typeface="Cambria Math" panose="02040503050406030204" pitchFamily="18" charset="0"/>
                      </a:rPr>
                      <m:t>𝑎𝑐𝑏</m:t>
                    </m:r>
                    <m:r>
                      <a:rPr lang="en-US" i="1" dirty="0">
                        <a:latin typeface="Cambria Math" panose="02040503050406030204" pitchFamily="18" charset="0"/>
                      </a:rPr>
                      <m:t>, </m:t>
                    </m:r>
                    <m:r>
                      <a:rPr lang="en-US" i="1" dirty="0">
                        <a:latin typeface="Cambria Math" panose="02040503050406030204" pitchFamily="18" charset="0"/>
                      </a:rPr>
                      <m:t>𝑏𝑎𝑐</m:t>
                    </m:r>
                    <m:r>
                      <a:rPr lang="en-US" i="1" dirty="0">
                        <a:latin typeface="Cambria Math" panose="02040503050406030204" pitchFamily="18" charset="0"/>
                      </a:rPr>
                      <m:t>, </m:t>
                    </m:r>
                    <m:r>
                      <a:rPr lang="en-US" i="1" dirty="0" err="1">
                        <a:latin typeface="Cambria Math" panose="02040503050406030204" pitchFamily="18" charset="0"/>
                      </a:rPr>
                      <m:t>𝑏𝑐𝑎</m:t>
                    </m:r>
                    <m:r>
                      <a:rPr lang="en-US" i="1" dirty="0">
                        <a:latin typeface="Cambria Math" panose="02040503050406030204" pitchFamily="18" charset="0"/>
                      </a:rPr>
                      <m:t>, </m:t>
                    </m:r>
                    <m:r>
                      <a:rPr lang="en-US" i="1" dirty="0">
                        <a:latin typeface="Cambria Math" panose="02040503050406030204" pitchFamily="18" charset="0"/>
                      </a:rPr>
                      <m:t>𝑐𝑎𝑏</m:t>
                    </m:r>
                    <m:r>
                      <a:rPr lang="en-US" i="1" dirty="0">
                        <a:latin typeface="Cambria Math" panose="02040503050406030204" pitchFamily="18" charset="0"/>
                      </a:rPr>
                      <m:t>, </m:t>
                    </m:r>
                    <m:r>
                      <a:rPr lang="en-US" i="1" dirty="0">
                        <a:latin typeface="Cambria Math" panose="02040503050406030204" pitchFamily="18" charset="0"/>
                      </a:rPr>
                      <m:t>𝑐𝑏𝑎</m:t>
                    </m:r>
                    <m:r>
                      <a:rPr lang="vi-VN" b="0" i="1" dirty="0" smtClean="0">
                        <a:latin typeface="Cambria Math" panose="02040503050406030204" pitchFamily="18" charset="0"/>
                      </a:rPr>
                      <m:t>}</m:t>
                    </m:r>
                    <m:r>
                      <a:rPr lang="en-US" i="1" dirty="0">
                        <a:latin typeface="Cambria Math" panose="02040503050406030204" pitchFamily="18" charset="0"/>
                      </a:rPr>
                      <m:t> </m:t>
                    </m:r>
                  </m:oMath>
                </a14:m>
                <a:endParaRPr lang="en-US" dirty="0"/>
              </a:p>
              <a:p>
                <a:r>
                  <a:rPr lang="en-US" dirty="0" err="1"/>
                  <a:t>Dòng</a:t>
                </a:r>
                <a:r>
                  <a:rPr lang="en-US" dirty="0"/>
                  <a:t> </a:t>
                </a:r>
                <a:r>
                  <a:rPr lang="en-US" dirty="0" err="1"/>
                  <a:t>mã</a:t>
                </a:r>
                <a:r>
                  <a:rPr lang="en-US" dirty="0"/>
                  <a:t> </a:t>
                </a:r>
                <a:r>
                  <a:rPr lang="en-US" dirty="0" err="1"/>
                  <a:t>hoá</a:t>
                </a:r>
                <a:r>
                  <a:rPr lang="en-US" dirty="0"/>
                  <a:t> </a:t>
                </a:r>
                <a:r>
                  <a:rPr lang="en-US" dirty="0" err="1"/>
                  <a:t>có</a:t>
                </a:r>
                <a:r>
                  <a:rPr lang="en-US" dirty="0"/>
                  <a:t> </a:t>
                </a:r>
                <a:r>
                  <a:rPr lang="en-US" dirty="0" err="1"/>
                  <a:t>thể</a:t>
                </a:r>
                <a:r>
                  <a:rPr lang="en-US" dirty="0"/>
                  <a:t> </a:t>
                </a:r>
                <a:r>
                  <a:rPr lang="en-US" dirty="0" err="1"/>
                  <a:t>là</a:t>
                </a:r>
                <a:r>
                  <a:rPr lang="en-US" dirty="0"/>
                  <a:t> </a:t>
                </a:r>
                <a:r>
                  <a:rPr lang="en-US" dirty="0" err="1"/>
                  <a:t>bất</a:t>
                </a:r>
                <a:r>
                  <a:rPr lang="en-US" dirty="0"/>
                  <a:t> </a:t>
                </a:r>
                <a:r>
                  <a:rPr lang="en-US" dirty="0" err="1"/>
                  <a:t>kỳ</a:t>
                </a:r>
                <a:r>
                  <a:rPr lang="en-US" dirty="0"/>
                  <a:t> </a:t>
                </a:r>
                <a:r>
                  <a:rPr lang="en-US" dirty="0" err="1"/>
                  <a:t>hoán</a:t>
                </a:r>
                <a:r>
                  <a:rPr lang="en-US" dirty="0"/>
                  <a:t> </a:t>
                </a:r>
                <a:r>
                  <a:rPr lang="en-US" dirty="0" err="1"/>
                  <a:t>vị</a:t>
                </a:r>
                <a:r>
                  <a:rPr lang="en-US" dirty="0"/>
                  <a:t> </a:t>
                </a:r>
                <a:r>
                  <a:rPr lang="en-US" dirty="0" err="1"/>
                  <a:t>nào</a:t>
                </a:r>
                <a:r>
                  <a:rPr lang="en-US" dirty="0"/>
                  <a:t> </a:t>
                </a:r>
                <a:r>
                  <a:rPr lang="en-US" dirty="0" err="1"/>
                  <a:t>trong</a:t>
                </a:r>
                <a:r>
                  <a:rPr lang="en-US" dirty="0"/>
                  <a:t> 26 </a:t>
                </a:r>
                <a:r>
                  <a:rPr lang="en-US" dirty="0" err="1"/>
                  <a:t>ký</a:t>
                </a:r>
                <a:r>
                  <a:rPr lang="en-US" dirty="0"/>
                  <a:t> </a:t>
                </a:r>
                <a:r>
                  <a:rPr lang="en-US" dirty="0" err="1"/>
                  <a:t>tự</a:t>
                </a:r>
                <a:r>
                  <a:rPr lang="en-US" dirty="0"/>
                  <a:t> alphabetic </a:t>
                </a:r>
                <a:r>
                  <a:rPr lang="en-US" dirty="0" err="1"/>
                  <a:t>có</a:t>
                </a:r>
                <a:r>
                  <a:rPr lang="en-US" dirty="0"/>
                  <a:t> 26! </a:t>
                </a:r>
                <a:r>
                  <a:rPr lang="en-US" dirty="0" err="1"/>
                  <a:t>tương</a:t>
                </a:r>
                <a:r>
                  <a:rPr lang="en-US" dirty="0"/>
                  <a:t> </a:t>
                </a:r>
                <a:r>
                  <a:rPr lang="en-US" dirty="0" err="1"/>
                  <a:t>đương</a:t>
                </a:r>
                <a:r>
                  <a:rPr lang="en-US" dirty="0"/>
                  <a:t> 4*10^26 </a:t>
                </a:r>
                <a:r>
                  <a:rPr lang="en-US" dirty="0" err="1"/>
                  <a:t>giá</a:t>
                </a:r>
                <a:r>
                  <a:rPr lang="en-US" dirty="0"/>
                  <a:t> </a:t>
                </a:r>
                <a:r>
                  <a:rPr lang="en-US" dirty="0" err="1"/>
                  <a:t>trị</a:t>
                </a:r>
                <a:r>
                  <a:rPr lang="en-US" dirty="0"/>
                  <a:t> </a:t>
                </a:r>
                <a:r>
                  <a:rPr lang="en-US" dirty="0" err="1"/>
                  <a:t>khoá</a:t>
                </a:r>
                <a:r>
                  <a:rPr lang="en-US" dirty="0"/>
                  <a:t> </a:t>
                </a:r>
              </a:p>
            </p:txBody>
          </p:sp>
        </mc:Choice>
        <mc:Fallback xmlns="">
          <p:sp>
            <p:nvSpPr>
              <p:cNvPr id="4" name="Content Placeholder 3">
                <a:extLst>
                  <a:ext uri="{FF2B5EF4-FFF2-40B4-BE49-F238E27FC236}">
                    <a16:creationId xmlns:a16="http://schemas.microsoft.com/office/drawing/2014/main" id="{BB0056D6-1827-795F-C4A4-CEBE2BAC4AE1}"/>
                  </a:ext>
                </a:extLst>
              </p:cNvPr>
              <p:cNvSpPr>
                <a:spLocks noGrp="1" noRot="1" noChangeAspect="1" noMove="1" noResize="1" noEditPoints="1" noAdjustHandles="1" noChangeArrowheads="1" noChangeShapeType="1" noTextEdit="1"/>
              </p:cNvSpPr>
              <p:nvPr>
                <p:ph sz="quarter" idx="13"/>
              </p:nvPr>
            </p:nvSpPr>
            <p:spPr>
              <a:blipFill>
                <a:blip r:embed="rId2"/>
                <a:stretch>
                  <a:fillRect l="-1170" r="-2193"/>
                </a:stretch>
              </a:blipFill>
            </p:spPr>
            <p:txBody>
              <a:bodyPr/>
              <a:lstStyle/>
              <a:p>
                <a:r>
                  <a:rPr>
                    <a:noFill/>
                  </a:rPr>
                  <a:t> </a:t>
                </a:r>
              </a:p>
            </p:txBody>
          </p:sp>
        </mc:Fallback>
      </mc:AlternateContent>
    </p:spTree>
    <p:extLst>
      <p:ext uri="{BB962C8B-B14F-4D97-AF65-F5344CB8AC3E}">
        <p14:creationId xmlns:p14="http://schemas.microsoft.com/office/powerpoint/2010/main" val="42142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BEBED3-5D3C-6C7C-8890-21B6597DCF33}"/>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9C4447E3-24D3-A31A-C179-474D9315EC6D}"/>
              </a:ext>
            </a:extLst>
          </p:cNvPr>
          <p:cNvSpPr>
            <a:spLocks noGrp="1"/>
          </p:cNvSpPr>
          <p:nvPr>
            <p:ph type="title"/>
          </p:nvPr>
        </p:nvSpPr>
        <p:spPr/>
        <p:txBody>
          <a:bodyPr/>
          <a:lstStyle/>
          <a:p>
            <a:r>
              <a:rPr lang="vi-VN" dirty="0"/>
              <a:t>Bài tập </a:t>
            </a:r>
            <a:endParaRPr dirty="0"/>
          </a:p>
        </p:txBody>
      </p:sp>
      <p:sp>
        <p:nvSpPr>
          <p:cNvPr id="4" name="Content Placeholder 3">
            <a:extLst>
              <a:ext uri="{FF2B5EF4-FFF2-40B4-BE49-F238E27FC236}">
                <a16:creationId xmlns:a16="http://schemas.microsoft.com/office/drawing/2014/main" id="{FF9A3826-593D-58A1-CB91-BD156650E0FD}"/>
              </a:ext>
            </a:extLst>
          </p:cNvPr>
          <p:cNvSpPr>
            <a:spLocks noGrp="1"/>
          </p:cNvSpPr>
          <p:nvPr>
            <p:ph sz="quarter" idx="13"/>
          </p:nvPr>
        </p:nvSpPr>
        <p:spPr>
          <a:xfrm>
            <a:off x="235077" y="841247"/>
            <a:ext cx="8674100" cy="1261873"/>
          </a:xfrm>
        </p:spPr>
        <p:txBody>
          <a:bodyPr/>
          <a:lstStyle/>
          <a:p>
            <a:r>
              <a:rPr lang="en-US" dirty="0" err="1"/>
              <a:t>Thông</a:t>
            </a:r>
            <a:r>
              <a:rPr lang="en-US" dirty="0"/>
              <a:t> tin </a:t>
            </a:r>
            <a:r>
              <a:rPr lang="en-US" dirty="0" err="1"/>
              <a:t>gửi</a:t>
            </a:r>
            <a:r>
              <a:rPr lang="en-US" dirty="0"/>
              <a:t> </a:t>
            </a:r>
            <a:r>
              <a:rPr lang="en-US" dirty="0" err="1"/>
              <a:t>đi</a:t>
            </a:r>
            <a:r>
              <a:rPr lang="en-US" dirty="0"/>
              <a:t> </a:t>
            </a:r>
            <a:r>
              <a:rPr lang="en-US" dirty="0" err="1"/>
              <a:t>là</a:t>
            </a:r>
            <a:r>
              <a:rPr lang="en-US" dirty="0"/>
              <a:t> </a:t>
            </a:r>
            <a:r>
              <a:rPr lang="en-US" dirty="0" err="1"/>
              <a:t>gì</a:t>
            </a:r>
            <a:r>
              <a:rPr lang="en-US" dirty="0"/>
              <a:t> : </a:t>
            </a:r>
            <a:r>
              <a:rPr lang="en-US" sz="2800" dirty="0" err="1"/>
              <a:t>Zhofrph</a:t>
            </a:r>
            <a:r>
              <a:rPr lang="en-US" sz="2800" dirty="0"/>
              <a:t> </a:t>
            </a:r>
            <a:r>
              <a:rPr lang="en-US" sz="2800" dirty="0" err="1"/>
              <a:t>wr</a:t>
            </a:r>
            <a:r>
              <a:rPr lang="en-US" sz="2800" dirty="0"/>
              <a:t> </a:t>
            </a:r>
            <a:r>
              <a:rPr lang="en-US" sz="2800" dirty="0" err="1"/>
              <a:t>wkh</a:t>
            </a:r>
            <a:r>
              <a:rPr lang="en-US" sz="2800" dirty="0"/>
              <a:t> </a:t>
            </a:r>
            <a:r>
              <a:rPr lang="en-US" sz="2800" dirty="0" err="1"/>
              <a:t>Fubswrjudskb</a:t>
            </a:r>
            <a:r>
              <a:rPr lang="en-US" sz="2800" dirty="0"/>
              <a:t> </a:t>
            </a:r>
            <a:r>
              <a:rPr lang="en-US" sz="2800" dirty="0" err="1"/>
              <a:t>frxuvh</a:t>
            </a:r>
            <a:r>
              <a:rPr lang="en-US" sz="2800" dirty="0"/>
              <a:t>.</a:t>
            </a:r>
          </a:p>
          <a:p>
            <a:endParaRPr dirty="0"/>
          </a:p>
        </p:txBody>
      </p:sp>
      <p:pic>
        <p:nvPicPr>
          <p:cNvPr id="5" name="Picture 4">
            <a:extLst>
              <a:ext uri="{FF2B5EF4-FFF2-40B4-BE49-F238E27FC236}">
                <a16:creationId xmlns:a16="http://schemas.microsoft.com/office/drawing/2014/main" id="{BAD34A9C-58F0-C7CF-9F36-67403339D390}"/>
              </a:ext>
            </a:extLst>
          </p:cNvPr>
          <p:cNvPicPr>
            <a:picLocks noChangeAspect="1"/>
          </p:cNvPicPr>
          <p:nvPr/>
        </p:nvPicPr>
        <p:blipFill>
          <a:blip r:embed="rId2"/>
          <a:stretch>
            <a:fillRect/>
          </a:stretch>
        </p:blipFill>
        <p:spPr>
          <a:xfrm>
            <a:off x="876158" y="2148077"/>
            <a:ext cx="6143625" cy="1524000"/>
          </a:xfrm>
          <a:prstGeom prst="rect">
            <a:avLst/>
          </a:prstGeom>
        </p:spPr>
      </p:pic>
    </p:spTree>
    <p:extLst>
      <p:ext uri="{BB962C8B-B14F-4D97-AF65-F5344CB8AC3E}">
        <p14:creationId xmlns:p14="http://schemas.microsoft.com/office/powerpoint/2010/main" val="224735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065BF-0C23-B9F5-BAF7-EF0FB79DE4D0}"/>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8228AB38-043D-255D-83A1-E31DCB111948}"/>
              </a:ext>
            </a:extLst>
          </p:cNvPr>
          <p:cNvSpPr>
            <a:spLocks noGrp="1"/>
          </p:cNvSpPr>
          <p:nvPr>
            <p:ph type="title"/>
          </p:nvPr>
        </p:nvSpPr>
        <p:spPr/>
        <p:txBody>
          <a:bodyPr/>
          <a:lstStyle/>
          <a:p>
            <a:r>
              <a:rPr lang="vi-VN" dirty="0"/>
              <a:t>Bài tập </a:t>
            </a:r>
            <a:endParaRPr dirty="0"/>
          </a:p>
        </p:txBody>
      </p:sp>
      <p:pic>
        <p:nvPicPr>
          <p:cNvPr id="5" name="Picture 4">
            <a:extLst>
              <a:ext uri="{FF2B5EF4-FFF2-40B4-BE49-F238E27FC236}">
                <a16:creationId xmlns:a16="http://schemas.microsoft.com/office/drawing/2014/main" id="{AF05D89A-3D09-68D4-FD57-199E0F8BD9D8}"/>
              </a:ext>
            </a:extLst>
          </p:cNvPr>
          <p:cNvPicPr>
            <a:picLocks noChangeAspect="1"/>
          </p:cNvPicPr>
          <p:nvPr/>
        </p:nvPicPr>
        <p:blipFill>
          <a:blip r:embed="rId2"/>
          <a:stretch>
            <a:fillRect/>
          </a:stretch>
        </p:blipFill>
        <p:spPr>
          <a:xfrm>
            <a:off x="228600" y="971550"/>
            <a:ext cx="8904514" cy="968381"/>
          </a:xfrm>
          <a:prstGeom prst="rect">
            <a:avLst/>
          </a:prstGeom>
        </p:spPr>
      </p:pic>
      <p:pic>
        <p:nvPicPr>
          <p:cNvPr id="6" name="Picture 5">
            <a:extLst>
              <a:ext uri="{FF2B5EF4-FFF2-40B4-BE49-F238E27FC236}">
                <a16:creationId xmlns:a16="http://schemas.microsoft.com/office/drawing/2014/main" id="{3FB47DCA-43D8-2630-8296-047437091CCE}"/>
              </a:ext>
            </a:extLst>
          </p:cNvPr>
          <p:cNvPicPr>
            <a:picLocks noChangeAspect="1"/>
          </p:cNvPicPr>
          <p:nvPr/>
        </p:nvPicPr>
        <p:blipFill>
          <a:blip r:embed="rId3"/>
          <a:stretch>
            <a:fillRect/>
          </a:stretch>
        </p:blipFill>
        <p:spPr>
          <a:xfrm>
            <a:off x="851910" y="2971199"/>
            <a:ext cx="7440180" cy="2569658"/>
          </a:xfrm>
          <a:prstGeom prst="rect">
            <a:avLst/>
          </a:prstGeom>
          <a:ln>
            <a:solidFill>
              <a:schemeClr val="accent1"/>
            </a:solidFill>
          </a:ln>
        </p:spPr>
      </p:pic>
      <p:sp>
        <p:nvSpPr>
          <p:cNvPr id="7" name="TextBox 6">
            <a:extLst>
              <a:ext uri="{FF2B5EF4-FFF2-40B4-BE49-F238E27FC236}">
                <a16:creationId xmlns:a16="http://schemas.microsoft.com/office/drawing/2014/main" id="{B186D30C-6D3A-5D70-8007-6982BCD9215D}"/>
              </a:ext>
            </a:extLst>
          </p:cNvPr>
          <p:cNvSpPr txBox="1"/>
          <p:nvPr/>
        </p:nvSpPr>
        <p:spPr>
          <a:xfrm>
            <a:off x="228600" y="2086233"/>
            <a:ext cx="6057900" cy="369332"/>
          </a:xfrm>
          <a:prstGeom prst="rect">
            <a:avLst/>
          </a:prstGeom>
          <a:noFill/>
        </p:spPr>
        <p:txBody>
          <a:bodyPr wrap="square" rtlCol="0">
            <a:spAutoFit/>
          </a:bodyPr>
          <a:lstStyle/>
          <a:p>
            <a:r>
              <a:rPr lang="en-US" b="1" dirty="0"/>
              <a:t>Hint - &gt; </a:t>
            </a:r>
            <a:r>
              <a:rPr lang="en-US" b="1" dirty="0" err="1"/>
              <a:t>đọc</a:t>
            </a:r>
            <a:r>
              <a:rPr lang="en-US" b="1" dirty="0"/>
              <a:t> The code book (</a:t>
            </a:r>
            <a:r>
              <a:rPr lang="en-US" b="1" dirty="0" err="1"/>
              <a:t>Mật</a:t>
            </a:r>
            <a:r>
              <a:rPr lang="en-US" b="1" dirty="0"/>
              <a:t> </a:t>
            </a:r>
            <a:r>
              <a:rPr lang="en-US" b="1" dirty="0" err="1"/>
              <a:t>mã</a:t>
            </a:r>
            <a:r>
              <a:rPr lang="en-US" b="1" dirty="0"/>
              <a:t> </a:t>
            </a:r>
            <a:r>
              <a:rPr lang="en-US" b="1" dirty="0" err="1"/>
              <a:t>từ</a:t>
            </a:r>
            <a:r>
              <a:rPr lang="en-US" b="1" dirty="0"/>
              <a:t> </a:t>
            </a:r>
            <a:r>
              <a:rPr lang="en-US" b="1" dirty="0" err="1"/>
              <a:t>cổ</a:t>
            </a:r>
            <a:r>
              <a:rPr lang="en-US" b="1" dirty="0"/>
              <a:t> </a:t>
            </a:r>
            <a:r>
              <a:rPr lang="en-US" b="1" dirty="0" err="1"/>
              <a:t>điển</a:t>
            </a:r>
            <a:r>
              <a:rPr lang="en-US" b="1" dirty="0"/>
              <a:t> </a:t>
            </a:r>
            <a:r>
              <a:rPr lang="en-US" b="1" dirty="0" err="1"/>
              <a:t>đến</a:t>
            </a:r>
            <a:r>
              <a:rPr lang="en-US" b="1" dirty="0"/>
              <a:t> </a:t>
            </a:r>
            <a:r>
              <a:rPr lang="en-US" b="1" dirty="0" err="1"/>
              <a:t>lượng</a:t>
            </a:r>
            <a:r>
              <a:rPr lang="en-US" b="1" dirty="0"/>
              <a:t> </a:t>
            </a:r>
            <a:r>
              <a:rPr lang="en-US" b="1" dirty="0" err="1"/>
              <a:t>tử</a:t>
            </a:r>
            <a:r>
              <a:rPr lang="en-US" b="1" dirty="0"/>
              <a:t> )</a:t>
            </a:r>
          </a:p>
        </p:txBody>
      </p:sp>
    </p:spTree>
    <p:extLst>
      <p:ext uri="{BB962C8B-B14F-4D97-AF65-F5344CB8AC3E}">
        <p14:creationId xmlns:p14="http://schemas.microsoft.com/office/powerpoint/2010/main" val="352193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FAF7D0-4D16-1710-0806-1C1500DD2C05}"/>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46E1A211-F55C-4B8F-0669-0B1064F0E3CA}"/>
              </a:ext>
            </a:extLst>
          </p:cNvPr>
          <p:cNvSpPr>
            <a:spLocks noGrp="1"/>
          </p:cNvSpPr>
          <p:nvPr>
            <p:ph type="title"/>
          </p:nvPr>
        </p:nvSpPr>
        <p:spPr/>
        <p:txBody>
          <a:bodyPr/>
          <a:lstStyle/>
          <a:p>
            <a:r>
              <a:rPr lang="vi-VN" dirty="0"/>
              <a:t>Ví dụ phân tích mã </a:t>
            </a:r>
            <a:r>
              <a:rPr lang="en-US" altLang="en-US" sz="2800" baseline="0" dirty="0"/>
              <a:t>Monoalphabetic Ciphers</a:t>
            </a:r>
            <a:endParaRPr dirty="0"/>
          </a:p>
        </p:txBody>
      </p:sp>
      <p:sp>
        <p:nvSpPr>
          <p:cNvPr id="4" name="Content Placeholder 3">
            <a:extLst>
              <a:ext uri="{FF2B5EF4-FFF2-40B4-BE49-F238E27FC236}">
                <a16:creationId xmlns:a16="http://schemas.microsoft.com/office/drawing/2014/main" id="{007EE1FD-FAAD-14FF-6940-40B38CCE7620}"/>
              </a:ext>
            </a:extLst>
          </p:cNvPr>
          <p:cNvSpPr>
            <a:spLocks noGrp="1"/>
          </p:cNvSpPr>
          <p:nvPr>
            <p:ph sz="quarter" idx="13"/>
          </p:nvPr>
        </p:nvSpPr>
        <p:spPr>
          <a:xfrm>
            <a:off x="235077" y="841247"/>
            <a:ext cx="8674100" cy="861093"/>
          </a:xfrm>
        </p:spPr>
        <p:txBody>
          <a:bodyPr/>
          <a:lstStyle/>
          <a:p>
            <a:r>
              <a:rPr lang="en-US" sz="1800" dirty="0">
                <a:effectLst/>
                <a:latin typeface="Courier" pitchFamily="2" charset="0"/>
              </a:rPr>
              <a:t>UZQSOVUOHXMOPVGPOZPEVSGZWSZOPFPESXUDBMETSXAIZ VUEPHZHMDZSHZOWSFPAPPDTSVPQUZWYMXUZUHSX </a:t>
            </a:r>
            <a:r>
              <a:rPr lang="en-US" sz="1800">
                <a:effectLst/>
                <a:latin typeface="Courier" pitchFamily="2" charset="0"/>
              </a:rPr>
              <a:t>EPYEPOPDZSZUFPOMBZWPFUPZHMDJUDTMOHMQ </a:t>
            </a:r>
          </a:p>
          <a:p>
            <a:endParaRPr lang="en-US" dirty="0"/>
          </a:p>
          <a:p>
            <a:endParaRPr dirty="0"/>
          </a:p>
        </p:txBody>
      </p:sp>
      <p:pic>
        <p:nvPicPr>
          <p:cNvPr id="6" name="Hình ảnh 5">
            <a:extLst>
              <a:ext uri="{FF2B5EF4-FFF2-40B4-BE49-F238E27FC236}">
                <a16:creationId xmlns:a16="http://schemas.microsoft.com/office/drawing/2014/main" id="{C37ED9A0-8988-40FA-AE03-D763DC95952F}"/>
              </a:ext>
            </a:extLst>
          </p:cNvPr>
          <p:cNvPicPr>
            <a:picLocks noChangeAspect="1"/>
          </p:cNvPicPr>
          <p:nvPr/>
        </p:nvPicPr>
        <p:blipFill>
          <a:blip r:embed="rId2"/>
          <a:stretch>
            <a:fillRect/>
          </a:stretch>
        </p:blipFill>
        <p:spPr>
          <a:xfrm>
            <a:off x="524685" y="1859339"/>
            <a:ext cx="4514850" cy="4295775"/>
          </a:xfrm>
          <a:prstGeom prst="rect">
            <a:avLst/>
          </a:prstGeom>
        </p:spPr>
      </p:pic>
      <p:sp>
        <p:nvSpPr>
          <p:cNvPr id="8" name="Hộp Văn bản 7">
            <a:extLst>
              <a:ext uri="{FF2B5EF4-FFF2-40B4-BE49-F238E27FC236}">
                <a16:creationId xmlns:a16="http://schemas.microsoft.com/office/drawing/2014/main" id="{5954AA41-6DE1-4156-9998-ECED6E61BFCA}"/>
              </a:ext>
            </a:extLst>
          </p:cNvPr>
          <p:cNvSpPr txBox="1"/>
          <p:nvPr/>
        </p:nvSpPr>
        <p:spPr>
          <a:xfrm>
            <a:off x="4931924" y="1859339"/>
            <a:ext cx="3992860" cy="4070858"/>
          </a:xfrm>
          <a:prstGeom prst="rect">
            <a:avLst/>
          </a:prstGeom>
          <a:noFill/>
        </p:spPr>
        <p:txBody>
          <a:bodyPr wrap="square">
            <a:spAutoFit/>
          </a:bodyPr>
          <a:lstStyle/>
          <a:p>
            <a:pPr marL="228600" indent="-228600" defTabSz="914400">
              <a:lnSpc>
                <a:spcPct val="90000"/>
              </a:lnSpc>
              <a:spcBef>
                <a:spcPts val="1000"/>
              </a:spcBef>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So sánh giữa hai bảng có thể thấy ký tự mã hóa P và Z có mối liên hệ với ký tự e và t, nhưng cũng chưa thật sự rõ ràng. Ký tự S, U, O, M, and H cũng có tần xuất cao có thể tương ứng với tập các ký tự {a, h, i, n, o, r, s}. Các ký tự có tần xuất xuất hiện thấp (namely, A, B, G, Y, I, J) có thể ánh xạ trong tập {b, j, k, q, v, x, z} </a:t>
            </a:r>
          </a:p>
          <a:p>
            <a:pPr marL="228600" indent="-228600" defTabSz="914400">
              <a:lnSpc>
                <a:spcPct val="90000"/>
              </a:lnSpc>
              <a:spcBef>
                <a:spcPts val="1000"/>
              </a:spcBef>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Thử với các trường hợp có thể xảy ra </a:t>
            </a:r>
            <a:br>
              <a:rPr lang="en-US"/>
            </a:br>
            <a:endParaRPr lang="vi-VN"/>
          </a:p>
        </p:txBody>
      </p:sp>
      <p:sp>
        <p:nvSpPr>
          <p:cNvPr id="9" name="Hình Bầu dục 8">
            <a:extLst>
              <a:ext uri="{FF2B5EF4-FFF2-40B4-BE49-F238E27FC236}">
                <a16:creationId xmlns:a16="http://schemas.microsoft.com/office/drawing/2014/main" id="{39CE66D5-29CD-4C3E-9750-57C80BD469B0}"/>
              </a:ext>
            </a:extLst>
          </p:cNvPr>
          <p:cNvSpPr/>
          <p:nvPr/>
        </p:nvSpPr>
        <p:spPr>
          <a:xfrm>
            <a:off x="992222" y="1935805"/>
            <a:ext cx="505838" cy="369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ình Bầu dục 9">
            <a:extLst>
              <a:ext uri="{FF2B5EF4-FFF2-40B4-BE49-F238E27FC236}">
                <a16:creationId xmlns:a16="http://schemas.microsoft.com/office/drawing/2014/main" id="{D6FB82F1-D917-4138-9995-558EEA9823AE}"/>
              </a:ext>
            </a:extLst>
          </p:cNvPr>
          <p:cNvSpPr/>
          <p:nvPr/>
        </p:nvSpPr>
        <p:spPr>
          <a:xfrm>
            <a:off x="1245141" y="3015574"/>
            <a:ext cx="505838" cy="525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Hình Bầu dục 10">
            <a:extLst>
              <a:ext uri="{FF2B5EF4-FFF2-40B4-BE49-F238E27FC236}">
                <a16:creationId xmlns:a16="http://schemas.microsoft.com/office/drawing/2014/main" id="{F8AECEDF-756A-42CE-9FC1-DACB5A2EAD6E}"/>
              </a:ext>
            </a:extLst>
          </p:cNvPr>
          <p:cNvSpPr/>
          <p:nvPr/>
        </p:nvSpPr>
        <p:spPr>
          <a:xfrm>
            <a:off x="3625175" y="3744579"/>
            <a:ext cx="505838" cy="525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757369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0E09F764-F532-4643-AB4B-1EE34E8EDFBC}"/>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êu đề 2">
            <a:extLst>
              <a:ext uri="{FF2B5EF4-FFF2-40B4-BE49-F238E27FC236}">
                <a16:creationId xmlns:a16="http://schemas.microsoft.com/office/drawing/2014/main" id="{F10B2960-35D6-465F-9893-F5F9A57434A2}"/>
              </a:ext>
            </a:extLst>
          </p:cNvPr>
          <p:cNvSpPr>
            <a:spLocks noGrp="1"/>
          </p:cNvSpPr>
          <p:nvPr>
            <p:ph type="title"/>
          </p:nvPr>
        </p:nvSpPr>
        <p:spPr/>
        <p:txBody>
          <a:bodyPr/>
          <a:lstStyle/>
          <a:p>
            <a:r>
              <a:rPr lang="vi-VN"/>
              <a:t>Ví dụ phân tích mã </a:t>
            </a:r>
            <a:r>
              <a:rPr lang="en-US" altLang="en-US" sz="2800" baseline="0"/>
              <a:t>Monoalphabetic Ciphers</a:t>
            </a:r>
            <a:endParaRPr lang="vi-VN"/>
          </a:p>
        </p:txBody>
      </p:sp>
      <p:sp>
        <p:nvSpPr>
          <p:cNvPr id="4" name="Chỗ dành sẵn cho Nội dung 3">
            <a:extLst>
              <a:ext uri="{FF2B5EF4-FFF2-40B4-BE49-F238E27FC236}">
                <a16:creationId xmlns:a16="http://schemas.microsoft.com/office/drawing/2014/main" id="{2CB8CC60-F448-4A90-84AD-77113019F0C2}"/>
              </a:ext>
            </a:extLst>
          </p:cNvPr>
          <p:cNvSpPr>
            <a:spLocks noGrp="1"/>
          </p:cNvSpPr>
          <p:nvPr>
            <p:ph sz="quarter" idx="13"/>
          </p:nvPr>
        </p:nvSpPr>
        <p:spPr/>
        <p:txBody>
          <a:bodyPr/>
          <a:lstStyle/>
          <a:p>
            <a:r>
              <a:rPr lang="en-US" sz="2000" dirty="0" err="1"/>
              <a:t>Một</a:t>
            </a:r>
            <a:r>
              <a:rPr lang="en-US" sz="2000" dirty="0"/>
              <a:t> </a:t>
            </a:r>
            <a:r>
              <a:rPr lang="en-US" sz="2000" dirty="0" err="1"/>
              <a:t>trong</a:t>
            </a:r>
            <a:r>
              <a:rPr lang="en-US" sz="2000" dirty="0"/>
              <a:t> </a:t>
            </a:r>
            <a:r>
              <a:rPr lang="en-US" sz="2000" dirty="0" err="1"/>
              <a:t>công</a:t>
            </a:r>
            <a:r>
              <a:rPr lang="en-US" sz="2000" dirty="0"/>
              <a:t> </a:t>
            </a:r>
            <a:r>
              <a:rPr lang="en-US" sz="2000" dirty="0" err="1"/>
              <a:t>cụ</a:t>
            </a:r>
            <a:r>
              <a:rPr lang="en-US" sz="2000" dirty="0"/>
              <a:t> </a:t>
            </a:r>
            <a:r>
              <a:rPr lang="en-US" sz="2000" dirty="0" err="1"/>
              <a:t>mạnh</a:t>
            </a:r>
            <a:r>
              <a:rPr lang="en-US" sz="2000" dirty="0"/>
              <a:t> </a:t>
            </a:r>
            <a:r>
              <a:rPr lang="en-US" sz="2000" dirty="0" err="1"/>
              <a:t>có</a:t>
            </a:r>
            <a:r>
              <a:rPr lang="en-US" sz="2000" dirty="0"/>
              <a:t> </a:t>
            </a:r>
            <a:r>
              <a:rPr lang="en-US" sz="2000" dirty="0" err="1"/>
              <a:t>thể</a:t>
            </a:r>
            <a:r>
              <a:rPr lang="en-US" sz="2000" dirty="0"/>
              <a:t> </a:t>
            </a:r>
            <a:r>
              <a:rPr lang="en-US" sz="2000" dirty="0" err="1"/>
              <a:t>phân</a:t>
            </a:r>
            <a:r>
              <a:rPr lang="en-US" sz="2000" dirty="0"/>
              <a:t> </a:t>
            </a:r>
            <a:r>
              <a:rPr lang="en-US" sz="2000" dirty="0" err="1"/>
              <a:t>tích</a:t>
            </a:r>
            <a:r>
              <a:rPr lang="en-US" sz="2000" dirty="0"/>
              <a:t> </a:t>
            </a:r>
            <a:r>
              <a:rPr lang="en-US" sz="2000" dirty="0" err="1"/>
              <a:t>từ</a:t>
            </a:r>
            <a:r>
              <a:rPr lang="en-US" sz="2000" dirty="0"/>
              <a:t> </a:t>
            </a:r>
            <a:r>
              <a:rPr lang="en-US" sz="2000" dirty="0" err="1"/>
              <a:t>sự</a:t>
            </a:r>
            <a:r>
              <a:rPr lang="en-US" sz="2000" dirty="0"/>
              <a:t> </a:t>
            </a:r>
            <a:r>
              <a:rPr lang="en-US" sz="2000" dirty="0" err="1"/>
              <a:t>kết</a:t>
            </a:r>
            <a:r>
              <a:rPr lang="en-US" sz="2000" dirty="0"/>
              <a:t> </a:t>
            </a:r>
            <a:r>
              <a:rPr lang="en-US" sz="2000" dirty="0" err="1"/>
              <a:t>nối</a:t>
            </a:r>
            <a:r>
              <a:rPr lang="en-US" sz="2000" dirty="0"/>
              <a:t> </a:t>
            </a:r>
            <a:r>
              <a:rPr lang="en-US" sz="2000" dirty="0" err="1"/>
              <a:t>của</a:t>
            </a:r>
            <a:r>
              <a:rPr lang="en-US" sz="2000" dirty="0"/>
              <a:t> </a:t>
            </a:r>
            <a:r>
              <a:rPr lang="en-US" sz="2000" dirty="0" err="1"/>
              <a:t>hai</a:t>
            </a:r>
            <a:r>
              <a:rPr lang="en-US" sz="2000" dirty="0"/>
              <a:t> </a:t>
            </a:r>
            <a:r>
              <a:rPr lang="en-US" sz="2000" dirty="0" err="1"/>
              <a:t>hoặc</a:t>
            </a:r>
            <a:r>
              <a:rPr lang="en-US" sz="2000" dirty="0"/>
              <a:t> </a:t>
            </a:r>
            <a:r>
              <a:rPr lang="en-US" sz="2000" dirty="0" err="1"/>
              <a:t>nhiều</a:t>
            </a:r>
            <a:r>
              <a:rPr lang="en-US" sz="2000" dirty="0"/>
              <a:t> </a:t>
            </a:r>
            <a:r>
              <a:rPr lang="en-US" sz="2000" dirty="0" err="1"/>
              <a:t>ký</a:t>
            </a:r>
            <a:r>
              <a:rPr lang="en-US" sz="2000" dirty="0"/>
              <a:t> </a:t>
            </a:r>
            <a:r>
              <a:rPr lang="en-US" sz="2000" dirty="0" err="1"/>
              <a:t>tự</a:t>
            </a:r>
            <a:r>
              <a:rPr lang="en-US" sz="2000" dirty="0"/>
              <a:t> </a:t>
            </a:r>
            <a:r>
              <a:rPr lang="en-US" sz="2000" dirty="0" err="1"/>
              <a:t>gọi</a:t>
            </a:r>
            <a:r>
              <a:rPr lang="en-US" sz="2000" dirty="0"/>
              <a:t> </a:t>
            </a:r>
            <a:r>
              <a:rPr lang="en-US" sz="2000" dirty="0" err="1"/>
              <a:t>là</a:t>
            </a:r>
            <a:r>
              <a:rPr lang="en-US" sz="2000" dirty="0"/>
              <a:t> </a:t>
            </a:r>
            <a:r>
              <a:rPr lang="en-US" sz="2000" dirty="0" err="1"/>
              <a:t>Digram</a:t>
            </a:r>
            <a:r>
              <a:rPr lang="en-US" sz="2000" dirty="0"/>
              <a:t> </a:t>
            </a:r>
            <a:r>
              <a:rPr lang="en-US" sz="2000" dirty="0" err="1"/>
              <a:t>hoặc</a:t>
            </a:r>
            <a:r>
              <a:rPr lang="en-US" sz="2000" dirty="0"/>
              <a:t> Trigram  </a:t>
            </a:r>
          </a:p>
          <a:p>
            <a:r>
              <a:rPr lang="en-US" sz="2000" dirty="0" err="1"/>
              <a:t>Một</a:t>
            </a:r>
            <a:r>
              <a:rPr lang="en-US" sz="2000" dirty="0"/>
              <a:t> </a:t>
            </a:r>
            <a:r>
              <a:rPr lang="en-US" sz="2000" dirty="0" err="1"/>
              <a:t>Digram</a:t>
            </a:r>
            <a:r>
              <a:rPr lang="en-US" sz="2000" dirty="0"/>
              <a:t> </a:t>
            </a:r>
            <a:r>
              <a:rPr lang="en-US" sz="2000" dirty="0" err="1"/>
              <a:t>thông</a:t>
            </a:r>
            <a:r>
              <a:rPr lang="en-US" sz="2000" dirty="0"/>
              <a:t> </a:t>
            </a:r>
            <a:r>
              <a:rPr lang="en-US" sz="2000" dirty="0" err="1"/>
              <a:t>dụng</a:t>
            </a:r>
            <a:r>
              <a:rPr lang="en-US" sz="2000" dirty="0"/>
              <a:t> </a:t>
            </a:r>
            <a:r>
              <a:rPr lang="en-US" sz="2000" dirty="0" err="1"/>
              <a:t>nhất</a:t>
            </a:r>
            <a:r>
              <a:rPr lang="en-US" sz="2000" dirty="0"/>
              <a:t> </a:t>
            </a:r>
            <a:r>
              <a:rPr lang="en-US" sz="2000" dirty="0" err="1"/>
              <a:t>là</a:t>
            </a:r>
            <a:r>
              <a:rPr lang="en-US" sz="2000" dirty="0"/>
              <a:t> “</a:t>
            </a:r>
            <a:r>
              <a:rPr lang="en-US" sz="2000" dirty="0" err="1"/>
              <a:t>th</a:t>
            </a:r>
            <a:r>
              <a:rPr lang="en-US" sz="2000" dirty="0"/>
              <a:t>”. </a:t>
            </a:r>
            <a:r>
              <a:rPr lang="en-US" sz="2000" dirty="0" err="1"/>
              <a:t>Trong</a:t>
            </a:r>
            <a:r>
              <a:rPr lang="en-US" sz="2000" dirty="0"/>
              <a:t> </a:t>
            </a:r>
            <a:r>
              <a:rPr lang="en-US" sz="2000" dirty="0" err="1"/>
              <a:t>chuỗi</a:t>
            </a:r>
            <a:r>
              <a:rPr lang="en-US" sz="2000" dirty="0"/>
              <a:t> </a:t>
            </a:r>
            <a:r>
              <a:rPr lang="en-US" sz="2000" dirty="0" err="1"/>
              <a:t>mã</a:t>
            </a:r>
            <a:r>
              <a:rPr lang="en-US" sz="2000" dirty="0"/>
              <a:t> </a:t>
            </a:r>
            <a:r>
              <a:rPr lang="en-US" sz="2000" dirty="0" err="1"/>
              <a:t>nhận</a:t>
            </a:r>
            <a:r>
              <a:rPr lang="en-US" sz="2000" dirty="0"/>
              <a:t> </a:t>
            </a:r>
            <a:r>
              <a:rPr lang="en-US" sz="2000" dirty="0" err="1"/>
              <a:t>được</a:t>
            </a:r>
            <a:r>
              <a:rPr lang="en-US" sz="2000" dirty="0"/>
              <a:t> </a:t>
            </a:r>
            <a:r>
              <a:rPr lang="en-US" sz="2000" dirty="0" err="1"/>
              <a:t>có</a:t>
            </a:r>
            <a:r>
              <a:rPr lang="en-US" sz="2000" dirty="0"/>
              <a:t> </a:t>
            </a:r>
            <a:r>
              <a:rPr lang="en-US" sz="2000" dirty="0" err="1"/>
              <a:t>digram</a:t>
            </a:r>
            <a:r>
              <a:rPr lang="en-US" sz="2000" dirty="0"/>
              <a:t> ZW </a:t>
            </a:r>
            <a:r>
              <a:rPr lang="en-US" sz="2000" dirty="0" err="1"/>
              <a:t>là</a:t>
            </a:r>
            <a:r>
              <a:rPr lang="en-US" sz="2000" dirty="0"/>
              <a:t> </a:t>
            </a:r>
            <a:r>
              <a:rPr lang="en-US" sz="2000" dirty="0" err="1"/>
              <a:t>có</a:t>
            </a:r>
            <a:r>
              <a:rPr lang="en-US" sz="2000" dirty="0"/>
              <a:t> </a:t>
            </a:r>
            <a:r>
              <a:rPr lang="en-US" sz="2000" dirty="0" err="1"/>
              <a:t>tần</a:t>
            </a:r>
            <a:r>
              <a:rPr lang="en-US" sz="2000" dirty="0"/>
              <a:t> </a:t>
            </a:r>
            <a:r>
              <a:rPr lang="en-US" sz="2000" dirty="0" err="1"/>
              <a:t>xuất</a:t>
            </a:r>
            <a:r>
              <a:rPr lang="en-US" sz="2000" dirty="0"/>
              <a:t> </a:t>
            </a:r>
            <a:r>
              <a:rPr lang="en-US" sz="2000" dirty="0" err="1"/>
              <a:t>nhiều</a:t>
            </a:r>
            <a:r>
              <a:rPr lang="en-US" sz="2000" dirty="0"/>
              <a:t> </a:t>
            </a:r>
            <a:r>
              <a:rPr lang="en-US" sz="2000" dirty="0" err="1"/>
              <a:t>nhất</a:t>
            </a:r>
            <a:r>
              <a:rPr lang="en-US" sz="2000" dirty="0"/>
              <a:t> </a:t>
            </a:r>
            <a:r>
              <a:rPr lang="en-US" sz="2000" dirty="0" err="1"/>
              <a:t>xuất</a:t>
            </a:r>
            <a:r>
              <a:rPr lang="en-US" sz="2000" dirty="0"/>
              <a:t> </a:t>
            </a:r>
            <a:r>
              <a:rPr lang="en-US" sz="2000" dirty="0" err="1"/>
              <a:t>hiện</a:t>
            </a:r>
            <a:r>
              <a:rPr lang="en-US" sz="2000" dirty="0"/>
              <a:t> 3 </a:t>
            </a:r>
            <a:r>
              <a:rPr lang="en-US" sz="2000" dirty="0" err="1"/>
              <a:t>lần</a:t>
            </a:r>
            <a:r>
              <a:rPr lang="en-US" sz="2000" dirty="0"/>
              <a:t> , </a:t>
            </a:r>
            <a:r>
              <a:rPr lang="en-US" sz="2000" dirty="0" err="1"/>
              <a:t>có</a:t>
            </a:r>
            <a:r>
              <a:rPr lang="en-US" sz="2000" dirty="0"/>
              <a:t> </a:t>
            </a:r>
            <a:r>
              <a:rPr lang="en-US" sz="2000" dirty="0" err="1"/>
              <a:t>thể</a:t>
            </a:r>
            <a:r>
              <a:rPr lang="en-US" sz="2000" dirty="0"/>
              <a:t> </a:t>
            </a:r>
            <a:r>
              <a:rPr lang="en-US" sz="2000" dirty="0" err="1"/>
              <a:t>ánh</a:t>
            </a:r>
            <a:r>
              <a:rPr lang="en-US" sz="2000" dirty="0"/>
              <a:t> </a:t>
            </a:r>
            <a:r>
              <a:rPr lang="en-US" sz="2000" dirty="0" err="1"/>
              <a:t>xạ</a:t>
            </a:r>
            <a:r>
              <a:rPr lang="en-US" sz="2000" dirty="0"/>
              <a:t> Z </a:t>
            </a:r>
            <a:r>
              <a:rPr lang="en-US" sz="2000" dirty="0" err="1"/>
              <a:t>tương</a:t>
            </a:r>
            <a:r>
              <a:rPr lang="en-US" sz="2000" dirty="0"/>
              <a:t> </a:t>
            </a:r>
            <a:r>
              <a:rPr lang="en-US" sz="2000" dirty="0" err="1"/>
              <a:t>ứng</a:t>
            </a:r>
            <a:r>
              <a:rPr lang="en-US" sz="2000" dirty="0"/>
              <a:t> </a:t>
            </a:r>
            <a:r>
              <a:rPr lang="en-US" sz="2000" dirty="0" err="1"/>
              <a:t>với</a:t>
            </a:r>
            <a:r>
              <a:rPr lang="en-US" sz="2000" dirty="0"/>
              <a:t> “t” </a:t>
            </a:r>
            <a:r>
              <a:rPr lang="en-US" sz="2000" dirty="0" err="1"/>
              <a:t>và</a:t>
            </a:r>
            <a:r>
              <a:rPr lang="en-US" sz="2000" dirty="0"/>
              <a:t> W </a:t>
            </a:r>
            <a:r>
              <a:rPr lang="en-US" sz="2000" dirty="0" err="1"/>
              <a:t>tương</a:t>
            </a:r>
            <a:r>
              <a:rPr lang="en-US" sz="2000" dirty="0"/>
              <a:t> </a:t>
            </a:r>
            <a:r>
              <a:rPr lang="en-US" sz="2000" dirty="0" err="1"/>
              <a:t>ứng</a:t>
            </a:r>
            <a:r>
              <a:rPr lang="en-US" sz="2000" dirty="0"/>
              <a:t> </a:t>
            </a:r>
            <a:r>
              <a:rPr lang="en-US" sz="2000" dirty="0" err="1"/>
              <a:t>với</a:t>
            </a:r>
            <a:r>
              <a:rPr lang="en-US" sz="2000" dirty="0"/>
              <a:t> “h”. </a:t>
            </a:r>
            <a:r>
              <a:rPr lang="en-US" sz="2000" dirty="0" err="1"/>
              <a:t>Và</a:t>
            </a:r>
            <a:r>
              <a:rPr lang="en-US" sz="2000" dirty="0"/>
              <a:t> </a:t>
            </a:r>
            <a:r>
              <a:rPr lang="en-US" sz="2000" dirty="0" err="1"/>
              <a:t>giả</a:t>
            </a:r>
            <a:r>
              <a:rPr lang="en-US" sz="2000" dirty="0"/>
              <a:t> </a:t>
            </a:r>
            <a:r>
              <a:rPr lang="en-US" sz="2000" dirty="0" err="1"/>
              <a:t>thiết</a:t>
            </a:r>
            <a:r>
              <a:rPr lang="en-US" sz="2000" dirty="0"/>
              <a:t> </a:t>
            </a:r>
            <a:r>
              <a:rPr lang="en-US" sz="2000" dirty="0" err="1"/>
              <a:t>trước</a:t>
            </a:r>
            <a:r>
              <a:rPr lang="en-US" sz="2000" dirty="0"/>
              <a:t> </a:t>
            </a:r>
            <a:r>
              <a:rPr lang="en-US" sz="2000" dirty="0" err="1"/>
              <a:t>đó</a:t>
            </a:r>
            <a:r>
              <a:rPr lang="en-US" sz="2000" dirty="0"/>
              <a:t> P </a:t>
            </a:r>
            <a:r>
              <a:rPr lang="en-US" sz="2000" dirty="0" err="1"/>
              <a:t>tương</a:t>
            </a:r>
            <a:r>
              <a:rPr lang="en-US" sz="2000" dirty="0"/>
              <a:t> </a:t>
            </a:r>
            <a:r>
              <a:rPr lang="en-US" sz="2000" dirty="0" err="1"/>
              <a:t>ứng</a:t>
            </a:r>
            <a:r>
              <a:rPr lang="en-US" sz="2000" dirty="0"/>
              <a:t> </a:t>
            </a:r>
            <a:r>
              <a:rPr lang="en-US" sz="2000" dirty="0" err="1"/>
              <a:t>với</a:t>
            </a:r>
            <a:r>
              <a:rPr lang="en-US" sz="2000" dirty="0"/>
              <a:t> e, do </a:t>
            </a:r>
            <a:r>
              <a:rPr lang="en-US" sz="2000" dirty="0" err="1"/>
              <a:t>đó</a:t>
            </a:r>
            <a:r>
              <a:rPr lang="en-US" sz="2000" dirty="0"/>
              <a:t> ZWP = the. </a:t>
            </a:r>
          </a:p>
          <a:p>
            <a:r>
              <a:rPr lang="en-US" sz="2000" dirty="0" err="1"/>
              <a:t>Xem</a:t>
            </a:r>
            <a:r>
              <a:rPr lang="en-US" sz="2000" dirty="0"/>
              <a:t> </a:t>
            </a:r>
            <a:r>
              <a:rPr lang="en-US" sz="2000" dirty="0" err="1"/>
              <a:t>xét</a:t>
            </a:r>
            <a:r>
              <a:rPr lang="en-US" sz="2000" dirty="0"/>
              <a:t> </a:t>
            </a:r>
            <a:r>
              <a:rPr lang="en-US" sz="2000" dirty="0" err="1"/>
              <a:t>tới</a:t>
            </a:r>
            <a:r>
              <a:rPr lang="en-US" sz="2000" dirty="0"/>
              <a:t> </a:t>
            </a:r>
            <a:r>
              <a:rPr lang="en-US" sz="2000" dirty="0" err="1"/>
              <a:t>chuỗi</a:t>
            </a:r>
            <a:r>
              <a:rPr lang="en-US" sz="2000" dirty="0"/>
              <a:t> ZWSZ = </a:t>
            </a:r>
            <a:r>
              <a:rPr lang="en-US" sz="2000" dirty="0" err="1"/>
              <a:t>th_t</a:t>
            </a:r>
            <a:r>
              <a:rPr lang="en-US" sz="2000" dirty="0"/>
              <a:t>, do </a:t>
            </a:r>
            <a:r>
              <a:rPr lang="en-US" sz="2000" dirty="0" err="1"/>
              <a:t>đó</a:t>
            </a:r>
            <a:r>
              <a:rPr lang="en-US" sz="2000" dirty="0"/>
              <a:t> S </a:t>
            </a:r>
            <a:r>
              <a:rPr lang="en-US" sz="2000" dirty="0" err="1"/>
              <a:t>tương</a:t>
            </a:r>
            <a:r>
              <a:rPr lang="en-US" sz="2000" dirty="0"/>
              <a:t> </a:t>
            </a:r>
            <a:r>
              <a:rPr lang="en-US" sz="2000" dirty="0" err="1"/>
              <a:t>ứng</a:t>
            </a:r>
            <a:r>
              <a:rPr lang="en-US" sz="2000" dirty="0"/>
              <a:t> </a:t>
            </a:r>
            <a:r>
              <a:rPr lang="en-US" sz="2000" dirty="0" err="1"/>
              <a:t>với</a:t>
            </a:r>
            <a:r>
              <a:rPr lang="en-US" sz="2000" dirty="0"/>
              <a:t> “a” </a:t>
            </a:r>
          </a:p>
          <a:p>
            <a:pPr marL="0" indent="0">
              <a:buNone/>
            </a:pPr>
            <a:br>
              <a:rPr lang="en-US" dirty="0"/>
            </a:br>
            <a:endParaRPr lang="vi-VN" dirty="0"/>
          </a:p>
        </p:txBody>
      </p:sp>
      <p:pic>
        <p:nvPicPr>
          <p:cNvPr id="6" name="Picture 5">
            <a:extLst>
              <a:ext uri="{FF2B5EF4-FFF2-40B4-BE49-F238E27FC236}">
                <a16:creationId xmlns:a16="http://schemas.microsoft.com/office/drawing/2014/main" id="{1D517787-FD1E-FB6E-DEEF-FE72DB9A0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620" y="3213008"/>
            <a:ext cx="7703660" cy="2257425"/>
          </a:xfrm>
          <a:prstGeom prst="rect">
            <a:avLst/>
          </a:prstGeom>
        </p:spPr>
      </p:pic>
      <p:sp>
        <p:nvSpPr>
          <p:cNvPr id="8" name="TextBox 7">
            <a:extLst>
              <a:ext uri="{FF2B5EF4-FFF2-40B4-BE49-F238E27FC236}">
                <a16:creationId xmlns:a16="http://schemas.microsoft.com/office/drawing/2014/main" id="{0D61DFCA-32B4-5607-CE50-26FAD6CC0CCC}"/>
              </a:ext>
            </a:extLst>
          </p:cNvPr>
          <p:cNvSpPr txBox="1"/>
          <p:nvPr/>
        </p:nvSpPr>
        <p:spPr>
          <a:xfrm>
            <a:off x="4751429" y="5103674"/>
            <a:ext cx="4231908" cy="1754326"/>
          </a:xfrm>
          <a:prstGeom prst="rect">
            <a:avLst/>
          </a:prstGeom>
          <a:noFill/>
        </p:spPr>
        <p:txBody>
          <a:bodyPr wrap="square">
            <a:spAutoFit/>
          </a:bodyPr>
          <a:lstStyle/>
          <a:p>
            <a:r>
              <a:rPr lang="en-US" sz="1800" dirty="0">
                <a:effectLst/>
                <a:latin typeface="Courier" pitchFamily="2" charset="0"/>
              </a:rPr>
              <a:t>it was disclosed yesterday that several informal but direct contacts have been made with political representatives of the </a:t>
            </a:r>
            <a:r>
              <a:rPr lang="en-US" sz="1800" dirty="0" err="1">
                <a:effectLst/>
                <a:latin typeface="Courier" pitchFamily="2" charset="0"/>
              </a:rPr>
              <a:t>viet</a:t>
            </a:r>
            <a:r>
              <a:rPr lang="en-US" sz="1800" dirty="0">
                <a:effectLst/>
                <a:latin typeface="Courier" pitchFamily="2" charset="0"/>
              </a:rPr>
              <a:t> </a:t>
            </a:r>
            <a:r>
              <a:rPr lang="en-US" sz="1800" dirty="0" err="1">
                <a:effectLst/>
                <a:latin typeface="Courier" pitchFamily="2" charset="0"/>
              </a:rPr>
              <a:t>cong</a:t>
            </a:r>
            <a:r>
              <a:rPr lang="en-US" sz="1800" dirty="0">
                <a:effectLst/>
                <a:latin typeface="Courier" pitchFamily="2" charset="0"/>
              </a:rPr>
              <a:t> in </a:t>
            </a:r>
            <a:r>
              <a:rPr lang="en-US" sz="1800" dirty="0" err="1">
                <a:effectLst/>
                <a:latin typeface="Courier" pitchFamily="2" charset="0"/>
              </a:rPr>
              <a:t>moscow</a:t>
            </a:r>
            <a:r>
              <a:rPr lang="en-US" sz="1800" dirty="0">
                <a:effectLst/>
                <a:latin typeface="Courier" pitchFamily="2" charset="0"/>
              </a:rPr>
              <a:t> </a:t>
            </a:r>
            <a:endParaRPr lang="en-US" dirty="0"/>
          </a:p>
        </p:txBody>
      </p:sp>
    </p:spTree>
    <p:extLst>
      <p:ext uri="{BB962C8B-B14F-4D97-AF65-F5344CB8AC3E}">
        <p14:creationId xmlns:p14="http://schemas.microsoft.com/office/powerpoint/2010/main" val="3057768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E12DE59A-57BB-4200-AE04-90EF82113BE7}"/>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êu đề 2">
            <a:extLst>
              <a:ext uri="{FF2B5EF4-FFF2-40B4-BE49-F238E27FC236}">
                <a16:creationId xmlns:a16="http://schemas.microsoft.com/office/drawing/2014/main" id="{45D31F5E-ADA7-4AE2-A697-2707659AE77C}"/>
              </a:ext>
            </a:extLst>
          </p:cNvPr>
          <p:cNvSpPr>
            <a:spLocks noGrp="1"/>
          </p:cNvSpPr>
          <p:nvPr>
            <p:ph type="title"/>
          </p:nvPr>
        </p:nvSpPr>
        <p:spPr/>
        <p:txBody>
          <a:bodyPr/>
          <a:lstStyle/>
          <a:p>
            <a:r>
              <a:rPr lang="vi-VN" dirty="0"/>
              <a:t>Bài tập phân tích mã </a:t>
            </a:r>
            <a:r>
              <a:rPr lang="en-US" altLang="en-US" sz="2800" baseline="0" dirty="0"/>
              <a:t>Monoalphabetic Ciphers</a:t>
            </a:r>
            <a:endParaRPr lang="vi-VN" dirty="0"/>
          </a:p>
        </p:txBody>
      </p:sp>
      <p:sp>
        <p:nvSpPr>
          <p:cNvPr id="4" name="Chỗ dành sẵn cho Nội dung 3">
            <a:extLst>
              <a:ext uri="{FF2B5EF4-FFF2-40B4-BE49-F238E27FC236}">
                <a16:creationId xmlns:a16="http://schemas.microsoft.com/office/drawing/2014/main" id="{29DFC9CC-38FE-422A-8A75-18B111E48897}"/>
              </a:ext>
            </a:extLst>
          </p:cNvPr>
          <p:cNvSpPr>
            <a:spLocks noGrp="1"/>
          </p:cNvSpPr>
          <p:nvPr>
            <p:ph sz="quarter" idx="13"/>
          </p:nvPr>
        </p:nvSpPr>
        <p:spPr>
          <a:xfrm>
            <a:off x="235077" y="841247"/>
            <a:ext cx="8674100" cy="2206753"/>
          </a:xfrm>
        </p:spPr>
        <p:txBody>
          <a:bodyPr/>
          <a:lstStyle/>
          <a:p>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UKB </a:t>
            </a:r>
            <a:r>
              <a:rPr lang="en-US" sz="1800" dirty="0">
                <a:solidFill>
                  <a:srgbClr val="ED7D31"/>
                </a:solidFill>
                <a:effectLst/>
                <a:latin typeface="Calibri" panose="020F0502020204030204" pitchFamily="34" charset="0"/>
                <a:ea typeface="Calibri" panose="020F0502020204030204" pitchFamily="34" charset="0"/>
                <a:cs typeface="Times New Roman" panose="02020603050405020304" pitchFamily="18" charset="0"/>
              </a:rPr>
              <a:t>YBIPOUZBCU </a:t>
            </a:r>
            <a:r>
              <a:rPr lang="en-US" sz="1800">
                <a:effectLst/>
                <a:latin typeface="Calibri" panose="020F0502020204030204" pitchFamily="34" charset="0"/>
                <a:ea typeface="Calibri" panose="020F0502020204030204" pitchFamily="34" charset="0"/>
                <a:cs typeface="Times New Roman" panose="02020603050405020304" pitchFamily="18" charset="0"/>
              </a:rPr>
              <a:t>FEEBOR</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UKB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r>
              <a:rPr lang="en-US" sz="1800">
                <a:solidFill>
                  <a:srgbClr val="ED7D31"/>
                </a:solidFill>
                <a:effectLst/>
                <a:latin typeface="Calibri" panose="020F0502020204030204" pitchFamily="34" charset="0"/>
                <a:ea typeface="Calibri" panose="020F0502020204030204" pitchFamily="34" charset="0"/>
                <a:cs typeface="Times New Roman" panose="02020603050405020304" pitchFamily="18" charset="0"/>
              </a:rPr>
              <a:t>YBIPOUZBCU</a:t>
            </a:r>
            <a:r>
              <a:rPr lang="en-US"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a:t>
            </a:r>
            <a:r>
              <a:rPr lang="en-US" sz="1800">
                <a:effectLst/>
                <a:latin typeface="Calibri" panose="020F0502020204030204" pitchFamily="34" charset="0"/>
                <a:ea typeface="Calibri" panose="020F0502020204030204" pitchFamily="34" charset="0"/>
                <a:cs typeface="Times New Roman" panose="02020603050405020304" pitchFamily="18" charset="0"/>
              </a:rPr>
              <a:t>POUNVNIPUBRNCHOPYXPUBNCUBOYN</a:t>
            </a:r>
            <a:r>
              <a:rPr lang="en-US" sz="180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RVNIWNCPOJIOFHOPZR</a:t>
            </a:r>
            <a:r>
              <a:rPr lang="en-US" sz="1800">
                <a:effectLst/>
                <a:latin typeface="Calibri" panose="020F0502020204030204" pitchFamily="34" charset="0"/>
                <a:ea typeface="Calibri" panose="020F0502020204030204" pitchFamily="34" charset="0"/>
                <a:cs typeface="Times New Roman" panose="02020603050405020304" pitchFamily="18" charset="0"/>
              </a:rPr>
              <a:t>NC</a:t>
            </a:r>
            <a:r>
              <a:rPr lang="en-US" sz="180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RVNBC</a:t>
            </a:r>
            <a:r>
              <a:rPr lang="en-US" sz="1800">
                <a:effectLst/>
                <a:latin typeface="Calibri" panose="020F0502020204030204" pitchFamily="34" charset="0"/>
                <a:ea typeface="Calibri" panose="020F0502020204030204" pitchFamily="34" charset="0"/>
                <a:cs typeface="Times New Roman" panose="02020603050405020304" pitchFamily="18" charset="0"/>
              </a:rPr>
              <a:t>UNENVVFZIXUNCHPCYVFZIXUPUNFCPW</a:t>
            </a:r>
            <a:r>
              <a:rPr lang="en-US" sz="180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ZP</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UKB</a:t>
            </a:r>
            <a:r>
              <a:rPr lang="en-US" sz="1800">
                <a:solidFill>
                  <a:srgbClr val="ED7D31"/>
                </a:solidFill>
                <a:effectLst/>
                <a:latin typeface="Calibri" panose="020F0502020204030204" pitchFamily="34" charset="0"/>
                <a:ea typeface="Calibri" panose="020F0502020204030204" pitchFamily="34" charset="0"/>
                <a:cs typeface="Times New Roman" panose="02020603050405020304" pitchFamily="18" charset="0"/>
              </a:rPr>
              <a:t>ZPUNV</a:t>
            </a:r>
            <a:r>
              <a:rPr lang="en-US" sz="1800">
                <a:effectLst/>
                <a:latin typeface="Calibri" panose="020F0502020204030204" pitchFamily="34" charset="0"/>
                <a:ea typeface="Calibri" panose="020F0502020204030204" pitchFamily="34" charset="0"/>
                <a:cs typeface="Times New Roman" panose="02020603050405020304" pitchFamily="18" charset="0"/>
              </a:rPr>
              <a:t>R</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https://www.simonsingh.net/The_Black_Chamber/substitutioncrackingtool.html</a:t>
            </a:r>
            <a:r>
              <a:rPr lang="en-VN" dirty="0">
                <a:effectLst/>
              </a:rPr>
              <a:t> </a:t>
            </a:r>
          </a:p>
          <a:p>
            <a:r>
              <a:rPr lang="en-VN"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https://www.dcode.fr/monoalphabetic-substitution</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vi-VN" dirty="0"/>
          </a:p>
        </p:txBody>
      </p:sp>
    </p:spTree>
    <p:extLst>
      <p:ext uri="{BB962C8B-B14F-4D97-AF65-F5344CB8AC3E}">
        <p14:creationId xmlns:p14="http://schemas.microsoft.com/office/powerpoint/2010/main" val="4153716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4B1D049D-34E6-4258-A8FA-EB8C61541A62}"/>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êu đề 2">
            <a:extLst>
              <a:ext uri="{FF2B5EF4-FFF2-40B4-BE49-F238E27FC236}">
                <a16:creationId xmlns:a16="http://schemas.microsoft.com/office/drawing/2014/main" id="{A09E8AB9-19BB-46C5-A7AE-CF70FE165662}"/>
              </a:ext>
            </a:extLst>
          </p:cNvPr>
          <p:cNvSpPr>
            <a:spLocks noGrp="1"/>
          </p:cNvSpPr>
          <p:nvPr>
            <p:ph type="title"/>
          </p:nvPr>
        </p:nvSpPr>
        <p:spPr/>
        <p:txBody>
          <a:bodyPr/>
          <a:lstStyle/>
          <a:p>
            <a:r>
              <a:rPr lang="en-US" dirty="0" err="1"/>
              <a:t>Mã</a:t>
            </a:r>
            <a:r>
              <a:rPr lang="en-US" dirty="0"/>
              <a:t> Playfair </a:t>
            </a:r>
            <a:endParaRPr lang="vi-VN" dirty="0"/>
          </a:p>
        </p:txBody>
      </p:sp>
      <p:sp>
        <p:nvSpPr>
          <p:cNvPr id="4" name="Chỗ dành sẵn cho Nội dung 3">
            <a:extLst>
              <a:ext uri="{FF2B5EF4-FFF2-40B4-BE49-F238E27FC236}">
                <a16:creationId xmlns:a16="http://schemas.microsoft.com/office/drawing/2014/main" id="{46F47ADE-2E9C-48A5-AA5E-3338F079F506}"/>
              </a:ext>
            </a:extLst>
          </p:cNvPr>
          <p:cNvSpPr>
            <a:spLocks noGrp="1"/>
          </p:cNvSpPr>
          <p:nvPr>
            <p:ph sz="quarter" idx="13"/>
          </p:nvPr>
        </p:nvSpPr>
        <p:spPr/>
        <p:txBody>
          <a:bodyPr/>
          <a:lstStyle/>
          <a:p>
            <a:r>
              <a:rPr lang="en-US" sz="2000" dirty="0" err="1"/>
              <a:t>Thuật</a:t>
            </a:r>
            <a:r>
              <a:rPr lang="en-US" sz="2000" dirty="0"/>
              <a:t> </a:t>
            </a:r>
            <a:r>
              <a:rPr lang="en-US" sz="2000" dirty="0" err="1"/>
              <a:t>toán</a:t>
            </a:r>
            <a:r>
              <a:rPr lang="en-US" sz="2000" dirty="0"/>
              <a:t> Playfair </a:t>
            </a:r>
            <a:r>
              <a:rPr lang="en-US" sz="2000" dirty="0" err="1"/>
              <a:t>dựa</a:t>
            </a:r>
            <a:r>
              <a:rPr lang="en-US" sz="2000" dirty="0"/>
              <a:t> </a:t>
            </a:r>
            <a:r>
              <a:rPr lang="en-US" sz="2000" dirty="0" err="1"/>
              <a:t>trên</a:t>
            </a:r>
            <a:r>
              <a:rPr lang="en-US" sz="2000" dirty="0"/>
              <a:t> ma </a:t>
            </a:r>
            <a:r>
              <a:rPr lang="en-US" sz="2000" dirty="0" err="1"/>
              <a:t>trận</a:t>
            </a:r>
            <a:r>
              <a:rPr lang="en-US" sz="2000" dirty="0"/>
              <a:t> </a:t>
            </a:r>
            <a:r>
              <a:rPr lang="en-US" sz="2000" dirty="0" err="1"/>
              <a:t>ký</a:t>
            </a:r>
            <a:r>
              <a:rPr lang="en-US" sz="2000" dirty="0"/>
              <a:t> </a:t>
            </a:r>
            <a:r>
              <a:rPr lang="en-US" sz="2000" dirty="0" err="1"/>
              <a:t>tự</a:t>
            </a:r>
            <a:r>
              <a:rPr lang="en-US" sz="2000" dirty="0"/>
              <a:t> 5 × 5 </a:t>
            </a:r>
            <a:r>
              <a:rPr lang="en-US" sz="2000" dirty="0" err="1"/>
              <a:t>cấu</a:t>
            </a:r>
            <a:r>
              <a:rPr lang="en-US" sz="2000" dirty="0"/>
              <a:t> </a:t>
            </a:r>
            <a:r>
              <a:rPr lang="en-US" sz="2000" dirty="0" err="1"/>
              <a:t>trúc</a:t>
            </a:r>
            <a:r>
              <a:rPr lang="en-US" sz="2000" dirty="0"/>
              <a:t> </a:t>
            </a:r>
            <a:r>
              <a:rPr lang="en-US" sz="2000" dirty="0" err="1"/>
              <a:t>như</a:t>
            </a:r>
            <a:r>
              <a:rPr lang="en-US" sz="2000" dirty="0"/>
              <a:t> </a:t>
            </a:r>
            <a:r>
              <a:rPr lang="en-US" sz="2000" dirty="0" err="1"/>
              <a:t>là</a:t>
            </a:r>
            <a:r>
              <a:rPr lang="en-US" sz="2000" dirty="0"/>
              <a:t> </a:t>
            </a:r>
            <a:r>
              <a:rPr lang="en-US" sz="2000" dirty="0" err="1"/>
              <a:t>một</a:t>
            </a:r>
            <a:r>
              <a:rPr lang="en-US" sz="2000" dirty="0"/>
              <a:t> </a:t>
            </a:r>
            <a:r>
              <a:rPr lang="en-US" sz="2000" dirty="0" err="1"/>
              <a:t>từ</a:t>
            </a:r>
            <a:r>
              <a:rPr lang="en-US" sz="2000" dirty="0"/>
              <a:t> </a:t>
            </a:r>
            <a:r>
              <a:rPr lang="en-US" sz="2000" dirty="0" err="1"/>
              <a:t>khoá</a:t>
            </a:r>
            <a:r>
              <a:rPr lang="en-US" sz="2000" dirty="0"/>
              <a:t>. </a:t>
            </a:r>
            <a:r>
              <a:rPr lang="en-US" sz="2000" dirty="0" err="1"/>
              <a:t>Ví</a:t>
            </a:r>
            <a:r>
              <a:rPr lang="en-US" sz="2000" dirty="0"/>
              <a:t> </a:t>
            </a:r>
            <a:r>
              <a:rPr lang="en-US" sz="2000" dirty="0" err="1"/>
              <a:t>dụ</a:t>
            </a:r>
            <a:r>
              <a:rPr lang="en-US" sz="2000" dirty="0"/>
              <a:t> (solved by Lord Peter Wimsey in Dorothy Sayers’s Have His </a:t>
            </a:r>
            <a:r>
              <a:rPr lang="en-US" sz="2000" dirty="0" err="1"/>
              <a:t>Carcase</a:t>
            </a:r>
            <a:r>
              <a:rPr lang="en-US" sz="2000" dirty="0"/>
              <a:t> ). </a:t>
            </a:r>
            <a:r>
              <a:rPr lang="en-US" sz="2000" dirty="0" err="1"/>
              <a:t>Từ</a:t>
            </a:r>
            <a:r>
              <a:rPr lang="en-US" sz="2000" dirty="0"/>
              <a:t> </a:t>
            </a:r>
            <a:r>
              <a:rPr lang="en-US" sz="2000" dirty="0" err="1"/>
              <a:t>khoá</a:t>
            </a:r>
            <a:r>
              <a:rPr lang="en-US" sz="2000" dirty="0"/>
              <a:t> </a:t>
            </a:r>
            <a:r>
              <a:rPr lang="en-US" sz="2000" dirty="0" err="1"/>
              <a:t>là</a:t>
            </a:r>
            <a:r>
              <a:rPr lang="en-US" sz="2000" dirty="0"/>
              <a:t> MONARCHY</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Ma </a:t>
            </a:r>
            <a:r>
              <a:rPr lang="en-US" sz="2000" dirty="0" err="1"/>
              <a:t>trận</a:t>
            </a:r>
            <a:r>
              <a:rPr lang="en-US" sz="2000" dirty="0"/>
              <a:t> </a:t>
            </a:r>
            <a:r>
              <a:rPr lang="en-US" sz="2000" dirty="0" err="1"/>
              <a:t>được</a:t>
            </a:r>
            <a:r>
              <a:rPr lang="en-US" sz="2000" dirty="0"/>
              <a:t> </a:t>
            </a:r>
            <a:r>
              <a:rPr lang="en-US" sz="2000" dirty="0" err="1"/>
              <a:t>thiết</a:t>
            </a:r>
            <a:r>
              <a:rPr lang="en-US" sz="2000" dirty="0"/>
              <a:t> </a:t>
            </a:r>
            <a:r>
              <a:rPr lang="en-US" sz="2000" dirty="0" err="1"/>
              <a:t>lập</a:t>
            </a:r>
            <a:r>
              <a:rPr lang="en-US" sz="2000" dirty="0"/>
              <a:t> </a:t>
            </a:r>
            <a:r>
              <a:rPr lang="en-US" sz="2000" dirty="0" err="1"/>
              <a:t>bằng</a:t>
            </a:r>
            <a:r>
              <a:rPr lang="en-US" sz="2000" dirty="0"/>
              <a:t> </a:t>
            </a:r>
            <a:r>
              <a:rPr lang="en-US" sz="2000" dirty="0" err="1"/>
              <a:t>cách</a:t>
            </a:r>
            <a:r>
              <a:rPr lang="en-US" sz="2000" dirty="0"/>
              <a:t> </a:t>
            </a:r>
            <a:r>
              <a:rPr lang="en-US" sz="2000" dirty="0" err="1"/>
              <a:t>điền</a:t>
            </a:r>
            <a:r>
              <a:rPr lang="en-US" sz="2000" dirty="0"/>
              <a:t> </a:t>
            </a:r>
            <a:r>
              <a:rPr lang="en-US" sz="2000" dirty="0" err="1"/>
              <a:t>các</a:t>
            </a:r>
            <a:r>
              <a:rPr lang="en-US" sz="2000" dirty="0"/>
              <a:t> </a:t>
            </a:r>
            <a:r>
              <a:rPr lang="en-US" sz="2000" dirty="0" err="1"/>
              <a:t>ký</a:t>
            </a:r>
            <a:r>
              <a:rPr lang="en-US" sz="2000" dirty="0"/>
              <a:t> </a:t>
            </a:r>
            <a:r>
              <a:rPr lang="en-US" sz="2000" dirty="0" err="1"/>
              <a:t>tự</a:t>
            </a:r>
            <a:r>
              <a:rPr lang="en-US" sz="2000" dirty="0"/>
              <a:t> </a:t>
            </a:r>
            <a:r>
              <a:rPr lang="en-US" sz="2000" dirty="0" err="1"/>
              <a:t>của</a:t>
            </a:r>
            <a:r>
              <a:rPr lang="en-US" sz="2000" dirty="0"/>
              <a:t> </a:t>
            </a:r>
            <a:r>
              <a:rPr lang="en-US" sz="2000" dirty="0" err="1"/>
              <a:t>từ</a:t>
            </a:r>
            <a:r>
              <a:rPr lang="en-US" sz="2000" dirty="0"/>
              <a:t> </a:t>
            </a:r>
            <a:r>
              <a:rPr lang="en-US" sz="2000" dirty="0" err="1"/>
              <a:t>khoá</a:t>
            </a:r>
            <a:r>
              <a:rPr lang="en-US" sz="2000" dirty="0"/>
              <a:t> (</a:t>
            </a:r>
            <a:r>
              <a:rPr lang="en-US" sz="2000" dirty="0" err="1"/>
              <a:t>trừ</a:t>
            </a:r>
            <a:r>
              <a:rPr lang="en-US" sz="2000" dirty="0"/>
              <a:t> </a:t>
            </a:r>
            <a:r>
              <a:rPr lang="en-US" sz="2000" dirty="0" err="1"/>
              <a:t>những</a:t>
            </a:r>
            <a:r>
              <a:rPr lang="en-US" sz="2000" dirty="0"/>
              <a:t> </a:t>
            </a:r>
            <a:r>
              <a:rPr lang="en-US" sz="2000" dirty="0" err="1"/>
              <a:t>chữ</a:t>
            </a:r>
            <a:r>
              <a:rPr lang="en-US" sz="2000" dirty="0"/>
              <a:t> </a:t>
            </a:r>
            <a:r>
              <a:rPr lang="en-US" sz="2000" dirty="0" err="1"/>
              <a:t>cái</a:t>
            </a:r>
            <a:r>
              <a:rPr lang="en-US" sz="2000" dirty="0"/>
              <a:t> </a:t>
            </a:r>
            <a:r>
              <a:rPr lang="en-US" sz="2000" dirty="0" err="1"/>
              <a:t>trùng</a:t>
            </a:r>
            <a:r>
              <a:rPr lang="en-US" sz="2000" dirty="0"/>
              <a:t> </a:t>
            </a:r>
            <a:r>
              <a:rPr lang="en-US" sz="2000" dirty="0" err="1"/>
              <a:t>lặp</a:t>
            </a:r>
            <a:r>
              <a:rPr lang="en-US" sz="2000" dirty="0"/>
              <a:t>) </a:t>
            </a:r>
            <a:r>
              <a:rPr lang="en-US" sz="2000" dirty="0" err="1"/>
              <a:t>từ</a:t>
            </a:r>
            <a:r>
              <a:rPr lang="en-US" sz="2000" dirty="0"/>
              <a:t> </a:t>
            </a:r>
            <a:r>
              <a:rPr lang="en-US" sz="2000" dirty="0" err="1"/>
              <a:t>trái</a:t>
            </a:r>
            <a:r>
              <a:rPr lang="en-US" sz="2000" dirty="0"/>
              <a:t> sang </a:t>
            </a:r>
            <a:r>
              <a:rPr lang="en-US" sz="2000" dirty="0" err="1"/>
              <a:t>phải</a:t>
            </a:r>
            <a:r>
              <a:rPr lang="en-US" sz="2000" dirty="0"/>
              <a:t> </a:t>
            </a:r>
            <a:r>
              <a:rPr lang="en-US" sz="2000" dirty="0" err="1"/>
              <a:t>từ</a:t>
            </a:r>
            <a:r>
              <a:rPr lang="en-US" sz="2000" dirty="0"/>
              <a:t> </a:t>
            </a:r>
            <a:r>
              <a:rPr lang="en-US" sz="2000" dirty="0" err="1"/>
              <a:t>trên</a:t>
            </a:r>
            <a:r>
              <a:rPr lang="en-US" sz="2000" dirty="0"/>
              <a:t> </a:t>
            </a:r>
            <a:r>
              <a:rPr lang="en-US" sz="2000" dirty="0" err="1"/>
              <a:t>xuống</a:t>
            </a:r>
            <a:r>
              <a:rPr lang="en-US" sz="2000" dirty="0"/>
              <a:t> </a:t>
            </a:r>
            <a:r>
              <a:rPr lang="en-US" sz="2000" dirty="0" err="1"/>
              <a:t>dưới</a:t>
            </a:r>
            <a:r>
              <a:rPr lang="en-US" sz="2000" dirty="0"/>
              <a:t>, </a:t>
            </a:r>
            <a:r>
              <a:rPr lang="en-US" sz="2000" dirty="0" err="1"/>
              <a:t>sau</a:t>
            </a:r>
            <a:r>
              <a:rPr lang="en-US" sz="2000" dirty="0"/>
              <a:t> </a:t>
            </a:r>
            <a:r>
              <a:rPr lang="en-US" sz="2000" dirty="0" err="1"/>
              <a:t>đó</a:t>
            </a:r>
            <a:r>
              <a:rPr lang="en-US" sz="2000" dirty="0"/>
              <a:t> </a:t>
            </a:r>
            <a:r>
              <a:rPr lang="en-US" sz="2000" dirty="0" err="1"/>
              <a:t>điền</a:t>
            </a:r>
            <a:r>
              <a:rPr lang="en-US" sz="2000" dirty="0"/>
              <a:t> </a:t>
            </a:r>
            <a:r>
              <a:rPr lang="vi-VN" sz="2000" dirty="0"/>
              <a:t>vào phần còn lại của ma trận với các chữ cái còn lại theo thứ tự bảng chữ cái. Các chữ cái I và J được tính là một chữ cái. Bản rõ được mã hóa hai chữ cái cùng một lúc, theo các quy tắc sau:</a:t>
            </a:r>
            <a:endParaRPr lang="en-US" sz="2000" dirty="0"/>
          </a:p>
          <a:p>
            <a:endParaRPr lang="vi-VN" sz="2000" dirty="0"/>
          </a:p>
        </p:txBody>
      </p:sp>
      <p:graphicFrame>
        <p:nvGraphicFramePr>
          <p:cNvPr id="5" name="Table 4">
            <a:extLst>
              <a:ext uri="{FF2B5EF4-FFF2-40B4-BE49-F238E27FC236}">
                <a16:creationId xmlns:a16="http://schemas.microsoft.com/office/drawing/2014/main" id="{073B18D7-1B0D-A43B-AD03-AF88B915B6EF}"/>
              </a:ext>
            </a:extLst>
          </p:cNvPr>
          <p:cNvGraphicFramePr>
            <a:graphicFrameLocks noGrp="1"/>
          </p:cNvGraphicFramePr>
          <p:nvPr>
            <p:extLst>
              <p:ext uri="{D42A27DB-BD31-4B8C-83A1-F6EECF244321}">
                <p14:modId xmlns:p14="http://schemas.microsoft.com/office/powerpoint/2010/main" val="1581532940"/>
              </p:ext>
            </p:extLst>
          </p:nvPr>
        </p:nvGraphicFramePr>
        <p:xfrm>
          <a:off x="870190" y="2118578"/>
          <a:ext cx="2490979" cy="1981200"/>
        </p:xfrm>
        <a:graphic>
          <a:graphicData uri="http://schemas.openxmlformats.org/drawingml/2006/table">
            <a:tbl>
              <a:tblPr>
                <a:tableStyleId>{5940675A-B579-460E-94D1-54222C63F5DA}</a:tableStyleId>
              </a:tblPr>
              <a:tblGrid>
                <a:gridCol w="514668">
                  <a:extLst>
                    <a:ext uri="{9D8B030D-6E8A-4147-A177-3AD203B41FA5}">
                      <a16:colId xmlns:a16="http://schemas.microsoft.com/office/drawing/2014/main" val="870119047"/>
                    </a:ext>
                  </a:extLst>
                </a:gridCol>
                <a:gridCol w="465455">
                  <a:extLst>
                    <a:ext uri="{9D8B030D-6E8A-4147-A177-3AD203B41FA5}">
                      <a16:colId xmlns:a16="http://schemas.microsoft.com/office/drawing/2014/main" val="1814997630"/>
                    </a:ext>
                  </a:extLst>
                </a:gridCol>
                <a:gridCol w="522605">
                  <a:extLst>
                    <a:ext uri="{9D8B030D-6E8A-4147-A177-3AD203B41FA5}">
                      <a16:colId xmlns:a16="http://schemas.microsoft.com/office/drawing/2014/main" val="2916091133"/>
                    </a:ext>
                  </a:extLst>
                </a:gridCol>
                <a:gridCol w="535496">
                  <a:extLst>
                    <a:ext uri="{9D8B030D-6E8A-4147-A177-3AD203B41FA5}">
                      <a16:colId xmlns:a16="http://schemas.microsoft.com/office/drawing/2014/main" val="626446546"/>
                    </a:ext>
                  </a:extLst>
                </a:gridCol>
                <a:gridCol w="452755">
                  <a:extLst>
                    <a:ext uri="{9D8B030D-6E8A-4147-A177-3AD203B41FA5}">
                      <a16:colId xmlns:a16="http://schemas.microsoft.com/office/drawing/2014/main" val="2246002901"/>
                    </a:ext>
                  </a:extLst>
                </a:gridCol>
              </a:tblGrid>
              <a:tr h="0">
                <a:tc>
                  <a:txBody>
                    <a:bodyPr/>
                    <a:lstStyle/>
                    <a:p>
                      <a:r>
                        <a:rPr lang="en-US" sz="2000">
                          <a:effectLst/>
                        </a:rPr>
                        <a:t>M </a:t>
                      </a:r>
                    </a:p>
                  </a:txBody>
                  <a:tcPr anchor="ctr">
                    <a:solidFill>
                      <a:schemeClr val="accent2"/>
                    </a:solidFill>
                  </a:tcPr>
                </a:tc>
                <a:tc>
                  <a:txBody>
                    <a:bodyPr/>
                    <a:lstStyle/>
                    <a:p>
                      <a:r>
                        <a:rPr lang="en-US" sz="2000">
                          <a:effectLst/>
                        </a:rPr>
                        <a:t>O </a:t>
                      </a:r>
                    </a:p>
                  </a:txBody>
                  <a:tcPr anchor="ctr">
                    <a:solidFill>
                      <a:schemeClr val="accent2"/>
                    </a:solidFill>
                  </a:tcPr>
                </a:tc>
                <a:tc>
                  <a:txBody>
                    <a:bodyPr/>
                    <a:lstStyle/>
                    <a:p>
                      <a:r>
                        <a:rPr lang="en-US" sz="2000">
                          <a:effectLst/>
                        </a:rPr>
                        <a:t>N </a:t>
                      </a:r>
                    </a:p>
                  </a:txBody>
                  <a:tcPr anchor="ctr">
                    <a:solidFill>
                      <a:schemeClr val="accent2"/>
                    </a:solidFill>
                  </a:tcPr>
                </a:tc>
                <a:tc>
                  <a:txBody>
                    <a:bodyPr/>
                    <a:lstStyle/>
                    <a:p>
                      <a:r>
                        <a:rPr lang="en-US" sz="2000">
                          <a:effectLst/>
                        </a:rPr>
                        <a:t>A </a:t>
                      </a:r>
                    </a:p>
                  </a:txBody>
                  <a:tcPr anchor="ctr">
                    <a:solidFill>
                      <a:schemeClr val="accent2"/>
                    </a:solidFill>
                  </a:tcPr>
                </a:tc>
                <a:tc>
                  <a:txBody>
                    <a:bodyPr/>
                    <a:lstStyle/>
                    <a:p>
                      <a:r>
                        <a:rPr lang="en-US" sz="2000" dirty="0">
                          <a:effectLst/>
                        </a:rPr>
                        <a:t>R </a:t>
                      </a:r>
                    </a:p>
                  </a:txBody>
                  <a:tcPr anchor="ctr">
                    <a:solidFill>
                      <a:schemeClr val="accent2"/>
                    </a:solidFill>
                  </a:tcPr>
                </a:tc>
                <a:extLst>
                  <a:ext uri="{0D108BD9-81ED-4DB2-BD59-A6C34878D82A}">
                    <a16:rowId xmlns:a16="http://schemas.microsoft.com/office/drawing/2014/main" val="3071542437"/>
                  </a:ext>
                </a:extLst>
              </a:tr>
              <a:tr h="0">
                <a:tc>
                  <a:txBody>
                    <a:bodyPr/>
                    <a:lstStyle/>
                    <a:p>
                      <a:r>
                        <a:rPr lang="en-US" sz="2000">
                          <a:effectLst/>
                        </a:rPr>
                        <a:t>C </a:t>
                      </a:r>
                    </a:p>
                  </a:txBody>
                  <a:tcPr anchor="ctr">
                    <a:solidFill>
                      <a:schemeClr val="accent2"/>
                    </a:solidFill>
                  </a:tcPr>
                </a:tc>
                <a:tc>
                  <a:txBody>
                    <a:bodyPr/>
                    <a:lstStyle/>
                    <a:p>
                      <a:r>
                        <a:rPr lang="en-US" sz="2000">
                          <a:effectLst/>
                        </a:rPr>
                        <a:t>H </a:t>
                      </a:r>
                    </a:p>
                  </a:txBody>
                  <a:tcPr anchor="ctr">
                    <a:solidFill>
                      <a:schemeClr val="accent2"/>
                    </a:solidFill>
                  </a:tcPr>
                </a:tc>
                <a:tc>
                  <a:txBody>
                    <a:bodyPr/>
                    <a:lstStyle/>
                    <a:p>
                      <a:r>
                        <a:rPr lang="en-US" sz="2000" dirty="0">
                          <a:effectLst/>
                        </a:rPr>
                        <a:t>Y </a:t>
                      </a:r>
                    </a:p>
                  </a:txBody>
                  <a:tcPr anchor="ctr">
                    <a:solidFill>
                      <a:schemeClr val="accent2"/>
                    </a:solidFill>
                  </a:tcPr>
                </a:tc>
                <a:tc>
                  <a:txBody>
                    <a:bodyPr/>
                    <a:lstStyle/>
                    <a:p>
                      <a:r>
                        <a:rPr lang="en-US" sz="2000">
                          <a:effectLst/>
                        </a:rPr>
                        <a:t>B </a:t>
                      </a:r>
                    </a:p>
                  </a:txBody>
                  <a:tcPr anchor="ctr"/>
                </a:tc>
                <a:tc>
                  <a:txBody>
                    <a:bodyPr/>
                    <a:lstStyle/>
                    <a:p>
                      <a:r>
                        <a:rPr lang="en-US" sz="2000">
                          <a:effectLst/>
                        </a:rPr>
                        <a:t>D </a:t>
                      </a:r>
                    </a:p>
                  </a:txBody>
                  <a:tcPr anchor="ctr"/>
                </a:tc>
                <a:extLst>
                  <a:ext uri="{0D108BD9-81ED-4DB2-BD59-A6C34878D82A}">
                    <a16:rowId xmlns:a16="http://schemas.microsoft.com/office/drawing/2014/main" val="2377190902"/>
                  </a:ext>
                </a:extLst>
              </a:tr>
              <a:tr h="0">
                <a:tc>
                  <a:txBody>
                    <a:bodyPr/>
                    <a:lstStyle/>
                    <a:p>
                      <a:r>
                        <a:rPr lang="en-US" sz="2000">
                          <a:effectLst/>
                        </a:rPr>
                        <a:t>E </a:t>
                      </a:r>
                    </a:p>
                  </a:txBody>
                  <a:tcPr anchor="ctr"/>
                </a:tc>
                <a:tc>
                  <a:txBody>
                    <a:bodyPr/>
                    <a:lstStyle/>
                    <a:p>
                      <a:r>
                        <a:rPr lang="en-US" sz="2000" dirty="0">
                          <a:effectLst/>
                        </a:rPr>
                        <a:t>F </a:t>
                      </a:r>
                    </a:p>
                  </a:txBody>
                  <a:tcPr anchor="ctr"/>
                </a:tc>
                <a:tc>
                  <a:txBody>
                    <a:bodyPr/>
                    <a:lstStyle/>
                    <a:p>
                      <a:r>
                        <a:rPr lang="en-US" sz="2000">
                          <a:effectLst/>
                        </a:rPr>
                        <a:t>G </a:t>
                      </a:r>
                    </a:p>
                  </a:txBody>
                  <a:tcPr anchor="ctr"/>
                </a:tc>
                <a:tc>
                  <a:txBody>
                    <a:bodyPr/>
                    <a:lstStyle/>
                    <a:p>
                      <a:r>
                        <a:rPr lang="en-US" sz="2000">
                          <a:effectLst/>
                        </a:rPr>
                        <a:t>I/J </a:t>
                      </a:r>
                    </a:p>
                  </a:txBody>
                  <a:tcPr anchor="ctr"/>
                </a:tc>
                <a:tc>
                  <a:txBody>
                    <a:bodyPr/>
                    <a:lstStyle/>
                    <a:p>
                      <a:r>
                        <a:rPr lang="en-US" sz="2000">
                          <a:effectLst/>
                        </a:rPr>
                        <a:t>K </a:t>
                      </a:r>
                    </a:p>
                  </a:txBody>
                  <a:tcPr anchor="ctr"/>
                </a:tc>
                <a:extLst>
                  <a:ext uri="{0D108BD9-81ED-4DB2-BD59-A6C34878D82A}">
                    <a16:rowId xmlns:a16="http://schemas.microsoft.com/office/drawing/2014/main" val="484952875"/>
                  </a:ext>
                </a:extLst>
              </a:tr>
              <a:tr h="0">
                <a:tc>
                  <a:txBody>
                    <a:bodyPr/>
                    <a:lstStyle/>
                    <a:p>
                      <a:r>
                        <a:rPr lang="en-US" sz="2000">
                          <a:effectLst/>
                        </a:rPr>
                        <a:t>L </a:t>
                      </a:r>
                    </a:p>
                  </a:txBody>
                  <a:tcPr anchor="ctr"/>
                </a:tc>
                <a:tc>
                  <a:txBody>
                    <a:bodyPr/>
                    <a:lstStyle/>
                    <a:p>
                      <a:r>
                        <a:rPr lang="en-US" sz="2000">
                          <a:effectLst/>
                        </a:rPr>
                        <a:t>P </a:t>
                      </a:r>
                    </a:p>
                  </a:txBody>
                  <a:tcPr anchor="ctr"/>
                </a:tc>
                <a:tc>
                  <a:txBody>
                    <a:bodyPr/>
                    <a:lstStyle/>
                    <a:p>
                      <a:r>
                        <a:rPr lang="en-US" sz="2000">
                          <a:effectLst/>
                        </a:rPr>
                        <a:t>Q </a:t>
                      </a:r>
                    </a:p>
                  </a:txBody>
                  <a:tcPr anchor="ctr"/>
                </a:tc>
                <a:tc>
                  <a:txBody>
                    <a:bodyPr/>
                    <a:lstStyle/>
                    <a:p>
                      <a:r>
                        <a:rPr lang="en-US" sz="2000">
                          <a:effectLst/>
                        </a:rPr>
                        <a:t>S </a:t>
                      </a:r>
                    </a:p>
                  </a:txBody>
                  <a:tcPr anchor="ctr"/>
                </a:tc>
                <a:tc>
                  <a:txBody>
                    <a:bodyPr/>
                    <a:lstStyle/>
                    <a:p>
                      <a:r>
                        <a:rPr lang="en-US" sz="2000">
                          <a:effectLst/>
                        </a:rPr>
                        <a:t>T </a:t>
                      </a:r>
                    </a:p>
                  </a:txBody>
                  <a:tcPr anchor="ctr"/>
                </a:tc>
                <a:extLst>
                  <a:ext uri="{0D108BD9-81ED-4DB2-BD59-A6C34878D82A}">
                    <a16:rowId xmlns:a16="http://schemas.microsoft.com/office/drawing/2014/main" val="2715678272"/>
                  </a:ext>
                </a:extLst>
              </a:tr>
              <a:tr h="0">
                <a:tc>
                  <a:txBody>
                    <a:bodyPr/>
                    <a:lstStyle/>
                    <a:p>
                      <a:r>
                        <a:rPr lang="en-US" sz="2000">
                          <a:effectLst/>
                        </a:rPr>
                        <a:t>U </a:t>
                      </a:r>
                    </a:p>
                  </a:txBody>
                  <a:tcPr anchor="ctr"/>
                </a:tc>
                <a:tc>
                  <a:txBody>
                    <a:bodyPr/>
                    <a:lstStyle/>
                    <a:p>
                      <a:r>
                        <a:rPr lang="en-US" sz="2000">
                          <a:effectLst/>
                        </a:rPr>
                        <a:t>V </a:t>
                      </a:r>
                    </a:p>
                  </a:txBody>
                  <a:tcPr anchor="ctr"/>
                </a:tc>
                <a:tc>
                  <a:txBody>
                    <a:bodyPr/>
                    <a:lstStyle/>
                    <a:p>
                      <a:r>
                        <a:rPr lang="en-US" sz="2000">
                          <a:effectLst/>
                        </a:rPr>
                        <a:t>W </a:t>
                      </a:r>
                    </a:p>
                  </a:txBody>
                  <a:tcPr anchor="ctr"/>
                </a:tc>
                <a:tc>
                  <a:txBody>
                    <a:bodyPr/>
                    <a:lstStyle/>
                    <a:p>
                      <a:r>
                        <a:rPr lang="en-US" sz="2000">
                          <a:effectLst/>
                        </a:rPr>
                        <a:t>X </a:t>
                      </a:r>
                    </a:p>
                  </a:txBody>
                  <a:tcPr anchor="ctr"/>
                </a:tc>
                <a:tc>
                  <a:txBody>
                    <a:bodyPr/>
                    <a:lstStyle/>
                    <a:p>
                      <a:r>
                        <a:rPr lang="en-US" sz="2000" dirty="0">
                          <a:effectLst/>
                        </a:rPr>
                        <a:t>Z </a:t>
                      </a:r>
                    </a:p>
                  </a:txBody>
                  <a:tcPr anchor="ctr"/>
                </a:tc>
                <a:extLst>
                  <a:ext uri="{0D108BD9-81ED-4DB2-BD59-A6C34878D82A}">
                    <a16:rowId xmlns:a16="http://schemas.microsoft.com/office/drawing/2014/main" val="539015256"/>
                  </a:ext>
                </a:extLst>
              </a:tr>
            </a:tbl>
          </a:graphicData>
        </a:graphic>
      </p:graphicFrame>
    </p:spTree>
    <p:extLst>
      <p:ext uri="{BB962C8B-B14F-4D97-AF65-F5344CB8AC3E}">
        <p14:creationId xmlns:p14="http://schemas.microsoft.com/office/powerpoint/2010/main" val="3928681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1BA6E9-EAAD-64E3-1544-B514E6E97C6D}"/>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AD668069-4DEB-292B-52C6-5B3040798B13}"/>
              </a:ext>
            </a:extLst>
          </p:cNvPr>
          <p:cNvSpPr>
            <a:spLocks noGrp="1"/>
          </p:cNvSpPr>
          <p:nvPr>
            <p:ph type="title"/>
          </p:nvPr>
        </p:nvSpPr>
        <p:spPr/>
        <p:txBody>
          <a:bodyPr/>
          <a:lstStyle/>
          <a:p>
            <a:r>
              <a:rPr lang="en-US" dirty="0" err="1"/>
              <a:t>Mã</a:t>
            </a:r>
            <a:r>
              <a:rPr lang="en-US" dirty="0"/>
              <a:t> Playfair </a:t>
            </a:r>
            <a:endParaRPr dirty="0"/>
          </a:p>
        </p:txBody>
      </p:sp>
      <p:sp>
        <p:nvSpPr>
          <p:cNvPr id="4" name="Content Placeholder 3">
            <a:extLst>
              <a:ext uri="{FF2B5EF4-FFF2-40B4-BE49-F238E27FC236}">
                <a16:creationId xmlns:a16="http://schemas.microsoft.com/office/drawing/2014/main" id="{41C8EFEA-19D4-3964-20B6-0D514E16C49D}"/>
              </a:ext>
            </a:extLst>
          </p:cNvPr>
          <p:cNvSpPr>
            <a:spLocks noGrp="1"/>
          </p:cNvSpPr>
          <p:nvPr>
            <p:ph sz="quarter" idx="13"/>
          </p:nvPr>
        </p:nvSpPr>
        <p:spPr/>
        <p:txBody>
          <a:bodyPr/>
          <a:lstStyle/>
          <a:p>
            <a:r>
              <a:rPr lang="vi-VN" dirty="0"/>
              <a:t>Mã hóa 2 chữ cái một lúc</a:t>
            </a:r>
          </a:p>
          <a:p>
            <a:pPr marL="0" indent="0">
              <a:buNone/>
            </a:pPr>
            <a:r>
              <a:rPr lang="vi-VN" dirty="0"/>
              <a:t>– Nếu 2 chữ giống nhau, tách ra bởi 1 chữ điền thêm thường là X hoặc Q. Ví dụ: EE sẽ dược thay bởi EX </a:t>
            </a:r>
          </a:p>
          <a:p>
            <a:pPr marL="0" indent="0">
              <a:buNone/>
            </a:pPr>
            <a:r>
              <a:rPr lang="vi-VN" dirty="0"/>
              <a:t>– Nếu 2 chữ nằm cùng hàng, thay bởi các chữ bên phải. Ví dụ: EF sẽ thay bằng FG </a:t>
            </a:r>
          </a:p>
          <a:p>
            <a:pPr marL="0" indent="0">
              <a:buNone/>
            </a:pPr>
            <a:r>
              <a:rPr lang="vi-VN" dirty="0"/>
              <a:t>– Nếu 2 chữ nằm cùng cột, thay bởi các chữ bên dưới. Ví dụ: OF thay bằng HP </a:t>
            </a:r>
          </a:p>
          <a:p>
            <a:pPr marL="0" indent="0">
              <a:buNone/>
            </a:pPr>
            <a:r>
              <a:rPr lang="vi-VN" dirty="0"/>
              <a:t>– Các trường hợp khác, mỗi chữ cái được thay bởi chữ cái khác cùng hàng, trên cột chữ cái cùng cặp. Ví dụ: ET sẽ thay bằng KL</a:t>
            </a:r>
            <a:endParaRPr dirty="0"/>
          </a:p>
        </p:txBody>
      </p:sp>
    </p:spTree>
    <p:extLst>
      <p:ext uri="{BB962C8B-B14F-4D97-AF65-F5344CB8AC3E}">
        <p14:creationId xmlns:p14="http://schemas.microsoft.com/office/powerpoint/2010/main" val="3527298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8E4D28-4AE2-A0B3-98EA-9C305CF3019D}"/>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95AB2476-5D44-BE8F-9712-C557EA7DDBAB}"/>
              </a:ext>
            </a:extLst>
          </p:cNvPr>
          <p:cNvSpPr>
            <a:spLocks noGrp="1"/>
          </p:cNvSpPr>
          <p:nvPr>
            <p:ph type="title"/>
          </p:nvPr>
        </p:nvSpPr>
        <p:spPr/>
        <p:txBody>
          <a:bodyPr/>
          <a:lstStyle/>
          <a:p>
            <a:r>
              <a:rPr lang="en-US" dirty="0" err="1"/>
              <a:t>Mã</a:t>
            </a:r>
            <a:r>
              <a:rPr lang="en-US" dirty="0"/>
              <a:t> Playfair </a:t>
            </a:r>
            <a:endParaRPr dirty="0"/>
          </a:p>
        </p:txBody>
      </p:sp>
      <p:sp>
        <p:nvSpPr>
          <p:cNvPr id="4" name="Content Placeholder 3">
            <a:extLst>
              <a:ext uri="{FF2B5EF4-FFF2-40B4-BE49-F238E27FC236}">
                <a16:creationId xmlns:a16="http://schemas.microsoft.com/office/drawing/2014/main" id="{EE21C708-191C-C9E0-7823-AC4BFEAE9F9B}"/>
              </a:ext>
            </a:extLst>
          </p:cNvPr>
          <p:cNvSpPr>
            <a:spLocks noGrp="1"/>
          </p:cNvSpPr>
          <p:nvPr>
            <p:ph sz="quarter" idx="13"/>
          </p:nvPr>
        </p:nvSpPr>
        <p:spPr>
          <a:xfrm>
            <a:off x="235077" y="841247"/>
            <a:ext cx="8674100" cy="5249837"/>
          </a:xfrm>
        </p:spPr>
        <p:txBody>
          <a:bodyPr/>
          <a:lstStyle/>
          <a:p>
            <a:r>
              <a:rPr lang="vi-VN" sz="2400" dirty="0"/>
              <a:t>Các chữ cái trong bản rõ lặp lại trong cùng một cặp được phân tách bằng điền một chữ cái khác, như là x cho balloon sẽ là ba lx lo on.</a:t>
            </a:r>
          </a:p>
          <a:p>
            <a:r>
              <a:rPr lang="vi-VN" sz="2400" dirty="0"/>
              <a:t>Hai ký tự bản rõ nằm trong cùng một hàng của ma trận được thay thế bằng chữ cái ở bên phải, với phần tử đầu tiên của hàng được khoanh sau phần tử cuối cùng. Ví dụ, ar được mã hóa là RM.</a:t>
            </a:r>
          </a:p>
          <a:p>
            <a:r>
              <a:rPr lang="vi-VN" sz="2400" dirty="0"/>
              <a:t>Hai ký tự bản rõ nằm trong cùng một cột được thay thế bằng chữ cái bên dưới, với phần tử trên cùng của cột khoanh theo sau phần tử cuối cùng. Ví dụ: mu được mã hóa là CM.</a:t>
            </a:r>
          </a:p>
          <a:p>
            <a:r>
              <a:rPr lang="vi-VN" sz="2400" dirty="0"/>
              <a:t>Mỗi cặp bản rõ được thay thế bởi ký tự nằm trên hàng và cột của một ký tự khác, ví dụ </a:t>
            </a:r>
            <a:r>
              <a:rPr lang="en-US" sz="2400" dirty="0" err="1"/>
              <a:t>hs</a:t>
            </a:r>
            <a:r>
              <a:rPr lang="en-US" sz="2400" dirty="0"/>
              <a:t> </a:t>
            </a:r>
            <a:r>
              <a:rPr lang="en-US" sz="2400" dirty="0" err="1"/>
              <a:t>thành</a:t>
            </a:r>
            <a:r>
              <a:rPr lang="en-US" sz="2400" dirty="0"/>
              <a:t> BP </a:t>
            </a:r>
            <a:r>
              <a:rPr lang="en-US" sz="2400" dirty="0" err="1"/>
              <a:t>và</a:t>
            </a:r>
            <a:r>
              <a:rPr lang="en-US" sz="2400" dirty="0"/>
              <a:t> </a:t>
            </a:r>
            <a:r>
              <a:rPr lang="en-US" sz="2400" dirty="0" err="1"/>
              <a:t>ea</a:t>
            </a:r>
            <a:r>
              <a:rPr lang="en-US" sz="2400" dirty="0"/>
              <a:t> </a:t>
            </a:r>
            <a:r>
              <a:rPr lang="en-US" sz="2400" dirty="0" err="1"/>
              <a:t>thành</a:t>
            </a:r>
            <a:r>
              <a:rPr lang="en-US" sz="2400" dirty="0"/>
              <a:t> IM (or JM, as the </a:t>
            </a:r>
            <a:r>
              <a:rPr lang="en-US" sz="2400" dirty="0" err="1"/>
              <a:t>encipherer</a:t>
            </a:r>
            <a:r>
              <a:rPr lang="en-US" sz="2400" dirty="0"/>
              <a:t> wishes) </a:t>
            </a:r>
          </a:p>
        </p:txBody>
      </p:sp>
    </p:spTree>
    <p:extLst>
      <p:ext uri="{BB962C8B-B14F-4D97-AF65-F5344CB8AC3E}">
        <p14:creationId xmlns:p14="http://schemas.microsoft.com/office/powerpoint/2010/main" val="1106128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742750-DD1E-C9FC-7DD1-3D471D3E52B4}"/>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2">
            <a:extLst>
              <a:ext uri="{FF2B5EF4-FFF2-40B4-BE49-F238E27FC236}">
                <a16:creationId xmlns:a16="http://schemas.microsoft.com/office/drawing/2014/main" id="{C08A4F1F-E774-59F7-DBFA-9D1DCBA2CE23}"/>
              </a:ext>
            </a:extLst>
          </p:cNvPr>
          <p:cNvSpPr>
            <a:spLocks noGrp="1"/>
          </p:cNvSpPr>
          <p:nvPr>
            <p:ph type="title"/>
          </p:nvPr>
        </p:nvSpPr>
        <p:spPr/>
        <p:txBody>
          <a:bodyPr/>
          <a:lstStyle/>
          <a:p>
            <a:r>
              <a:rPr lang="vi-VN" dirty="0"/>
              <a:t>Mã Playfair </a:t>
            </a:r>
            <a:endParaRPr dirty="0"/>
          </a:p>
        </p:txBody>
      </p:sp>
      <p:sp>
        <p:nvSpPr>
          <p:cNvPr id="4" name="Content Placeholder 3">
            <a:extLst>
              <a:ext uri="{FF2B5EF4-FFF2-40B4-BE49-F238E27FC236}">
                <a16:creationId xmlns:a16="http://schemas.microsoft.com/office/drawing/2014/main" id="{609B6055-880D-7212-B9FC-CF95D4514609}"/>
              </a:ext>
            </a:extLst>
          </p:cNvPr>
          <p:cNvSpPr>
            <a:spLocks noGrp="1"/>
          </p:cNvSpPr>
          <p:nvPr>
            <p:ph sz="quarter" idx="13"/>
          </p:nvPr>
        </p:nvSpPr>
        <p:spPr/>
        <p:txBody>
          <a:bodyPr/>
          <a:lstStyle/>
          <a:p>
            <a:r>
              <a:rPr lang="vi-VN" dirty="0"/>
              <a:t>Ví dụ: Tìm bản mã Playfair và ma trận khoá biết thông tin bản rõ là </a:t>
            </a:r>
          </a:p>
          <a:p>
            <a:endParaRPr lang="vi-VN" dirty="0"/>
          </a:p>
          <a:p>
            <a:pPr marL="0" indent="0">
              <a:buNone/>
            </a:pPr>
            <a:r>
              <a:rPr lang="en-US" dirty="0"/>
              <a:t>Mon </a:t>
            </a:r>
            <a:r>
              <a:rPr lang="en-US" dirty="0" err="1"/>
              <a:t>ly</a:t>
            </a:r>
            <a:r>
              <a:rPr lang="en-US" dirty="0"/>
              <a:t> </a:t>
            </a:r>
            <a:r>
              <a:rPr lang="en-US" dirty="0" err="1"/>
              <a:t>thuyet</a:t>
            </a:r>
            <a:r>
              <a:rPr lang="en-US" dirty="0"/>
              <a:t> mat ma </a:t>
            </a:r>
            <a:r>
              <a:rPr lang="en-US" dirty="0" err="1"/>
              <a:t>ky</a:t>
            </a:r>
            <a:r>
              <a:rPr lang="en-US" dirty="0"/>
              <a:t> </a:t>
            </a:r>
            <a:r>
              <a:rPr lang="en-US" dirty="0" err="1"/>
              <a:t>mua</a:t>
            </a:r>
            <a:r>
              <a:rPr lang="en-US" dirty="0"/>
              <a:t> </a:t>
            </a:r>
            <a:r>
              <a:rPr lang="en-US" dirty="0" err="1"/>
              <a:t>thu</a:t>
            </a:r>
            <a:r>
              <a:rPr lang="en-US" dirty="0"/>
              <a:t> </a:t>
            </a:r>
          </a:p>
          <a:p>
            <a:pPr marL="0" indent="0">
              <a:buNone/>
            </a:pPr>
            <a:r>
              <a:rPr lang="vi-VN" dirty="0"/>
              <a:t>Keyword : dtvtdhbkhn</a:t>
            </a:r>
            <a:endParaRPr dirty="0"/>
          </a:p>
        </p:txBody>
      </p:sp>
      <p:graphicFrame>
        <p:nvGraphicFramePr>
          <p:cNvPr id="6" name="Bảng 5">
            <a:extLst>
              <a:ext uri="{FF2B5EF4-FFF2-40B4-BE49-F238E27FC236}">
                <a16:creationId xmlns:a16="http://schemas.microsoft.com/office/drawing/2014/main" id="{AD3C9FD9-32C0-4F81-24BB-6BE45FA0B762}"/>
              </a:ext>
            </a:extLst>
          </p:cNvPr>
          <p:cNvGraphicFramePr>
            <a:graphicFrameLocks noGrp="1"/>
          </p:cNvGraphicFramePr>
          <p:nvPr>
            <p:extLst>
              <p:ext uri="{D42A27DB-BD31-4B8C-83A1-F6EECF244321}">
                <p14:modId xmlns:p14="http://schemas.microsoft.com/office/powerpoint/2010/main" val="1681643082"/>
              </p:ext>
            </p:extLst>
          </p:nvPr>
        </p:nvGraphicFramePr>
        <p:xfrm>
          <a:off x="518481" y="4015233"/>
          <a:ext cx="3046012" cy="1713540"/>
        </p:xfrm>
        <a:graphic>
          <a:graphicData uri="http://schemas.openxmlformats.org/drawingml/2006/table">
            <a:tbl>
              <a:tblPr>
                <a:tableStyleId>{5940675A-B579-460E-94D1-54222C63F5DA}</a:tableStyleId>
              </a:tblPr>
              <a:tblGrid>
                <a:gridCol w="663078">
                  <a:extLst>
                    <a:ext uri="{9D8B030D-6E8A-4147-A177-3AD203B41FA5}">
                      <a16:colId xmlns:a16="http://schemas.microsoft.com/office/drawing/2014/main" val="3265740318"/>
                    </a:ext>
                  </a:extLst>
                </a:gridCol>
                <a:gridCol w="663078">
                  <a:extLst>
                    <a:ext uri="{9D8B030D-6E8A-4147-A177-3AD203B41FA5}">
                      <a16:colId xmlns:a16="http://schemas.microsoft.com/office/drawing/2014/main" val="219559974"/>
                    </a:ext>
                  </a:extLst>
                </a:gridCol>
                <a:gridCol w="393700">
                  <a:extLst>
                    <a:ext uri="{9D8B030D-6E8A-4147-A177-3AD203B41FA5}">
                      <a16:colId xmlns:a16="http://schemas.microsoft.com/office/drawing/2014/main" val="955344667"/>
                    </a:ext>
                  </a:extLst>
                </a:gridCol>
                <a:gridCol w="663078">
                  <a:extLst>
                    <a:ext uri="{9D8B030D-6E8A-4147-A177-3AD203B41FA5}">
                      <a16:colId xmlns:a16="http://schemas.microsoft.com/office/drawing/2014/main" val="4222421773"/>
                    </a:ext>
                  </a:extLst>
                </a:gridCol>
                <a:gridCol w="663078">
                  <a:extLst>
                    <a:ext uri="{9D8B030D-6E8A-4147-A177-3AD203B41FA5}">
                      <a16:colId xmlns:a16="http://schemas.microsoft.com/office/drawing/2014/main" val="3759595110"/>
                    </a:ext>
                  </a:extLst>
                </a:gridCol>
              </a:tblGrid>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1183898003"/>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2004248907"/>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4149796754"/>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3740785709"/>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951239706"/>
                  </a:ext>
                </a:extLst>
              </a:tr>
            </a:tbl>
          </a:graphicData>
        </a:graphic>
      </p:graphicFrame>
    </p:spTree>
    <p:extLst>
      <p:ext uri="{BB962C8B-B14F-4D97-AF65-F5344CB8AC3E}">
        <p14:creationId xmlns:p14="http://schemas.microsoft.com/office/powerpoint/2010/main" val="329295108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1DE7DD-3E18-CC80-35F5-289D8C653422}"/>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2">
            <a:extLst>
              <a:ext uri="{FF2B5EF4-FFF2-40B4-BE49-F238E27FC236}">
                <a16:creationId xmlns:a16="http://schemas.microsoft.com/office/drawing/2014/main" id="{17F2FCF6-54D4-2B65-FCC4-8B29692CB1CF}"/>
              </a:ext>
            </a:extLst>
          </p:cNvPr>
          <p:cNvSpPr>
            <a:spLocks noGrp="1"/>
          </p:cNvSpPr>
          <p:nvPr>
            <p:ph type="title"/>
          </p:nvPr>
        </p:nvSpPr>
        <p:spPr/>
        <p:txBody>
          <a:bodyPr/>
          <a:lstStyle/>
          <a:p>
            <a:r>
              <a:rPr lang="vi-VN" dirty="0"/>
              <a:t>Mã Playfair </a:t>
            </a:r>
            <a:endParaRPr dirty="0"/>
          </a:p>
        </p:txBody>
      </p:sp>
      <p:sp>
        <p:nvSpPr>
          <p:cNvPr id="7" name="TextBox 6">
            <a:extLst>
              <a:ext uri="{FF2B5EF4-FFF2-40B4-BE49-F238E27FC236}">
                <a16:creationId xmlns:a16="http://schemas.microsoft.com/office/drawing/2014/main" id="{64DD6A18-1A3E-0547-E3C4-E362D1A83B60}"/>
              </a:ext>
            </a:extLst>
          </p:cNvPr>
          <p:cNvSpPr txBox="1"/>
          <p:nvPr/>
        </p:nvSpPr>
        <p:spPr>
          <a:xfrm>
            <a:off x="1280992" y="3698046"/>
            <a:ext cx="6339007" cy="1569660"/>
          </a:xfrm>
          <a:prstGeom prst="rect">
            <a:avLst/>
          </a:prstGeom>
          <a:noFill/>
        </p:spPr>
        <p:txBody>
          <a:bodyPr wrap="square">
            <a:spAutoFit/>
          </a:bodyPr>
          <a:lstStyle/>
          <a:p>
            <a:r>
              <a:rPr lang="vi-VN" sz="2400" b="0" i="0" dirty="0">
                <a:solidFill>
                  <a:srgbClr val="000000"/>
                </a:solidFill>
                <a:effectLst/>
                <a:latin typeface="Roboto" panose="02000000000000000000" pitchFamily="2" charset="0"/>
              </a:rPr>
              <a:t>XCAEAVCDTDUCFPWRDTBYCMGWATGQQL</a:t>
            </a:r>
          </a:p>
          <a:p>
            <a:endParaRPr lang="vi-VN" sz="2400" dirty="0">
              <a:solidFill>
                <a:srgbClr val="000000"/>
              </a:solidFill>
              <a:latin typeface="Roboto" panose="02000000000000000000" pitchFamily="2" charset="0"/>
            </a:endParaRPr>
          </a:p>
          <a:p>
            <a:endParaRPr lang="vi-VN" sz="2400" b="1" dirty="0">
              <a:solidFill>
                <a:srgbClr val="000000"/>
              </a:solidFill>
              <a:latin typeface="Roboto" panose="02000000000000000000" pitchFamily="2" charset="0"/>
            </a:endParaRPr>
          </a:p>
          <a:p>
            <a:r>
              <a:rPr lang="en-US" sz="2400" b="1" i="0" u="none" strike="noStrike" dirty="0">
                <a:solidFill>
                  <a:srgbClr val="000000"/>
                </a:solidFill>
                <a:effectLst/>
                <a:latin typeface="Roboto" panose="02000000000000000000" pitchFamily="2" charset="0"/>
              </a:rPr>
              <a:t>DTHKUNPTNTEWPTNDHIBPNHUNTD</a:t>
            </a:r>
            <a:endParaRPr sz="2400" b="1" dirty="0"/>
          </a:p>
        </p:txBody>
      </p:sp>
      <p:sp>
        <p:nvSpPr>
          <p:cNvPr id="6" name="Content Placeholder 5">
            <a:extLst>
              <a:ext uri="{FF2B5EF4-FFF2-40B4-BE49-F238E27FC236}">
                <a16:creationId xmlns:a16="http://schemas.microsoft.com/office/drawing/2014/main" id="{DFD4AE0C-CAB7-5A8E-FA1A-0967DA431B5C}"/>
              </a:ext>
            </a:extLst>
          </p:cNvPr>
          <p:cNvSpPr>
            <a:spLocks noGrp="1"/>
          </p:cNvSpPr>
          <p:nvPr>
            <p:ph sz="quarter" idx="13"/>
          </p:nvPr>
        </p:nvSpPr>
        <p:spPr>
          <a:xfrm>
            <a:off x="235077" y="841247"/>
            <a:ext cx="8674100" cy="1306867"/>
          </a:xfrm>
        </p:spPr>
        <p:txBody>
          <a:bodyPr/>
          <a:lstStyle/>
          <a:p>
            <a:r>
              <a:rPr lang="vi-VN"/>
              <a:t>Keyword : NHUNGIOTDHBKHN</a:t>
            </a:r>
          </a:p>
          <a:p>
            <a:endParaRPr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C077E49-1A32-8AC8-D953-54F3507FEDF8}"/>
                  </a:ext>
                </a:extLst>
              </p14:cNvPr>
              <p14:cNvContentPartPr/>
              <p14:nvPr/>
            </p14:nvContentPartPr>
            <p14:xfrm>
              <a:off x="7667419" y="3711049"/>
              <a:ext cx="19080" cy="16560"/>
            </p14:xfrm>
          </p:contentPart>
        </mc:Choice>
        <mc:Fallback>
          <p:pic>
            <p:nvPicPr>
              <p:cNvPr id="4" name="Ink 3">
                <a:extLst>
                  <a:ext uri="{FF2B5EF4-FFF2-40B4-BE49-F238E27FC236}">
                    <a16:creationId xmlns:a16="http://schemas.microsoft.com/office/drawing/2014/main" id="{5C077E49-1A32-8AC8-D953-54F3507FEDF8}"/>
                  </a:ext>
                </a:extLst>
              </p:cNvPr>
              <p:cNvPicPr/>
              <p:nvPr/>
            </p:nvPicPr>
            <p:blipFill>
              <a:blip r:embed="rId3"/>
              <a:stretch>
                <a:fillRect/>
              </a:stretch>
            </p:blipFill>
            <p:spPr>
              <a:xfrm>
                <a:off x="7661299" y="3704929"/>
                <a:ext cx="31320" cy="28800"/>
              </a:xfrm>
              <a:prstGeom prst="rect">
                <a:avLst/>
              </a:prstGeom>
            </p:spPr>
          </p:pic>
        </mc:Fallback>
      </mc:AlternateContent>
    </p:spTree>
    <p:extLst>
      <p:ext uri="{BB962C8B-B14F-4D97-AF65-F5344CB8AC3E}">
        <p14:creationId xmlns:p14="http://schemas.microsoft.com/office/powerpoint/2010/main" val="4052059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5F4CADEE-6770-CB79-C6C0-E94101DE8668}"/>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êu đề 2">
            <a:extLst>
              <a:ext uri="{FF2B5EF4-FFF2-40B4-BE49-F238E27FC236}">
                <a16:creationId xmlns:a16="http://schemas.microsoft.com/office/drawing/2014/main" id="{0B20F74D-8F88-5067-ECB7-6C95323539EC}"/>
              </a:ext>
            </a:extLst>
          </p:cNvPr>
          <p:cNvSpPr>
            <a:spLocks noGrp="1"/>
          </p:cNvSpPr>
          <p:nvPr>
            <p:ph type="title"/>
          </p:nvPr>
        </p:nvSpPr>
        <p:spPr/>
        <p:txBody>
          <a:bodyPr/>
          <a:lstStyle/>
          <a:p>
            <a:r>
              <a:rPr lang="en-US"/>
              <a:t>Mã Affine </a:t>
            </a:r>
            <a:endParaRPr lang="vi-VN"/>
          </a:p>
        </p:txBody>
      </p:sp>
      <mc:AlternateContent xmlns:mc="http://schemas.openxmlformats.org/markup-compatibility/2006" xmlns:a14="http://schemas.microsoft.com/office/drawing/2010/main">
        <mc:Choice Requires="a14">
          <p:sp>
            <p:nvSpPr>
              <p:cNvPr id="4" name="Chỗ dành sẵn cho Nội dung 3">
                <a:extLst>
                  <a:ext uri="{FF2B5EF4-FFF2-40B4-BE49-F238E27FC236}">
                    <a16:creationId xmlns:a16="http://schemas.microsoft.com/office/drawing/2014/main" id="{F7F2C352-546B-74DA-E4D4-33DFF80EAD00}"/>
                  </a:ext>
                </a:extLst>
              </p:cNvPr>
              <p:cNvSpPr>
                <a:spLocks noGrp="1"/>
              </p:cNvSpPr>
              <p:nvPr>
                <p:ph sz="quarter" idx="13"/>
              </p:nvPr>
            </p:nvSpPr>
            <p:spPr>
              <a:xfrm>
                <a:off x="234823" y="777303"/>
                <a:ext cx="8674100" cy="5303393"/>
              </a:xfrm>
            </p:spPr>
            <p:txBody>
              <a:bodyPr/>
              <a:lstStyle/>
              <a:p>
                <a:r>
                  <a:rPr lang="en-US" sz="2600" dirty="0"/>
                  <a:t>Sơ </a:t>
                </a:r>
                <a:r>
                  <a:rPr lang="en-US" sz="2600" dirty="0" err="1"/>
                  <a:t>đồ</a:t>
                </a:r>
                <a:r>
                  <a:rPr lang="en-US" sz="2600" dirty="0"/>
                  <a:t> </a:t>
                </a:r>
                <a:r>
                  <a:rPr lang="en-US" sz="2600" dirty="0" err="1"/>
                  <a:t>hệ</a:t>
                </a:r>
                <a:r>
                  <a:rPr lang="en-US" sz="2600" dirty="0"/>
                  <a:t> </a:t>
                </a:r>
                <a:r>
                  <a:rPr lang="en-US" sz="2600" dirty="0" err="1"/>
                  <a:t>mã</a:t>
                </a:r>
                <a:r>
                  <a:rPr lang="en-US" sz="2600" dirty="0"/>
                  <a:t> affine </a:t>
                </a:r>
                <a:r>
                  <a:rPr lang="en-US" sz="2600" dirty="0" err="1"/>
                  <a:t>được</a:t>
                </a:r>
                <a:r>
                  <a:rPr lang="en-US" sz="2600" dirty="0"/>
                  <a:t> </a:t>
                </a:r>
                <a:r>
                  <a:rPr lang="en-US" sz="2600" dirty="0" err="1"/>
                  <a:t>định</a:t>
                </a:r>
                <a:r>
                  <a:rPr lang="en-US" sz="2600" dirty="0"/>
                  <a:t> </a:t>
                </a:r>
                <a:r>
                  <a:rPr lang="en-US" sz="2600" dirty="0" err="1"/>
                  <a:t>nghĩa</a:t>
                </a:r>
                <a:r>
                  <a:rPr lang="en-US" sz="2600" dirty="0"/>
                  <a:t> </a:t>
                </a:r>
                <a:r>
                  <a:rPr lang="en-US" sz="2600" dirty="0" err="1"/>
                  <a:t>như</a:t>
                </a:r>
                <a:r>
                  <a:rPr lang="en-US" sz="2600" dirty="0"/>
                  <a:t> </a:t>
                </a:r>
                <a:r>
                  <a:rPr lang="en-US" sz="2600" dirty="0" err="1"/>
                  <a:t>sau</a:t>
                </a:r>
                <a:r>
                  <a:rPr lang="en-US" sz="2600" dirty="0"/>
                  <a:t> </a:t>
                </a:r>
              </a:p>
              <a:p>
                <a:pPr marL="0" indent="0">
                  <a:buNone/>
                </a:pPr>
                <a14:m>
                  <m:oMathPara xmlns:m="http://schemas.openxmlformats.org/officeDocument/2006/math">
                    <m:oMathParaPr>
                      <m:jc m:val="centerGroup"/>
                    </m:oMathParaPr>
                    <m:oMath xmlns:m="http://schemas.openxmlformats.org/officeDocument/2006/math">
                      <m:r>
                        <a:rPr lang="vi-VN" sz="2600" i="1" smtClean="0">
                          <a:latin typeface="Cambria Math" panose="02040503050406030204" pitchFamily="18" charset="0"/>
                          <a:ea typeface="Cambria Math" panose="02040503050406030204" pitchFamily="18" charset="0"/>
                        </a:rPr>
                        <m:t>𝒮</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𝒫</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𝒞</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𝒦</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ℰ</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𝒟</m:t>
                      </m:r>
                      <m:r>
                        <a:rPr lang="en-US" sz="2600" b="0" i="1" smtClean="0">
                          <a:latin typeface="Cambria Math" panose="02040503050406030204" pitchFamily="18" charset="0"/>
                          <a:ea typeface="Cambria Math" panose="02040503050406030204" pitchFamily="18" charset="0"/>
                        </a:rPr>
                        <m:t>)</m:t>
                      </m:r>
                    </m:oMath>
                  </m:oMathPara>
                </a14:m>
                <a:endParaRPr lang="en-US" sz="2600" dirty="0"/>
              </a:p>
              <a:p>
                <a:r>
                  <a:rPr lang="en-US" sz="2600" dirty="0" err="1"/>
                  <a:t>Trong</a:t>
                </a:r>
                <a:r>
                  <a:rPr lang="en-US" sz="2600" dirty="0"/>
                  <a:t> </a:t>
                </a:r>
                <a:r>
                  <a:rPr lang="en-US" sz="2600" dirty="0" err="1"/>
                  <a:t>đó</a:t>
                </a:r>
                <a:r>
                  <a:rPr lang="en-US" sz="2600" dirty="0"/>
                  <a:t>: </a:t>
                </a:r>
                <a14:m>
                  <m:oMath xmlns:m="http://schemas.openxmlformats.org/officeDocument/2006/math">
                    <m:r>
                      <a:rPr lang="en-US" sz="2600" b="0" i="1" smtClean="0">
                        <a:latin typeface="Cambria Math" panose="02040503050406030204" pitchFamily="18" charset="0"/>
                        <a:ea typeface="Cambria Math" panose="02040503050406030204" pitchFamily="18" charset="0"/>
                      </a:rPr>
                      <m:t>𝒫</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𝒞</m:t>
                    </m:r>
                    <m:r>
                      <a:rPr lang="en-US" sz="2600" b="0" i="1" smtClean="0">
                        <a:latin typeface="Cambria Math" panose="02040503050406030204" pitchFamily="18" charset="0"/>
                        <a:ea typeface="Cambria Math" panose="02040503050406030204" pitchFamily="18" charset="0"/>
                      </a:rPr>
                      <m:t> ∈</m:t>
                    </m:r>
                    <m:sSub>
                      <m:sSubPr>
                        <m:ctrlPr>
                          <a:rPr lang="en-US" sz="2600" b="0" i="1" smtClean="0">
                            <a:latin typeface="Cambria Math" panose="02040503050406030204" pitchFamily="18" charset="0"/>
                            <a:ea typeface="Cambria Math" panose="02040503050406030204" pitchFamily="18" charset="0"/>
                          </a:rPr>
                        </m:ctrlPr>
                      </m:sSubPr>
                      <m:e>
                        <m:r>
                          <a:rPr lang="en-US" sz="2600" b="0" i="1" smtClean="0">
                            <a:latin typeface="Cambria Math" panose="02040503050406030204" pitchFamily="18" charset="0"/>
                            <a:ea typeface="Cambria Math" panose="02040503050406030204" pitchFamily="18" charset="0"/>
                          </a:rPr>
                          <m:t>𝑍</m:t>
                        </m:r>
                      </m:e>
                      <m:sub>
                        <m:r>
                          <a:rPr lang="en-US" sz="2600" b="0" i="1" smtClean="0">
                            <a:latin typeface="Cambria Math" panose="02040503050406030204" pitchFamily="18" charset="0"/>
                            <a:ea typeface="Cambria Math" panose="02040503050406030204" pitchFamily="18" charset="0"/>
                          </a:rPr>
                          <m:t>26</m:t>
                        </m:r>
                      </m:sub>
                    </m:sSub>
                  </m:oMath>
                </a14:m>
                <a:r>
                  <a:rPr lang="en-US" sz="2600" dirty="0"/>
                  <a:t>, </a:t>
                </a:r>
                <a14:m>
                  <m:oMath xmlns:m="http://schemas.openxmlformats.org/officeDocument/2006/math">
                    <m:r>
                      <a:rPr lang="en-US" sz="2600" i="1">
                        <a:latin typeface="Cambria Math" panose="02040503050406030204" pitchFamily="18" charset="0"/>
                        <a:ea typeface="Cambria Math" panose="02040503050406030204" pitchFamily="18" charset="0"/>
                      </a:rPr>
                      <m:t>𝒦</m:t>
                    </m:r>
                    <m:r>
                      <a:rPr lang="en-US" sz="2600" b="0" i="0" smtClean="0">
                        <a:latin typeface="Cambria Math" panose="02040503050406030204" pitchFamily="18" charset="0"/>
                        <a:ea typeface="Cambria Math" panose="02040503050406030204" pitchFamily="18" charset="0"/>
                      </a:rPr>
                      <m:t>=</m:t>
                    </m:r>
                    <m:d>
                      <m:dPr>
                        <m:begChr m:val="{"/>
                        <m:endChr m:val="|"/>
                        <m:ctrlPr>
                          <a:rPr lang="en-US" sz="2600" b="0" i="1" smtClean="0">
                            <a:latin typeface="Cambria Math" panose="02040503050406030204" pitchFamily="18" charset="0"/>
                            <a:ea typeface="Cambria Math" panose="02040503050406030204" pitchFamily="18" charset="0"/>
                          </a:rPr>
                        </m:ctrlPr>
                      </m:dPr>
                      <m:e>
                        <m:d>
                          <m:dPr>
                            <m:ctrlPr>
                              <a:rPr lang="en-US" sz="2600" b="0" i="1" smtClean="0">
                                <a:latin typeface="Cambria Math" panose="02040503050406030204" pitchFamily="18" charset="0"/>
                                <a:ea typeface="Cambria Math" panose="02040503050406030204" pitchFamily="18" charset="0"/>
                              </a:rPr>
                            </m:ctrlPr>
                          </m:dPr>
                          <m:e>
                            <m:r>
                              <m:rPr>
                                <m:sty m:val="p"/>
                              </m:rPr>
                              <a:rPr lang="en-US" sz="2600" b="0" i="0" smtClean="0">
                                <a:latin typeface="Cambria Math" panose="02040503050406030204" pitchFamily="18" charset="0"/>
                                <a:ea typeface="Cambria Math" panose="02040503050406030204" pitchFamily="18" charset="0"/>
                              </a:rPr>
                              <m:t>a</m:t>
                            </m:r>
                            <m:r>
                              <a:rPr lang="en-US" sz="2600" b="0" i="0" smtClean="0">
                                <a:latin typeface="Cambria Math" panose="02040503050406030204" pitchFamily="18" charset="0"/>
                                <a:ea typeface="Cambria Math" panose="02040503050406030204" pitchFamily="18" charset="0"/>
                              </a:rPr>
                              <m:t>,</m:t>
                            </m:r>
                            <m:r>
                              <m:rPr>
                                <m:sty m:val="p"/>
                              </m:rPr>
                              <a:rPr lang="en-US" sz="2600" b="0" i="0" smtClean="0">
                                <a:latin typeface="Cambria Math" panose="02040503050406030204" pitchFamily="18" charset="0"/>
                                <a:ea typeface="Cambria Math" panose="02040503050406030204" pitchFamily="18" charset="0"/>
                              </a:rPr>
                              <m:t>b</m:t>
                            </m:r>
                          </m:e>
                        </m:d>
                        <m:r>
                          <a:rPr lang="en-US" sz="2600" i="1" smtClean="0">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𝑍</m:t>
                            </m:r>
                          </m:e>
                          <m:sub>
                            <m:r>
                              <a:rPr lang="en-US" sz="2600" i="1">
                                <a:latin typeface="Cambria Math" panose="02040503050406030204" pitchFamily="18" charset="0"/>
                                <a:ea typeface="Cambria Math" panose="02040503050406030204" pitchFamily="18" charset="0"/>
                              </a:rPr>
                              <m:t>26</m:t>
                            </m:r>
                          </m:sub>
                        </m:sSub>
                        <m:sSub>
                          <m:sSubPr>
                            <m:ctrlPr>
                              <a:rPr lang="en-US" sz="2600" i="1" smtClean="0">
                                <a:latin typeface="Cambria Math" panose="02040503050406030204" pitchFamily="18" charset="0"/>
                                <a:ea typeface="Cambria Math" panose="02040503050406030204" pitchFamily="18" charset="0"/>
                              </a:rPr>
                            </m:ctrlPr>
                          </m:sSubPr>
                          <m:e>
                            <m:r>
                              <a:rPr lang="en-US" sz="2600" i="1" smtClean="0">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𝑍</m:t>
                            </m:r>
                          </m:e>
                          <m:sub>
                            <m:r>
                              <a:rPr lang="en-US" sz="2600" i="1">
                                <a:latin typeface="Cambria Math" panose="02040503050406030204" pitchFamily="18" charset="0"/>
                                <a:ea typeface="Cambria Math" panose="02040503050406030204" pitchFamily="18" charset="0"/>
                              </a:rPr>
                              <m:t>26</m:t>
                            </m:r>
                          </m:sub>
                        </m:sSub>
                        <m:r>
                          <a:rPr lang="en-US" sz="2600" b="0" i="0" smtClean="0">
                            <a:latin typeface="Cambria Math" panose="02040503050406030204" pitchFamily="18" charset="0"/>
                            <a:ea typeface="Cambria Math" panose="02040503050406030204" pitchFamily="18" charset="0"/>
                          </a:rPr>
                          <m:t> </m:t>
                        </m:r>
                      </m:e>
                    </m:d>
                    <m:r>
                      <m:rPr>
                        <m:sty m:val="p"/>
                      </m:rPr>
                      <a:rPr lang="en-US" sz="2600" b="0" i="0" smtClean="0">
                        <a:latin typeface="Cambria Math" panose="02040503050406030204" pitchFamily="18" charset="0"/>
                        <a:ea typeface="Cambria Math" panose="02040503050406030204" pitchFamily="18" charset="0"/>
                      </a:rPr>
                      <m:t>gcd</m:t>
                    </m:r>
                    <m:r>
                      <a:rPr lang="en-US" sz="2600" b="0" i="0" smtClean="0">
                        <a:latin typeface="Cambria Math" panose="02040503050406030204" pitchFamily="18" charset="0"/>
                        <a:ea typeface="Cambria Math" panose="02040503050406030204" pitchFamily="18" charset="0"/>
                      </a:rPr>
                      <m:t> </m:t>
                    </m:r>
                    <m:d>
                      <m:dPr>
                        <m:ctrlPr>
                          <a:rPr lang="en-US" sz="2600" b="0" i="1" smtClean="0">
                            <a:latin typeface="Cambria Math" panose="02040503050406030204" pitchFamily="18" charset="0"/>
                            <a:ea typeface="Cambria Math" panose="02040503050406030204" pitchFamily="18" charset="0"/>
                          </a:rPr>
                        </m:ctrlPr>
                      </m:dPr>
                      <m:e>
                        <m:r>
                          <m:rPr>
                            <m:sty m:val="p"/>
                          </m:rPr>
                          <a:rPr lang="en-US" sz="2600" b="0" i="0" smtClean="0">
                            <a:latin typeface="Cambria Math" panose="02040503050406030204" pitchFamily="18" charset="0"/>
                            <a:ea typeface="Cambria Math" panose="02040503050406030204" pitchFamily="18" charset="0"/>
                          </a:rPr>
                          <m:t>a</m:t>
                        </m:r>
                        <m:r>
                          <a:rPr lang="en-US" sz="2600" b="0" i="0" smtClean="0">
                            <a:latin typeface="Cambria Math" panose="02040503050406030204" pitchFamily="18" charset="0"/>
                            <a:ea typeface="Cambria Math" panose="02040503050406030204" pitchFamily="18" charset="0"/>
                          </a:rPr>
                          <m:t>,26</m:t>
                        </m:r>
                      </m:e>
                    </m:d>
                    <m:r>
                      <a:rPr lang="en-US" sz="2600" b="0" i="0" smtClean="0">
                        <a:latin typeface="Cambria Math" panose="02040503050406030204" pitchFamily="18" charset="0"/>
                        <a:ea typeface="Cambria Math" panose="02040503050406030204" pitchFamily="18" charset="0"/>
                      </a:rPr>
                      <m:t>=1}</m:t>
                    </m:r>
                  </m:oMath>
                </a14:m>
                <a:endParaRPr lang="en-US" sz="2600" dirty="0"/>
              </a:p>
              <a:p>
                <a:r>
                  <a:rPr lang="en-US" sz="2600" dirty="0" err="1"/>
                  <a:t>Các</a:t>
                </a:r>
                <a:r>
                  <a:rPr lang="en-US" sz="2600" dirty="0"/>
                  <a:t> </a:t>
                </a:r>
                <a:r>
                  <a:rPr lang="en-US" sz="2600" dirty="0" err="1"/>
                  <a:t>ánh</a:t>
                </a:r>
                <a:r>
                  <a:rPr lang="en-US" sz="2600" dirty="0"/>
                  <a:t> </a:t>
                </a:r>
                <a:r>
                  <a:rPr lang="en-US" sz="2600" dirty="0" err="1"/>
                  <a:t>xạ</a:t>
                </a:r>
                <a:r>
                  <a:rPr lang="en-US" sz="2600" dirty="0"/>
                  <a:t> </a:t>
                </a:r>
                <a14:m>
                  <m:oMath xmlns:m="http://schemas.openxmlformats.org/officeDocument/2006/math">
                    <m:r>
                      <a:rPr lang="en-US" sz="2600" b="0" i="1" smtClean="0">
                        <a:latin typeface="Cambria Math" panose="02040503050406030204" pitchFamily="18" charset="0"/>
                        <a:ea typeface="Cambria Math" panose="02040503050406030204" pitchFamily="18" charset="0"/>
                      </a:rPr>
                      <m:t>ℰ</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𝒟</m:t>
                    </m:r>
                  </m:oMath>
                </a14:m>
                <a:r>
                  <a:rPr lang="en-US" sz="2600" dirty="0"/>
                  <a:t> </a:t>
                </a:r>
                <a:r>
                  <a:rPr lang="en-US" sz="2600" dirty="0" err="1"/>
                  <a:t>được</a:t>
                </a:r>
                <a:r>
                  <a:rPr lang="en-US" sz="2600" dirty="0"/>
                  <a:t> </a:t>
                </a:r>
                <a:r>
                  <a:rPr lang="en-US" sz="2600" dirty="0" err="1"/>
                  <a:t>cho</a:t>
                </a:r>
                <a:r>
                  <a:rPr lang="en-US" sz="2600" dirty="0"/>
                  <a:t> </a:t>
                </a:r>
                <a:r>
                  <a:rPr lang="en-US" sz="2600" dirty="0" err="1"/>
                  <a:t>bởi</a:t>
                </a:r>
                <a:r>
                  <a:rPr lang="en-US" sz="2600" dirty="0"/>
                  <a:t> : </a:t>
                </a:r>
              </a:p>
              <a:p>
                <a:pPr marL="0" indent="0">
                  <a:buNone/>
                </a:pPr>
                <a14:m>
                  <m:oMathPara xmlns:m="http://schemas.openxmlformats.org/officeDocument/2006/math">
                    <m:oMathParaPr>
                      <m:jc m:val="centerGroup"/>
                    </m:oMathParaPr>
                    <m:oMath xmlns:m="http://schemas.openxmlformats.org/officeDocument/2006/math">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ℰ</m:t>
                          </m:r>
                        </m:e>
                        <m:sub>
                          <m:r>
                            <a:rPr lang="en-US" sz="2600" b="0" i="1" smtClean="0">
                              <a:latin typeface="Cambria Math" panose="02040503050406030204" pitchFamily="18" charset="0"/>
                              <a:ea typeface="Cambria Math" panose="02040503050406030204" pitchFamily="18" charset="0"/>
                            </a:rPr>
                            <m:t>𝑘</m:t>
                          </m:r>
                        </m:sub>
                      </m:sSub>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𝑥</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𝑎𝑥</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𝑏</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𝑚𝑜𝑑</m:t>
                      </m:r>
                      <m:r>
                        <a:rPr lang="en-US" sz="2600" b="0" i="1" smtClean="0">
                          <a:latin typeface="Cambria Math" panose="02040503050406030204" pitchFamily="18" charset="0"/>
                          <a:ea typeface="Cambria Math" panose="02040503050406030204" pitchFamily="18" charset="0"/>
                        </a:rPr>
                        <m:t> 26</m:t>
                      </m:r>
                    </m:oMath>
                  </m:oMathPara>
                </a14:m>
                <a:endParaRPr lang="en-US" sz="26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𝒟</m:t>
                          </m:r>
                        </m:e>
                        <m:sub>
                          <m:r>
                            <a:rPr lang="en-US" sz="2600" b="0" i="1" smtClean="0">
                              <a:latin typeface="Cambria Math" panose="02040503050406030204" pitchFamily="18" charset="0"/>
                              <a:ea typeface="Cambria Math" panose="02040503050406030204" pitchFamily="18" charset="0"/>
                            </a:rPr>
                            <m:t>𝑘</m:t>
                          </m:r>
                        </m:sub>
                      </m:sSub>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𝑦</m:t>
                          </m:r>
                        </m:e>
                      </m:d>
                      <m:r>
                        <a:rPr lang="en-US" sz="2600" b="0" i="1" smtClean="0">
                          <a:latin typeface="Cambria Math" panose="02040503050406030204" pitchFamily="18" charset="0"/>
                          <a:ea typeface="Cambria Math" panose="02040503050406030204" pitchFamily="18" charset="0"/>
                        </a:rPr>
                        <m:t>=</m:t>
                      </m:r>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𝑎</m:t>
                          </m:r>
                        </m:e>
                        <m:sup>
                          <m:r>
                            <a:rPr lang="en-US" sz="2600" b="0" i="1" smtClean="0">
                              <a:latin typeface="Cambria Math" panose="02040503050406030204" pitchFamily="18" charset="0"/>
                              <a:ea typeface="Cambria Math" panose="02040503050406030204" pitchFamily="18" charset="0"/>
                            </a:rPr>
                            <m:t>−1</m:t>
                          </m:r>
                        </m:sup>
                      </m:sSup>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𝑦</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𝑏</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𝑚𝑜𝑑</m:t>
                      </m:r>
                      <m:r>
                        <a:rPr lang="en-US" sz="2600" b="0" i="1" smtClean="0">
                          <a:latin typeface="Cambria Math" panose="02040503050406030204" pitchFamily="18" charset="0"/>
                          <a:ea typeface="Cambria Math" panose="02040503050406030204" pitchFamily="18" charset="0"/>
                        </a:rPr>
                        <m:t> 26</m:t>
                      </m:r>
                    </m:oMath>
                  </m:oMathPara>
                </a14:m>
                <a:endParaRPr lang="en-US" sz="2600" b="0" dirty="0">
                  <a:ea typeface="Cambria Math" panose="02040503050406030204" pitchFamily="18" charset="0"/>
                </a:endParaRPr>
              </a:p>
              <a:p>
                <a:r>
                  <a:rPr lang="en-US" sz="2600" b="0" dirty="0" err="1">
                    <a:ea typeface="Cambria Math" panose="02040503050406030204" pitchFamily="18" charset="0"/>
                  </a:rPr>
                  <a:t>Điều</a:t>
                </a:r>
                <a:r>
                  <a:rPr lang="en-US" sz="2600" b="0" dirty="0">
                    <a:ea typeface="Cambria Math" panose="02040503050406030204" pitchFamily="18" charset="0"/>
                  </a:rPr>
                  <a:t> </a:t>
                </a:r>
                <a:r>
                  <a:rPr lang="en-US" sz="2600" b="0" dirty="0" err="1">
                    <a:ea typeface="Cambria Math" panose="02040503050406030204" pitchFamily="18" charset="0"/>
                  </a:rPr>
                  <a:t>kiện</a:t>
                </a:r>
                <a:r>
                  <a:rPr lang="en-US" sz="2600" b="0" dirty="0">
                    <a:ea typeface="Cambria Math" panose="02040503050406030204" pitchFamily="18" charset="0"/>
                  </a:rPr>
                  <a:t> </a:t>
                </a:r>
                <a14:m>
                  <m:oMath xmlns:m="http://schemas.openxmlformats.org/officeDocument/2006/math">
                    <m:r>
                      <m:rPr>
                        <m:sty m:val="p"/>
                      </m:rPr>
                      <a:rPr lang="en-US" sz="2600" b="0" i="0" smtClean="0">
                        <a:latin typeface="Cambria Math" panose="02040503050406030204" pitchFamily="18" charset="0"/>
                        <a:ea typeface="Cambria Math" panose="02040503050406030204" pitchFamily="18" charset="0"/>
                      </a:rPr>
                      <m:t>gcd</m:t>
                    </m:r>
                    <m:r>
                      <a:rPr lang="en-US" sz="2600" b="0" i="0" smtClean="0">
                        <a:latin typeface="Cambria Math" panose="02040503050406030204" pitchFamily="18" charset="0"/>
                        <a:ea typeface="Cambria Math" panose="02040503050406030204" pitchFamily="18" charset="0"/>
                      </a:rPr>
                      <m:t> </m:t>
                    </m:r>
                    <m:d>
                      <m:dPr>
                        <m:ctrlPr>
                          <a:rPr lang="en-US" sz="2600" b="0" i="1" smtClean="0">
                            <a:latin typeface="Cambria Math" panose="02040503050406030204" pitchFamily="18" charset="0"/>
                            <a:ea typeface="Cambria Math" panose="02040503050406030204" pitchFamily="18" charset="0"/>
                          </a:rPr>
                        </m:ctrlPr>
                      </m:dPr>
                      <m:e>
                        <m:r>
                          <m:rPr>
                            <m:sty m:val="p"/>
                          </m:rPr>
                          <a:rPr lang="en-US" sz="2600" b="0" i="0" smtClean="0">
                            <a:latin typeface="Cambria Math" panose="02040503050406030204" pitchFamily="18" charset="0"/>
                            <a:ea typeface="Cambria Math" panose="02040503050406030204" pitchFamily="18" charset="0"/>
                          </a:rPr>
                          <m:t>a</m:t>
                        </m:r>
                        <m:r>
                          <a:rPr lang="en-US" sz="2600" b="0" i="0" smtClean="0">
                            <a:latin typeface="Cambria Math" panose="02040503050406030204" pitchFamily="18" charset="0"/>
                            <a:ea typeface="Cambria Math" panose="02040503050406030204" pitchFamily="18" charset="0"/>
                          </a:rPr>
                          <m:t>,26</m:t>
                        </m:r>
                      </m:e>
                    </m:d>
                    <m:r>
                      <a:rPr lang="en-US" sz="2600" b="0" i="0" smtClean="0">
                        <a:latin typeface="Cambria Math" panose="02040503050406030204" pitchFamily="18" charset="0"/>
                        <a:ea typeface="Cambria Math" panose="02040503050406030204" pitchFamily="18" charset="0"/>
                      </a:rPr>
                      <m:t>=1</m:t>
                    </m:r>
                  </m:oMath>
                </a14:m>
                <a:r>
                  <a:rPr lang="en-US" sz="2600" b="0" dirty="0">
                    <a:ea typeface="Cambria Math" panose="02040503050406030204" pitchFamily="18" charset="0"/>
                  </a:rPr>
                  <a:t> </a:t>
                </a:r>
                <a:r>
                  <a:rPr lang="en-US" sz="2600" b="0" dirty="0" err="1">
                    <a:ea typeface="Cambria Math" panose="02040503050406030204" pitchFamily="18" charset="0"/>
                  </a:rPr>
                  <a:t>đảm</a:t>
                </a:r>
                <a:r>
                  <a:rPr lang="en-US" sz="2600" b="0" dirty="0">
                    <a:ea typeface="Cambria Math" panose="02040503050406030204" pitchFamily="18" charset="0"/>
                  </a:rPr>
                  <a:t> </a:t>
                </a:r>
                <a:r>
                  <a:rPr lang="en-US" sz="2600" b="0" dirty="0" err="1">
                    <a:ea typeface="Cambria Math" panose="02040503050406030204" pitchFamily="18" charset="0"/>
                  </a:rPr>
                  <a:t>bảo</a:t>
                </a:r>
                <a:r>
                  <a:rPr lang="en-US" sz="2600" b="0" dirty="0">
                    <a:ea typeface="Cambria Math" panose="02040503050406030204" pitchFamily="18" charset="0"/>
                  </a:rPr>
                  <a:t> </a:t>
                </a:r>
                <a:r>
                  <a:rPr lang="en-US" sz="2600" b="0" dirty="0" err="1">
                    <a:ea typeface="Cambria Math" panose="02040503050406030204" pitchFamily="18" charset="0"/>
                  </a:rPr>
                  <a:t>luôn</a:t>
                </a:r>
                <a:r>
                  <a:rPr lang="en-US" sz="2600" b="0" dirty="0">
                    <a:ea typeface="Cambria Math" panose="02040503050406030204" pitchFamily="18" charset="0"/>
                  </a:rPr>
                  <a:t> </a:t>
                </a:r>
                <a:r>
                  <a:rPr lang="en-US" sz="2600" b="0" dirty="0" err="1">
                    <a:ea typeface="Cambria Math" panose="02040503050406030204" pitchFamily="18" charset="0"/>
                  </a:rPr>
                  <a:t>có</a:t>
                </a:r>
                <a:r>
                  <a:rPr lang="en-US" sz="2600" b="0" dirty="0">
                    <a:ea typeface="Cambria Math" panose="02040503050406030204" pitchFamily="18" charset="0"/>
                  </a:rPr>
                  <a:t> </a:t>
                </a:r>
                <a:r>
                  <a:rPr lang="en-US" sz="2600" b="0" dirty="0" err="1">
                    <a:ea typeface="Cambria Math" panose="02040503050406030204" pitchFamily="18" charset="0"/>
                  </a:rPr>
                  <a:t>phần</a:t>
                </a:r>
                <a:r>
                  <a:rPr lang="en-US" sz="2600" b="0" dirty="0">
                    <a:ea typeface="Cambria Math" panose="02040503050406030204" pitchFamily="18" charset="0"/>
                  </a:rPr>
                  <a:t> </a:t>
                </a:r>
                <a:r>
                  <a:rPr lang="en-US" sz="2600" b="0" dirty="0" err="1">
                    <a:ea typeface="Cambria Math" panose="02040503050406030204" pitchFamily="18" charset="0"/>
                  </a:rPr>
                  <a:t>tử</a:t>
                </a:r>
                <a:r>
                  <a:rPr lang="en-US" sz="2600" b="0" dirty="0">
                    <a:ea typeface="Cambria Math" panose="02040503050406030204" pitchFamily="18" charset="0"/>
                  </a:rPr>
                  <a:t> </a:t>
                </a:r>
                <a:r>
                  <a:rPr lang="en-US" sz="2600" b="0" dirty="0" err="1">
                    <a:ea typeface="Cambria Math" panose="02040503050406030204" pitchFamily="18" charset="0"/>
                  </a:rPr>
                  <a:t>nghịch</a:t>
                </a:r>
                <a:r>
                  <a:rPr lang="en-US" sz="2600" b="0" dirty="0">
                    <a:ea typeface="Cambria Math" panose="02040503050406030204" pitchFamily="18" charset="0"/>
                  </a:rPr>
                  <a:t> </a:t>
                </a:r>
                <a:r>
                  <a:rPr lang="en-US" sz="2600" b="0" dirty="0" err="1">
                    <a:ea typeface="Cambria Math" panose="02040503050406030204" pitchFamily="18" charset="0"/>
                  </a:rPr>
                  <a:t>đảo</a:t>
                </a:r>
                <a:r>
                  <a:rPr lang="en-US" sz="2600" b="0" dirty="0">
                    <a:ea typeface="Cambria Math" panose="02040503050406030204" pitchFamily="18" charset="0"/>
                  </a:rPr>
                  <a:t> </a:t>
                </a:r>
                <a:r>
                  <a:rPr lang="en-US" sz="2600" b="0" dirty="0" err="1">
                    <a:ea typeface="Cambria Math" panose="02040503050406030204" pitchFamily="18" charset="0"/>
                  </a:rPr>
                  <a:t>của</a:t>
                </a:r>
                <a:r>
                  <a:rPr lang="en-US" sz="2600" b="0" dirty="0">
                    <a:ea typeface="Cambria Math" panose="02040503050406030204" pitchFamily="18" charset="0"/>
                  </a:rPr>
                  <a:t> </a:t>
                </a:r>
                <a14:m>
                  <m:oMath xmlns:m="http://schemas.openxmlformats.org/officeDocument/2006/math">
                    <m:r>
                      <m:rPr>
                        <m:sty m:val="p"/>
                      </m:rPr>
                      <a:rPr lang="en-US" sz="2600">
                        <a:latin typeface="Cambria Math" panose="02040503050406030204" pitchFamily="18" charset="0"/>
                        <a:ea typeface="Cambria Math" panose="02040503050406030204" pitchFamily="18" charset="0"/>
                      </a:rPr>
                      <m:t>a</m:t>
                    </m:r>
                  </m:oMath>
                </a14:m>
                <a:r>
                  <a:rPr lang="en-US" sz="2600" b="0" dirty="0">
                    <a:ea typeface="Cambria Math" panose="02040503050406030204" pitchFamily="18" charset="0"/>
                  </a:rPr>
                  <a:t> </a:t>
                </a:r>
                <a:r>
                  <a:rPr lang="en-US" sz="2600" b="0" dirty="0" err="1">
                    <a:ea typeface="Cambria Math" panose="02040503050406030204" pitchFamily="18" charset="0"/>
                  </a:rPr>
                  <a:t>là</a:t>
                </a:r>
                <a:r>
                  <a:rPr lang="en-US" sz="2600" b="0" dirty="0">
                    <a:ea typeface="Cambria Math" panose="02040503050406030204" pitchFamily="18" charset="0"/>
                  </a:rPr>
                  <a:t> </a:t>
                </a:r>
                <a14:m>
                  <m:oMath xmlns:m="http://schemas.openxmlformats.org/officeDocument/2006/math">
                    <m:sSup>
                      <m:sSupPr>
                        <m:ctrlPr>
                          <a:rPr lang="en-US" sz="2600" i="1">
                            <a:latin typeface="Cambria Math" panose="02040503050406030204" pitchFamily="18" charset="0"/>
                            <a:ea typeface="Cambria Math" panose="02040503050406030204" pitchFamily="18" charset="0"/>
                          </a:rPr>
                        </m:ctrlPr>
                      </m:sSupPr>
                      <m:e>
                        <m:r>
                          <a:rPr lang="en-US" sz="2600" i="1">
                            <a:latin typeface="Cambria Math" panose="02040503050406030204" pitchFamily="18" charset="0"/>
                            <a:ea typeface="Cambria Math" panose="02040503050406030204" pitchFamily="18" charset="0"/>
                          </a:rPr>
                          <m:t>𝑎</m:t>
                        </m:r>
                      </m:e>
                      <m:sup>
                        <m:r>
                          <a:rPr lang="en-US" sz="2600" i="1">
                            <a:latin typeface="Cambria Math" panose="02040503050406030204" pitchFamily="18" charset="0"/>
                            <a:ea typeface="Cambria Math" panose="02040503050406030204" pitchFamily="18" charset="0"/>
                          </a:rPr>
                          <m:t>−1</m:t>
                        </m:r>
                      </m:sup>
                    </m:sSup>
                  </m:oMath>
                </a14:m>
                <a:r>
                  <a:rPr lang="en-US" sz="2600" dirty="0"/>
                  <a:t> </a:t>
                </a:r>
                <a:r>
                  <a:rPr lang="en-US" sz="2600" dirty="0" err="1"/>
                  <a:t>trong</a:t>
                </a:r>
                <a:r>
                  <a:rPr lang="en-US" sz="2600" dirty="0"/>
                  <a:t> </a:t>
                </a:r>
                <a:r>
                  <a:rPr lang="en-US" sz="2600" dirty="0" err="1"/>
                  <a:t>tập</a:t>
                </a:r>
                <a:r>
                  <a:rPr lang="en-US" sz="2600" dirty="0"/>
                  <a:t> </a:t>
                </a:r>
                <a14:m>
                  <m:oMath xmlns:m="http://schemas.openxmlformats.org/officeDocument/2006/math">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𝑍</m:t>
                        </m:r>
                      </m:e>
                      <m:sub>
                        <m:r>
                          <a:rPr lang="en-US" sz="2600" i="1">
                            <a:latin typeface="Cambria Math" panose="02040503050406030204" pitchFamily="18" charset="0"/>
                            <a:ea typeface="Cambria Math" panose="02040503050406030204" pitchFamily="18" charset="0"/>
                          </a:rPr>
                          <m:t>26</m:t>
                        </m:r>
                      </m:sub>
                    </m:sSub>
                  </m:oMath>
                </a14:m>
                <a:r>
                  <a:rPr lang="en-US" sz="2600" dirty="0"/>
                  <a:t>. </a:t>
                </a:r>
              </a:p>
              <a:p>
                <a14:m>
                  <m:oMath xmlns:m="http://schemas.openxmlformats.org/officeDocument/2006/math">
                    <m:r>
                      <a:rPr lang="vi-VN" sz="2600" i="1" smtClean="0">
                        <a:latin typeface="Cambria Math" panose="02040503050406030204" pitchFamily="18" charset="0"/>
                        <a:ea typeface="Cambria Math" panose="02040503050406030204" pitchFamily="18" charset="0"/>
                      </a:rPr>
                      <m:t>∅</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26</m:t>
                        </m:r>
                      </m:e>
                    </m:d>
                  </m:oMath>
                </a14:m>
                <a:r>
                  <a:rPr lang="en-US" sz="2600" dirty="0"/>
                  <a:t> </a:t>
                </a:r>
                <a:r>
                  <a:rPr lang="en-US" sz="2600" dirty="0" err="1"/>
                  <a:t>là</a:t>
                </a:r>
                <a:r>
                  <a:rPr lang="en-US" sz="2600" dirty="0"/>
                  <a:t> </a:t>
                </a:r>
                <a:r>
                  <a:rPr lang="en-US" sz="2600" dirty="0" err="1"/>
                  <a:t>tập</a:t>
                </a:r>
                <a:r>
                  <a:rPr lang="en-US" sz="2600" dirty="0"/>
                  <a:t> </a:t>
                </a:r>
                <a:r>
                  <a:rPr lang="en-US" sz="2600" dirty="0" err="1"/>
                  <a:t>các</a:t>
                </a:r>
                <a:r>
                  <a:rPr lang="en-US" sz="2600" dirty="0"/>
                  <a:t> </a:t>
                </a:r>
                <a:r>
                  <a:rPr lang="en-US" sz="2600" dirty="0" err="1"/>
                  <a:t>số</a:t>
                </a:r>
                <a:r>
                  <a:rPr lang="en-US" sz="2600" dirty="0"/>
                  <a:t> </a:t>
                </a:r>
                <a:r>
                  <a:rPr lang="en-US" sz="2600" dirty="0" err="1"/>
                  <a:t>nguyên</a:t>
                </a:r>
                <a:r>
                  <a:rPr lang="en-US" sz="2600" dirty="0"/>
                  <a:t> </a:t>
                </a:r>
                <a:r>
                  <a:rPr lang="en-US" sz="2600" dirty="0" err="1"/>
                  <a:t>tố</a:t>
                </a:r>
                <a:r>
                  <a:rPr lang="en-US" sz="2600" dirty="0"/>
                  <a:t> </a:t>
                </a:r>
                <a:r>
                  <a:rPr lang="en-US" sz="2600" dirty="0" err="1"/>
                  <a:t>cùng</a:t>
                </a:r>
                <a:r>
                  <a:rPr lang="en-US" sz="2600" dirty="0"/>
                  <a:t> </a:t>
                </a:r>
                <a:r>
                  <a:rPr lang="en-US" sz="2600" dirty="0" err="1"/>
                  <a:t>nhau</a:t>
                </a:r>
                <a:r>
                  <a:rPr lang="en-US" sz="2600" dirty="0"/>
                  <a:t> </a:t>
                </a:r>
                <a:r>
                  <a:rPr lang="en-US" sz="2600" dirty="0" err="1"/>
                  <a:t>với</a:t>
                </a:r>
                <a:r>
                  <a:rPr lang="en-US" sz="2600" dirty="0"/>
                  <a:t> 26 </a:t>
                </a:r>
              </a:p>
              <a:p>
                <a14:m>
                  <m:oMath xmlns:m="http://schemas.openxmlformats.org/officeDocument/2006/math">
                    <m:r>
                      <a:rPr lang="vi-VN" sz="2600" i="1" smtClean="0">
                        <a:latin typeface="Cambria Math" panose="02040503050406030204" pitchFamily="18" charset="0"/>
                        <a:ea typeface="Cambria Math" panose="02040503050406030204" pitchFamily="18" charset="0"/>
                      </a:rPr>
                      <m:t>∅</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26</m:t>
                        </m:r>
                      </m:e>
                    </m:d>
                    <m:r>
                      <a:rPr lang="vi-VN" sz="2600" b="0" i="0" smtClean="0">
                        <a:latin typeface="Cambria Math" panose="02040503050406030204" pitchFamily="18" charset="0"/>
                        <a:ea typeface="Cambria Math" panose="02040503050406030204" pitchFamily="18" charset="0"/>
                      </a:rPr>
                      <m:t>=(1,3,5,7,9,11,15,17,19,21,23,25)</m:t>
                    </m:r>
                  </m:oMath>
                </a14:m>
                <a:endParaRPr lang="vi-VN" sz="2600" dirty="0"/>
              </a:p>
              <a:p>
                <a14:m>
                  <m:oMath xmlns:m="http://schemas.openxmlformats.org/officeDocument/2006/math">
                    <m:sSup>
                      <m:sSupPr>
                        <m:ctrlPr>
                          <a:rPr lang="en-US" sz="2600" b="0" i="1" smtClean="0">
                            <a:latin typeface="Cambria Math" panose="02040503050406030204" pitchFamily="18" charset="0"/>
                            <a:ea typeface="Cambria Math" panose="02040503050406030204" pitchFamily="18" charset="0"/>
                          </a:rPr>
                        </m:ctrlPr>
                      </m:sSupPr>
                      <m:e>
                        <m:r>
                          <a:rPr lang="vi-VN" sz="2600" i="1">
                            <a:latin typeface="Cambria Math" panose="02040503050406030204" pitchFamily="18" charset="0"/>
                            <a:ea typeface="Cambria Math" panose="02040503050406030204" pitchFamily="18" charset="0"/>
                          </a:rPr>
                          <m:t>∅</m:t>
                        </m:r>
                      </m:e>
                      <m:sup>
                        <m:r>
                          <a:rPr lang="en-US" sz="2600" b="0" i="1" smtClean="0">
                            <a:latin typeface="Cambria Math" panose="02040503050406030204" pitchFamily="18" charset="0"/>
                            <a:ea typeface="Cambria Math" panose="02040503050406030204" pitchFamily="18" charset="0"/>
                          </a:rPr>
                          <m:t>−1</m:t>
                        </m:r>
                      </m:sup>
                    </m:sSup>
                    <m:d>
                      <m:dPr>
                        <m:ctrlPr>
                          <a:rPr lang="en-US" sz="2600" b="0" i="1" smtClean="0">
                            <a:latin typeface="Cambria Math" panose="02040503050406030204" pitchFamily="18" charset="0"/>
                            <a:ea typeface="Cambria Math" panose="02040503050406030204" pitchFamily="18" charset="0"/>
                          </a:rPr>
                        </m:ctrlPr>
                      </m:dPr>
                      <m:e>
                        <m:r>
                          <a:rPr lang="en-US" sz="2600" b="0" i="0" smtClean="0">
                            <a:latin typeface="Cambria Math" panose="02040503050406030204" pitchFamily="18" charset="0"/>
                            <a:ea typeface="Cambria Math" panose="02040503050406030204" pitchFamily="18" charset="0"/>
                          </a:rPr>
                          <m:t>26</m:t>
                        </m:r>
                      </m:e>
                    </m:d>
                    <m:r>
                      <a:rPr lang="en-US" sz="2600" b="0" i="0" smtClean="0">
                        <a:latin typeface="Cambria Math" panose="02040503050406030204" pitchFamily="18" charset="0"/>
                        <a:ea typeface="Cambria Math" panose="02040503050406030204" pitchFamily="18" charset="0"/>
                      </a:rPr>
                      <m:t>=(1,9,21,15,3,19,7,23,11,5,17,25)</m:t>
                    </m:r>
                  </m:oMath>
                </a14:m>
                <a:endParaRPr lang="vi-VN" sz="2600" dirty="0"/>
              </a:p>
            </p:txBody>
          </p:sp>
        </mc:Choice>
        <mc:Fallback xmlns="">
          <p:sp>
            <p:nvSpPr>
              <p:cNvPr id="4" name="Chỗ dành sẵn cho Nội dung 3">
                <a:extLst>
                  <a:ext uri="{FF2B5EF4-FFF2-40B4-BE49-F238E27FC236}">
                    <a16:creationId xmlns:a16="http://schemas.microsoft.com/office/drawing/2014/main" id="{F7F2C352-546B-74DA-E4D4-33DFF80EAD00}"/>
                  </a:ext>
                </a:extLst>
              </p:cNvPr>
              <p:cNvSpPr>
                <a:spLocks noGrp="1" noRot="1" noChangeAspect="1" noMove="1" noResize="1" noEditPoints="1" noAdjustHandles="1" noChangeArrowheads="1" noChangeShapeType="1" noTextEdit="1"/>
              </p:cNvSpPr>
              <p:nvPr>
                <p:ph sz="quarter" idx="13"/>
              </p:nvPr>
            </p:nvSpPr>
            <p:spPr>
              <a:xfrm>
                <a:off x="234823" y="777303"/>
                <a:ext cx="8674100" cy="5303393"/>
              </a:xfrm>
              <a:blipFill>
                <a:blip r:embed="rId2"/>
                <a:stretch>
                  <a:fillRect l="-1023" t="-1914"/>
                </a:stretch>
              </a:blipFill>
            </p:spPr>
            <p:txBody>
              <a:bodyPr/>
              <a:lstStyle/>
              <a:p>
                <a:r>
                  <a:rPr>
                    <a:noFill/>
                  </a:rPr>
                  <a:t> </a:t>
                </a:r>
              </a:p>
            </p:txBody>
          </p:sp>
        </mc:Fallback>
      </mc:AlternateContent>
    </p:spTree>
    <p:extLst>
      <p:ext uri="{BB962C8B-B14F-4D97-AF65-F5344CB8AC3E}">
        <p14:creationId xmlns:p14="http://schemas.microsoft.com/office/powerpoint/2010/main" val="1783621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B5032C-0E3B-9F65-C766-171E08F1F5F6}"/>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3" name="Title 2">
            <a:extLst>
              <a:ext uri="{FF2B5EF4-FFF2-40B4-BE49-F238E27FC236}">
                <a16:creationId xmlns:a16="http://schemas.microsoft.com/office/drawing/2014/main" id="{ED8EACDA-2C1B-9646-852D-3B256BA9EBAB}"/>
              </a:ext>
            </a:extLst>
          </p:cNvPr>
          <p:cNvSpPr>
            <a:spLocks noGrp="1"/>
          </p:cNvSpPr>
          <p:nvPr>
            <p:ph type="title"/>
          </p:nvPr>
        </p:nvSpPr>
        <p:spPr/>
        <p:txBody>
          <a:bodyPr/>
          <a:lstStyle/>
          <a:p>
            <a:r>
              <a:rPr lang="vi-VN" dirty="0"/>
              <a:t>Bài tập trên lớp</a:t>
            </a:r>
            <a:endParaRPr lang="en-US" dirty="0"/>
          </a:p>
        </p:txBody>
      </p:sp>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9A79F2E9-F1CE-290D-9EA2-7C9771832586}"/>
                  </a:ext>
                </a:extLst>
              </p14:cNvPr>
              <p14:cNvContentPartPr/>
              <p14:nvPr/>
            </p14:nvContentPartPr>
            <p14:xfrm>
              <a:off x="120975" y="830844"/>
              <a:ext cx="50400" cy="63000"/>
            </p14:xfrm>
          </p:contentPart>
        </mc:Choice>
        <mc:Fallback>
          <p:pic>
            <p:nvPicPr>
              <p:cNvPr id="23" name="Ink 22">
                <a:extLst>
                  <a:ext uri="{FF2B5EF4-FFF2-40B4-BE49-F238E27FC236}">
                    <a16:creationId xmlns:a16="http://schemas.microsoft.com/office/drawing/2014/main" id="{9A79F2E9-F1CE-290D-9EA2-7C9771832586}"/>
                  </a:ext>
                </a:extLst>
              </p:cNvPr>
              <p:cNvPicPr/>
              <p:nvPr/>
            </p:nvPicPr>
            <p:blipFill>
              <a:blip r:embed="rId4"/>
              <a:stretch>
                <a:fillRect/>
              </a:stretch>
            </p:blipFill>
            <p:spPr>
              <a:xfrm>
                <a:off x="114855" y="824724"/>
                <a:ext cx="6264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4" name="Ink 23">
                <a:extLst>
                  <a:ext uri="{FF2B5EF4-FFF2-40B4-BE49-F238E27FC236}">
                    <a16:creationId xmlns:a16="http://schemas.microsoft.com/office/drawing/2014/main" id="{908B4416-2267-CF00-9652-F77200216577}"/>
                  </a:ext>
                </a:extLst>
              </p14:cNvPr>
              <p14:cNvContentPartPr/>
              <p14:nvPr/>
            </p14:nvContentPartPr>
            <p14:xfrm>
              <a:off x="232935" y="768564"/>
              <a:ext cx="202320" cy="235080"/>
            </p14:xfrm>
          </p:contentPart>
        </mc:Choice>
        <mc:Fallback>
          <p:pic>
            <p:nvPicPr>
              <p:cNvPr id="24" name="Ink 23">
                <a:extLst>
                  <a:ext uri="{FF2B5EF4-FFF2-40B4-BE49-F238E27FC236}">
                    <a16:creationId xmlns:a16="http://schemas.microsoft.com/office/drawing/2014/main" id="{908B4416-2267-CF00-9652-F77200216577}"/>
                  </a:ext>
                </a:extLst>
              </p:cNvPr>
              <p:cNvPicPr/>
              <p:nvPr/>
            </p:nvPicPr>
            <p:blipFill>
              <a:blip r:embed="rId6"/>
              <a:stretch>
                <a:fillRect/>
              </a:stretch>
            </p:blipFill>
            <p:spPr>
              <a:xfrm>
                <a:off x="226815" y="762444"/>
                <a:ext cx="21456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5" name="Ink 24">
                <a:extLst>
                  <a:ext uri="{FF2B5EF4-FFF2-40B4-BE49-F238E27FC236}">
                    <a16:creationId xmlns:a16="http://schemas.microsoft.com/office/drawing/2014/main" id="{871FC46D-3362-C63D-63B6-ECEC924B61D3}"/>
                  </a:ext>
                </a:extLst>
              </p14:cNvPr>
              <p14:cNvContentPartPr/>
              <p14:nvPr/>
            </p14:nvContentPartPr>
            <p14:xfrm>
              <a:off x="257415" y="728604"/>
              <a:ext cx="159840" cy="316440"/>
            </p14:xfrm>
          </p:contentPart>
        </mc:Choice>
        <mc:Fallback>
          <p:pic>
            <p:nvPicPr>
              <p:cNvPr id="25" name="Ink 24">
                <a:extLst>
                  <a:ext uri="{FF2B5EF4-FFF2-40B4-BE49-F238E27FC236}">
                    <a16:creationId xmlns:a16="http://schemas.microsoft.com/office/drawing/2014/main" id="{871FC46D-3362-C63D-63B6-ECEC924B61D3}"/>
                  </a:ext>
                </a:extLst>
              </p:cNvPr>
              <p:cNvPicPr/>
              <p:nvPr/>
            </p:nvPicPr>
            <p:blipFill>
              <a:blip r:embed="rId8"/>
              <a:stretch>
                <a:fillRect/>
              </a:stretch>
            </p:blipFill>
            <p:spPr>
              <a:xfrm>
                <a:off x="251295" y="722484"/>
                <a:ext cx="17208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6" name="Ink 25">
                <a:extLst>
                  <a:ext uri="{FF2B5EF4-FFF2-40B4-BE49-F238E27FC236}">
                    <a16:creationId xmlns:a16="http://schemas.microsoft.com/office/drawing/2014/main" id="{E673A8BF-8BBB-C9ED-95FD-F8B60726A160}"/>
                  </a:ext>
                </a:extLst>
              </p14:cNvPr>
              <p14:cNvContentPartPr/>
              <p14:nvPr/>
            </p14:nvContentPartPr>
            <p14:xfrm>
              <a:off x="486735" y="786564"/>
              <a:ext cx="90720" cy="6480"/>
            </p14:xfrm>
          </p:contentPart>
        </mc:Choice>
        <mc:Fallback>
          <p:pic>
            <p:nvPicPr>
              <p:cNvPr id="26" name="Ink 25">
                <a:extLst>
                  <a:ext uri="{FF2B5EF4-FFF2-40B4-BE49-F238E27FC236}">
                    <a16:creationId xmlns:a16="http://schemas.microsoft.com/office/drawing/2014/main" id="{E673A8BF-8BBB-C9ED-95FD-F8B60726A160}"/>
                  </a:ext>
                </a:extLst>
              </p:cNvPr>
              <p:cNvPicPr/>
              <p:nvPr/>
            </p:nvPicPr>
            <p:blipFill>
              <a:blip r:embed="rId10"/>
              <a:stretch>
                <a:fillRect/>
              </a:stretch>
            </p:blipFill>
            <p:spPr>
              <a:xfrm>
                <a:off x="480615" y="780444"/>
                <a:ext cx="10296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7" name="Ink 26">
                <a:extLst>
                  <a:ext uri="{FF2B5EF4-FFF2-40B4-BE49-F238E27FC236}">
                    <a16:creationId xmlns:a16="http://schemas.microsoft.com/office/drawing/2014/main" id="{4EC15744-99AC-9997-75CB-3F1D1388AF74}"/>
                  </a:ext>
                </a:extLst>
              </p14:cNvPr>
              <p14:cNvContentPartPr/>
              <p14:nvPr/>
            </p14:nvContentPartPr>
            <p14:xfrm>
              <a:off x="608055" y="754884"/>
              <a:ext cx="36000" cy="66600"/>
            </p14:xfrm>
          </p:contentPart>
        </mc:Choice>
        <mc:Fallback>
          <p:pic>
            <p:nvPicPr>
              <p:cNvPr id="27" name="Ink 26">
                <a:extLst>
                  <a:ext uri="{FF2B5EF4-FFF2-40B4-BE49-F238E27FC236}">
                    <a16:creationId xmlns:a16="http://schemas.microsoft.com/office/drawing/2014/main" id="{4EC15744-99AC-9997-75CB-3F1D1388AF74}"/>
                  </a:ext>
                </a:extLst>
              </p:cNvPr>
              <p:cNvPicPr/>
              <p:nvPr/>
            </p:nvPicPr>
            <p:blipFill>
              <a:blip r:embed="rId12"/>
              <a:stretch>
                <a:fillRect/>
              </a:stretch>
            </p:blipFill>
            <p:spPr>
              <a:xfrm>
                <a:off x="601935" y="748764"/>
                <a:ext cx="4824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8" name="Ink 27">
                <a:extLst>
                  <a:ext uri="{FF2B5EF4-FFF2-40B4-BE49-F238E27FC236}">
                    <a16:creationId xmlns:a16="http://schemas.microsoft.com/office/drawing/2014/main" id="{EBF10CCA-B567-0901-1E67-9A14FE3E86A4}"/>
                  </a:ext>
                </a:extLst>
              </p14:cNvPr>
              <p14:cNvContentPartPr/>
              <p14:nvPr/>
            </p14:nvContentPartPr>
            <p14:xfrm>
              <a:off x="698775" y="831204"/>
              <a:ext cx="131400" cy="181800"/>
            </p14:xfrm>
          </p:contentPart>
        </mc:Choice>
        <mc:Fallback>
          <p:pic>
            <p:nvPicPr>
              <p:cNvPr id="28" name="Ink 27">
                <a:extLst>
                  <a:ext uri="{FF2B5EF4-FFF2-40B4-BE49-F238E27FC236}">
                    <a16:creationId xmlns:a16="http://schemas.microsoft.com/office/drawing/2014/main" id="{EBF10CCA-B567-0901-1E67-9A14FE3E86A4}"/>
                  </a:ext>
                </a:extLst>
              </p:cNvPr>
              <p:cNvPicPr/>
              <p:nvPr/>
            </p:nvPicPr>
            <p:blipFill>
              <a:blip r:embed="rId14"/>
              <a:stretch>
                <a:fillRect/>
              </a:stretch>
            </p:blipFill>
            <p:spPr>
              <a:xfrm>
                <a:off x="692655" y="825084"/>
                <a:ext cx="14364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9" name="Ink 28">
                <a:extLst>
                  <a:ext uri="{FF2B5EF4-FFF2-40B4-BE49-F238E27FC236}">
                    <a16:creationId xmlns:a16="http://schemas.microsoft.com/office/drawing/2014/main" id="{AD67C13E-E02D-088B-B6CD-63450DFA3DB9}"/>
                  </a:ext>
                </a:extLst>
              </p14:cNvPr>
              <p14:cNvContentPartPr/>
              <p14:nvPr/>
            </p14:nvContentPartPr>
            <p14:xfrm>
              <a:off x="863295" y="835164"/>
              <a:ext cx="92520" cy="194760"/>
            </p14:xfrm>
          </p:contentPart>
        </mc:Choice>
        <mc:Fallback>
          <p:pic>
            <p:nvPicPr>
              <p:cNvPr id="29" name="Ink 28">
                <a:extLst>
                  <a:ext uri="{FF2B5EF4-FFF2-40B4-BE49-F238E27FC236}">
                    <a16:creationId xmlns:a16="http://schemas.microsoft.com/office/drawing/2014/main" id="{AD67C13E-E02D-088B-B6CD-63450DFA3DB9}"/>
                  </a:ext>
                </a:extLst>
              </p:cNvPr>
              <p:cNvPicPr/>
              <p:nvPr/>
            </p:nvPicPr>
            <p:blipFill>
              <a:blip r:embed="rId16"/>
              <a:stretch>
                <a:fillRect/>
              </a:stretch>
            </p:blipFill>
            <p:spPr>
              <a:xfrm>
                <a:off x="857175" y="829044"/>
                <a:ext cx="1047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0" name="Ink 29">
                <a:extLst>
                  <a:ext uri="{FF2B5EF4-FFF2-40B4-BE49-F238E27FC236}">
                    <a16:creationId xmlns:a16="http://schemas.microsoft.com/office/drawing/2014/main" id="{D672814D-FB56-4046-4BDD-4FA5DEC12415}"/>
                  </a:ext>
                </a:extLst>
              </p14:cNvPr>
              <p14:cNvContentPartPr/>
              <p14:nvPr/>
            </p14:nvContentPartPr>
            <p14:xfrm>
              <a:off x="674295" y="789444"/>
              <a:ext cx="92160" cy="279360"/>
            </p14:xfrm>
          </p:contentPart>
        </mc:Choice>
        <mc:Fallback>
          <p:pic>
            <p:nvPicPr>
              <p:cNvPr id="30" name="Ink 29">
                <a:extLst>
                  <a:ext uri="{FF2B5EF4-FFF2-40B4-BE49-F238E27FC236}">
                    <a16:creationId xmlns:a16="http://schemas.microsoft.com/office/drawing/2014/main" id="{D672814D-FB56-4046-4BDD-4FA5DEC12415}"/>
                  </a:ext>
                </a:extLst>
              </p:cNvPr>
              <p:cNvPicPr/>
              <p:nvPr/>
            </p:nvPicPr>
            <p:blipFill>
              <a:blip r:embed="rId18"/>
              <a:stretch>
                <a:fillRect/>
              </a:stretch>
            </p:blipFill>
            <p:spPr>
              <a:xfrm>
                <a:off x="668175" y="783324"/>
                <a:ext cx="10440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1" name="Ink 30">
                <a:extLst>
                  <a:ext uri="{FF2B5EF4-FFF2-40B4-BE49-F238E27FC236}">
                    <a16:creationId xmlns:a16="http://schemas.microsoft.com/office/drawing/2014/main" id="{F1645E7C-DAF3-D5C7-143A-62F768A961F4}"/>
                  </a:ext>
                </a:extLst>
              </p14:cNvPr>
              <p14:cNvContentPartPr/>
              <p14:nvPr/>
            </p14:nvContentPartPr>
            <p14:xfrm>
              <a:off x="914775" y="807084"/>
              <a:ext cx="64080" cy="207720"/>
            </p14:xfrm>
          </p:contentPart>
        </mc:Choice>
        <mc:Fallback>
          <p:pic>
            <p:nvPicPr>
              <p:cNvPr id="31" name="Ink 30">
                <a:extLst>
                  <a:ext uri="{FF2B5EF4-FFF2-40B4-BE49-F238E27FC236}">
                    <a16:creationId xmlns:a16="http://schemas.microsoft.com/office/drawing/2014/main" id="{F1645E7C-DAF3-D5C7-143A-62F768A961F4}"/>
                  </a:ext>
                </a:extLst>
              </p:cNvPr>
              <p:cNvPicPr/>
              <p:nvPr/>
            </p:nvPicPr>
            <p:blipFill>
              <a:blip r:embed="rId20"/>
              <a:stretch>
                <a:fillRect/>
              </a:stretch>
            </p:blipFill>
            <p:spPr>
              <a:xfrm>
                <a:off x="908655" y="800964"/>
                <a:ext cx="76320" cy="219960"/>
              </a:xfrm>
              <a:prstGeom prst="rect">
                <a:avLst/>
              </a:prstGeom>
            </p:spPr>
          </p:pic>
        </mc:Fallback>
      </mc:AlternateContent>
      <p:grpSp>
        <p:nvGrpSpPr>
          <p:cNvPr id="66" name="Group 65">
            <a:extLst>
              <a:ext uri="{FF2B5EF4-FFF2-40B4-BE49-F238E27FC236}">
                <a16:creationId xmlns:a16="http://schemas.microsoft.com/office/drawing/2014/main" id="{83CAA209-3D25-25A8-1D78-1461AC2EAE50}"/>
              </a:ext>
            </a:extLst>
          </p:cNvPr>
          <p:cNvGrpSpPr/>
          <p:nvPr/>
        </p:nvGrpSpPr>
        <p:grpSpPr>
          <a:xfrm>
            <a:off x="1124655" y="771804"/>
            <a:ext cx="1658520" cy="294120"/>
            <a:chOff x="1124655" y="771804"/>
            <a:chExt cx="1658520" cy="294120"/>
          </a:xfrm>
        </p:grpSpPr>
        <mc:AlternateContent xmlns:mc="http://schemas.openxmlformats.org/markup-compatibility/2006">
          <mc:Choice xmlns:p14="http://schemas.microsoft.com/office/powerpoint/2010/main" Requires="p14">
            <p:contentPart p14:bwMode="auto" r:id="rId21">
              <p14:nvContentPartPr>
                <p14:cNvPr id="33" name="Ink 32">
                  <a:extLst>
                    <a:ext uri="{FF2B5EF4-FFF2-40B4-BE49-F238E27FC236}">
                      <a16:creationId xmlns:a16="http://schemas.microsoft.com/office/drawing/2014/main" id="{F68E376E-C52F-6555-FED8-C1BF7F5A5977}"/>
                    </a:ext>
                  </a:extLst>
                </p14:cNvPr>
                <p14:cNvContentPartPr/>
                <p14:nvPr/>
              </p14:nvContentPartPr>
              <p14:xfrm>
                <a:off x="1124655" y="907524"/>
                <a:ext cx="113040" cy="14400"/>
              </p14:xfrm>
            </p:contentPart>
          </mc:Choice>
          <mc:Fallback>
            <p:pic>
              <p:nvPicPr>
                <p:cNvPr id="33" name="Ink 32">
                  <a:extLst>
                    <a:ext uri="{FF2B5EF4-FFF2-40B4-BE49-F238E27FC236}">
                      <a16:creationId xmlns:a16="http://schemas.microsoft.com/office/drawing/2014/main" id="{F68E376E-C52F-6555-FED8-C1BF7F5A5977}"/>
                    </a:ext>
                  </a:extLst>
                </p:cNvPr>
                <p:cNvPicPr/>
                <p:nvPr/>
              </p:nvPicPr>
              <p:blipFill>
                <a:blip r:embed="rId22"/>
                <a:stretch>
                  <a:fillRect/>
                </a:stretch>
              </p:blipFill>
              <p:spPr>
                <a:xfrm>
                  <a:off x="1118535" y="901404"/>
                  <a:ext cx="1252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4" name="Ink 33">
                  <a:extLst>
                    <a:ext uri="{FF2B5EF4-FFF2-40B4-BE49-F238E27FC236}">
                      <a16:creationId xmlns:a16="http://schemas.microsoft.com/office/drawing/2014/main" id="{BD00296D-6937-C931-969C-09C071E4CA31}"/>
                    </a:ext>
                  </a:extLst>
                </p14:cNvPr>
                <p14:cNvContentPartPr/>
                <p14:nvPr/>
              </p14:nvContentPartPr>
              <p14:xfrm>
                <a:off x="1128615" y="977004"/>
                <a:ext cx="110520" cy="12240"/>
              </p14:xfrm>
            </p:contentPart>
          </mc:Choice>
          <mc:Fallback>
            <p:pic>
              <p:nvPicPr>
                <p:cNvPr id="34" name="Ink 33">
                  <a:extLst>
                    <a:ext uri="{FF2B5EF4-FFF2-40B4-BE49-F238E27FC236}">
                      <a16:creationId xmlns:a16="http://schemas.microsoft.com/office/drawing/2014/main" id="{BD00296D-6937-C931-969C-09C071E4CA31}"/>
                    </a:ext>
                  </a:extLst>
                </p:cNvPr>
                <p:cNvPicPr/>
                <p:nvPr/>
              </p:nvPicPr>
              <p:blipFill>
                <a:blip r:embed="rId24"/>
                <a:stretch>
                  <a:fillRect/>
                </a:stretch>
              </p:blipFill>
              <p:spPr>
                <a:xfrm>
                  <a:off x="1122495" y="970884"/>
                  <a:ext cx="1227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6" name="Ink 35">
                  <a:extLst>
                    <a:ext uri="{FF2B5EF4-FFF2-40B4-BE49-F238E27FC236}">
                      <a16:creationId xmlns:a16="http://schemas.microsoft.com/office/drawing/2014/main" id="{6BC218B1-20E0-CD25-5372-E46371D15515}"/>
                    </a:ext>
                  </a:extLst>
                </p14:cNvPr>
                <p14:cNvContentPartPr/>
                <p14:nvPr/>
              </p14:nvContentPartPr>
              <p14:xfrm>
                <a:off x="1428135" y="822924"/>
                <a:ext cx="46800" cy="176040"/>
              </p14:xfrm>
            </p:contentPart>
          </mc:Choice>
          <mc:Fallback>
            <p:pic>
              <p:nvPicPr>
                <p:cNvPr id="36" name="Ink 35">
                  <a:extLst>
                    <a:ext uri="{FF2B5EF4-FFF2-40B4-BE49-F238E27FC236}">
                      <a16:creationId xmlns:a16="http://schemas.microsoft.com/office/drawing/2014/main" id="{6BC218B1-20E0-CD25-5372-E46371D15515}"/>
                    </a:ext>
                  </a:extLst>
                </p:cNvPr>
                <p:cNvPicPr/>
                <p:nvPr/>
              </p:nvPicPr>
              <p:blipFill>
                <a:blip r:embed="rId26"/>
                <a:stretch>
                  <a:fillRect/>
                </a:stretch>
              </p:blipFill>
              <p:spPr>
                <a:xfrm>
                  <a:off x="1422015" y="816804"/>
                  <a:ext cx="590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7" name="Ink 36">
                  <a:extLst>
                    <a:ext uri="{FF2B5EF4-FFF2-40B4-BE49-F238E27FC236}">
                      <a16:creationId xmlns:a16="http://schemas.microsoft.com/office/drawing/2014/main" id="{45221AD3-5983-3C8B-377E-E9787A534937}"/>
                    </a:ext>
                  </a:extLst>
                </p14:cNvPr>
                <p14:cNvContentPartPr/>
                <p14:nvPr/>
              </p14:nvContentPartPr>
              <p14:xfrm>
                <a:off x="1506255" y="966204"/>
                <a:ext cx="9720" cy="51840"/>
              </p14:xfrm>
            </p:contentPart>
          </mc:Choice>
          <mc:Fallback>
            <p:pic>
              <p:nvPicPr>
                <p:cNvPr id="37" name="Ink 36">
                  <a:extLst>
                    <a:ext uri="{FF2B5EF4-FFF2-40B4-BE49-F238E27FC236}">
                      <a16:creationId xmlns:a16="http://schemas.microsoft.com/office/drawing/2014/main" id="{45221AD3-5983-3C8B-377E-E9787A534937}"/>
                    </a:ext>
                  </a:extLst>
                </p:cNvPr>
                <p:cNvPicPr/>
                <p:nvPr/>
              </p:nvPicPr>
              <p:blipFill>
                <a:blip r:embed="rId28"/>
                <a:stretch>
                  <a:fillRect/>
                </a:stretch>
              </p:blipFill>
              <p:spPr>
                <a:xfrm>
                  <a:off x="1500135" y="960084"/>
                  <a:ext cx="2196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8" name="Ink 37">
                  <a:extLst>
                    <a:ext uri="{FF2B5EF4-FFF2-40B4-BE49-F238E27FC236}">
                      <a16:creationId xmlns:a16="http://schemas.microsoft.com/office/drawing/2014/main" id="{90004DA0-B234-2E02-C711-50686E362FA3}"/>
                    </a:ext>
                  </a:extLst>
                </p14:cNvPr>
                <p14:cNvContentPartPr/>
                <p14:nvPr/>
              </p14:nvContentPartPr>
              <p14:xfrm>
                <a:off x="1565655" y="818244"/>
                <a:ext cx="123840" cy="198720"/>
              </p14:xfrm>
            </p:contentPart>
          </mc:Choice>
          <mc:Fallback>
            <p:pic>
              <p:nvPicPr>
                <p:cNvPr id="38" name="Ink 37">
                  <a:extLst>
                    <a:ext uri="{FF2B5EF4-FFF2-40B4-BE49-F238E27FC236}">
                      <a16:creationId xmlns:a16="http://schemas.microsoft.com/office/drawing/2014/main" id="{90004DA0-B234-2E02-C711-50686E362FA3}"/>
                    </a:ext>
                  </a:extLst>
                </p:cNvPr>
                <p:cNvPicPr/>
                <p:nvPr/>
              </p:nvPicPr>
              <p:blipFill>
                <a:blip r:embed="rId30"/>
                <a:stretch>
                  <a:fillRect/>
                </a:stretch>
              </p:blipFill>
              <p:spPr>
                <a:xfrm>
                  <a:off x="1559535" y="812124"/>
                  <a:ext cx="13608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40" name="Ink 39">
                  <a:extLst>
                    <a:ext uri="{FF2B5EF4-FFF2-40B4-BE49-F238E27FC236}">
                      <a16:creationId xmlns:a16="http://schemas.microsoft.com/office/drawing/2014/main" id="{C2CEB3E7-C494-13BD-7A7F-B1D407F98751}"/>
                    </a:ext>
                  </a:extLst>
                </p14:cNvPr>
                <p14:cNvContentPartPr/>
                <p14:nvPr/>
              </p14:nvContentPartPr>
              <p14:xfrm>
                <a:off x="1305015" y="785124"/>
                <a:ext cx="102600" cy="260640"/>
              </p14:xfrm>
            </p:contentPart>
          </mc:Choice>
          <mc:Fallback>
            <p:pic>
              <p:nvPicPr>
                <p:cNvPr id="40" name="Ink 39">
                  <a:extLst>
                    <a:ext uri="{FF2B5EF4-FFF2-40B4-BE49-F238E27FC236}">
                      <a16:creationId xmlns:a16="http://schemas.microsoft.com/office/drawing/2014/main" id="{C2CEB3E7-C494-13BD-7A7F-B1D407F98751}"/>
                    </a:ext>
                  </a:extLst>
                </p:cNvPr>
                <p:cNvPicPr/>
                <p:nvPr/>
              </p:nvPicPr>
              <p:blipFill>
                <a:blip r:embed="rId32"/>
                <a:stretch>
                  <a:fillRect/>
                </a:stretch>
              </p:blipFill>
              <p:spPr>
                <a:xfrm>
                  <a:off x="1298895" y="779004"/>
                  <a:ext cx="11484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1" name="Ink 40">
                  <a:extLst>
                    <a:ext uri="{FF2B5EF4-FFF2-40B4-BE49-F238E27FC236}">
                      <a16:creationId xmlns:a16="http://schemas.microsoft.com/office/drawing/2014/main" id="{A10FF7C9-15DC-EB64-FFDA-68C03797DCF8}"/>
                    </a:ext>
                  </a:extLst>
                </p14:cNvPr>
                <p14:cNvContentPartPr/>
                <p14:nvPr/>
              </p14:nvContentPartPr>
              <p14:xfrm>
                <a:off x="1798215" y="964404"/>
                <a:ext cx="34920" cy="101520"/>
              </p14:xfrm>
            </p:contentPart>
          </mc:Choice>
          <mc:Fallback>
            <p:pic>
              <p:nvPicPr>
                <p:cNvPr id="41" name="Ink 40">
                  <a:extLst>
                    <a:ext uri="{FF2B5EF4-FFF2-40B4-BE49-F238E27FC236}">
                      <a16:creationId xmlns:a16="http://schemas.microsoft.com/office/drawing/2014/main" id="{A10FF7C9-15DC-EB64-FFDA-68C03797DCF8}"/>
                    </a:ext>
                  </a:extLst>
                </p:cNvPr>
                <p:cNvPicPr/>
                <p:nvPr/>
              </p:nvPicPr>
              <p:blipFill>
                <a:blip r:embed="rId34"/>
                <a:stretch>
                  <a:fillRect/>
                </a:stretch>
              </p:blipFill>
              <p:spPr>
                <a:xfrm>
                  <a:off x="1792095" y="958284"/>
                  <a:ext cx="471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2" name="Ink 41">
                  <a:extLst>
                    <a:ext uri="{FF2B5EF4-FFF2-40B4-BE49-F238E27FC236}">
                      <a16:creationId xmlns:a16="http://schemas.microsoft.com/office/drawing/2014/main" id="{7063CA32-A2DC-9AC9-C774-54DEAB0C6E16}"/>
                    </a:ext>
                  </a:extLst>
                </p14:cNvPr>
                <p14:cNvContentPartPr/>
                <p14:nvPr/>
              </p14:nvContentPartPr>
              <p14:xfrm>
                <a:off x="1883535" y="816444"/>
                <a:ext cx="112320" cy="187200"/>
              </p14:xfrm>
            </p:contentPart>
          </mc:Choice>
          <mc:Fallback>
            <p:pic>
              <p:nvPicPr>
                <p:cNvPr id="42" name="Ink 41">
                  <a:extLst>
                    <a:ext uri="{FF2B5EF4-FFF2-40B4-BE49-F238E27FC236}">
                      <a16:creationId xmlns:a16="http://schemas.microsoft.com/office/drawing/2014/main" id="{7063CA32-A2DC-9AC9-C774-54DEAB0C6E16}"/>
                    </a:ext>
                  </a:extLst>
                </p:cNvPr>
                <p:cNvPicPr/>
                <p:nvPr/>
              </p:nvPicPr>
              <p:blipFill>
                <a:blip r:embed="rId36"/>
                <a:stretch>
                  <a:fillRect/>
                </a:stretch>
              </p:blipFill>
              <p:spPr>
                <a:xfrm>
                  <a:off x="1877415" y="810324"/>
                  <a:ext cx="1245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3" name="Ink 42">
                  <a:extLst>
                    <a:ext uri="{FF2B5EF4-FFF2-40B4-BE49-F238E27FC236}">
                      <a16:creationId xmlns:a16="http://schemas.microsoft.com/office/drawing/2014/main" id="{62A229A4-3640-52D0-BCB9-60CA143905B9}"/>
                    </a:ext>
                  </a:extLst>
                </p14:cNvPr>
                <p14:cNvContentPartPr/>
                <p14:nvPr/>
              </p14:nvContentPartPr>
              <p14:xfrm>
                <a:off x="2049495" y="804204"/>
                <a:ext cx="9720" cy="201960"/>
              </p14:xfrm>
            </p:contentPart>
          </mc:Choice>
          <mc:Fallback>
            <p:pic>
              <p:nvPicPr>
                <p:cNvPr id="43" name="Ink 42">
                  <a:extLst>
                    <a:ext uri="{FF2B5EF4-FFF2-40B4-BE49-F238E27FC236}">
                      <a16:creationId xmlns:a16="http://schemas.microsoft.com/office/drawing/2014/main" id="{62A229A4-3640-52D0-BCB9-60CA143905B9}"/>
                    </a:ext>
                  </a:extLst>
                </p:cNvPr>
                <p:cNvPicPr/>
                <p:nvPr/>
              </p:nvPicPr>
              <p:blipFill>
                <a:blip r:embed="rId38"/>
                <a:stretch>
                  <a:fillRect/>
                </a:stretch>
              </p:blipFill>
              <p:spPr>
                <a:xfrm>
                  <a:off x="2043375" y="798084"/>
                  <a:ext cx="2196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4" name="Ink 43">
                  <a:extLst>
                    <a:ext uri="{FF2B5EF4-FFF2-40B4-BE49-F238E27FC236}">
                      <a16:creationId xmlns:a16="http://schemas.microsoft.com/office/drawing/2014/main" id="{5790DF0D-4CF4-B457-4BB9-A2FB1D130A0E}"/>
                    </a:ext>
                  </a:extLst>
                </p14:cNvPr>
                <p14:cNvContentPartPr/>
                <p14:nvPr/>
              </p14:nvContentPartPr>
              <p14:xfrm>
                <a:off x="2129775" y="965844"/>
                <a:ext cx="36720" cy="89280"/>
              </p14:xfrm>
            </p:contentPart>
          </mc:Choice>
          <mc:Fallback>
            <p:pic>
              <p:nvPicPr>
                <p:cNvPr id="44" name="Ink 43">
                  <a:extLst>
                    <a:ext uri="{FF2B5EF4-FFF2-40B4-BE49-F238E27FC236}">
                      <a16:creationId xmlns:a16="http://schemas.microsoft.com/office/drawing/2014/main" id="{5790DF0D-4CF4-B457-4BB9-A2FB1D130A0E}"/>
                    </a:ext>
                  </a:extLst>
                </p:cNvPr>
                <p:cNvPicPr/>
                <p:nvPr/>
              </p:nvPicPr>
              <p:blipFill>
                <a:blip r:embed="rId40"/>
                <a:stretch>
                  <a:fillRect/>
                </a:stretch>
              </p:blipFill>
              <p:spPr>
                <a:xfrm>
                  <a:off x="2123655" y="959724"/>
                  <a:ext cx="4896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6" name="Ink 45">
                  <a:extLst>
                    <a:ext uri="{FF2B5EF4-FFF2-40B4-BE49-F238E27FC236}">
                      <a16:creationId xmlns:a16="http://schemas.microsoft.com/office/drawing/2014/main" id="{D5FF5845-A5EB-5FA2-D8BF-DE22951849C0}"/>
                    </a:ext>
                  </a:extLst>
                </p14:cNvPr>
                <p14:cNvContentPartPr/>
                <p14:nvPr/>
              </p14:nvContentPartPr>
              <p14:xfrm>
                <a:off x="2257935" y="771804"/>
                <a:ext cx="18360" cy="205920"/>
              </p14:xfrm>
            </p:contentPart>
          </mc:Choice>
          <mc:Fallback>
            <p:pic>
              <p:nvPicPr>
                <p:cNvPr id="46" name="Ink 45">
                  <a:extLst>
                    <a:ext uri="{FF2B5EF4-FFF2-40B4-BE49-F238E27FC236}">
                      <a16:creationId xmlns:a16="http://schemas.microsoft.com/office/drawing/2014/main" id="{D5FF5845-A5EB-5FA2-D8BF-DE22951849C0}"/>
                    </a:ext>
                  </a:extLst>
                </p:cNvPr>
                <p:cNvPicPr/>
                <p:nvPr/>
              </p:nvPicPr>
              <p:blipFill>
                <a:blip r:embed="rId42"/>
                <a:stretch>
                  <a:fillRect/>
                </a:stretch>
              </p:blipFill>
              <p:spPr>
                <a:xfrm>
                  <a:off x="2251815" y="765684"/>
                  <a:ext cx="3060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7" name="Ink 46">
                  <a:extLst>
                    <a:ext uri="{FF2B5EF4-FFF2-40B4-BE49-F238E27FC236}">
                      <a16:creationId xmlns:a16="http://schemas.microsoft.com/office/drawing/2014/main" id="{0CB6804B-42EB-68A4-EC90-5C24912CD188}"/>
                    </a:ext>
                  </a:extLst>
                </p14:cNvPr>
                <p14:cNvContentPartPr/>
                <p14:nvPr/>
              </p14:nvContentPartPr>
              <p14:xfrm>
                <a:off x="2313015" y="797004"/>
                <a:ext cx="79920" cy="190800"/>
              </p14:xfrm>
            </p:contentPart>
          </mc:Choice>
          <mc:Fallback>
            <p:pic>
              <p:nvPicPr>
                <p:cNvPr id="47" name="Ink 46">
                  <a:extLst>
                    <a:ext uri="{FF2B5EF4-FFF2-40B4-BE49-F238E27FC236}">
                      <a16:creationId xmlns:a16="http://schemas.microsoft.com/office/drawing/2014/main" id="{0CB6804B-42EB-68A4-EC90-5C24912CD188}"/>
                    </a:ext>
                  </a:extLst>
                </p:cNvPr>
                <p:cNvPicPr/>
                <p:nvPr/>
              </p:nvPicPr>
              <p:blipFill>
                <a:blip r:embed="rId44"/>
                <a:stretch>
                  <a:fillRect/>
                </a:stretch>
              </p:blipFill>
              <p:spPr>
                <a:xfrm>
                  <a:off x="2306895" y="790884"/>
                  <a:ext cx="9216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8" name="Ink 47">
                  <a:extLst>
                    <a:ext uri="{FF2B5EF4-FFF2-40B4-BE49-F238E27FC236}">
                      <a16:creationId xmlns:a16="http://schemas.microsoft.com/office/drawing/2014/main" id="{D91762C0-D684-AB9A-90E2-A5B02E9FEF95}"/>
                    </a:ext>
                  </a:extLst>
                </p14:cNvPr>
                <p14:cNvContentPartPr/>
                <p14:nvPr/>
              </p14:nvContentPartPr>
              <p14:xfrm>
                <a:off x="2314455" y="794844"/>
                <a:ext cx="145080" cy="16920"/>
              </p14:xfrm>
            </p:contentPart>
          </mc:Choice>
          <mc:Fallback>
            <p:pic>
              <p:nvPicPr>
                <p:cNvPr id="48" name="Ink 47">
                  <a:extLst>
                    <a:ext uri="{FF2B5EF4-FFF2-40B4-BE49-F238E27FC236}">
                      <a16:creationId xmlns:a16="http://schemas.microsoft.com/office/drawing/2014/main" id="{D91762C0-D684-AB9A-90E2-A5B02E9FEF95}"/>
                    </a:ext>
                  </a:extLst>
                </p:cNvPr>
                <p:cNvPicPr/>
                <p:nvPr/>
              </p:nvPicPr>
              <p:blipFill>
                <a:blip r:embed="rId46"/>
                <a:stretch>
                  <a:fillRect/>
                </a:stretch>
              </p:blipFill>
              <p:spPr>
                <a:xfrm>
                  <a:off x="2308335" y="788724"/>
                  <a:ext cx="1573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9" name="Ink 48">
                  <a:extLst>
                    <a:ext uri="{FF2B5EF4-FFF2-40B4-BE49-F238E27FC236}">
                      <a16:creationId xmlns:a16="http://schemas.microsoft.com/office/drawing/2014/main" id="{3C4110C2-F8F1-862F-EAC3-9C7F4BF15186}"/>
                    </a:ext>
                  </a:extLst>
                </p14:cNvPr>
                <p14:cNvContentPartPr/>
                <p14:nvPr/>
              </p14:nvContentPartPr>
              <p14:xfrm>
                <a:off x="2500215" y="937044"/>
                <a:ext cx="6480" cy="106920"/>
              </p14:xfrm>
            </p:contentPart>
          </mc:Choice>
          <mc:Fallback>
            <p:pic>
              <p:nvPicPr>
                <p:cNvPr id="49" name="Ink 48">
                  <a:extLst>
                    <a:ext uri="{FF2B5EF4-FFF2-40B4-BE49-F238E27FC236}">
                      <a16:creationId xmlns:a16="http://schemas.microsoft.com/office/drawing/2014/main" id="{3C4110C2-F8F1-862F-EAC3-9C7F4BF15186}"/>
                    </a:ext>
                  </a:extLst>
                </p:cNvPr>
                <p:cNvPicPr/>
                <p:nvPr/>
              </p:nvPicPr>
              <p:blipFill>
                <a:blip r:embed="rId48"/>
                <a:stretch>
                  <a:fillRect/>
                </a:stretch>
              </p:blipFill>
              <p:spPr>
                <a:xfrm>
                  <a:off x="2494095" y="930924"/>
                  <a:ext cx="1872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50" name="Ink 49">
                  <a:extLst>
                    <a:ext uri="{FF2B5EF4-FFF2-40B4-BE49-F238E27FC236}">
                      <a16:creationId xmlns:a16="http://schemas.microsoft.com/office/drawing/2014/main" id="{0D8C88CA-8FE6-F671-9C32-E974B91679FD}"/>
                    </a:ext>
                  </a:extLst>
                </p14:cNvPr>
                <p14:cNvContentPartPr/>
                <p14:nvPr/>
              </p14:nvContentPartPr>
              <p14:xfrm>
                <a:off x="2575455" y="798444"/>
                <a:ext cx="119520" cy="188640"/>
              </p14:xfrm>
            </p:contentPart>
          </mc:Choice>
          <mc:Fallback>
            <p:pic>
              <p:nvPicPr>
                <p:cNvPr id="50" name="Ink 49">
                  <a:extLst>
                    <a:ext uri="{FF2B5EF4-FFF2-40B4-BE49-F238E27FC236}">
                      <a16:creationId xmlns:a16="http://schemas.microsoft.com/office/drawing/2014/main" id="{0D8C88CA-8FE6-F671-9C32-E974B91679FD}"/>
                    </a:ext>
                  </a:extLst>
                </p:cNvPr>
                <p:cNvPicPr/>
                <p:nvPr/>
              </p:nvPicPr>
              <p:blipFill>
                <a:blip r:embed="rId50"/>
                <a:stretch>
                  <a:fillRect/>
                </a:stretch>
              </p:blipFill>
              <p:spPr>
                <a:xfrm>
                  <a:off x="2569335" y="792324"/>
                  <a:ext cx="13176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51" name="Ink 50">
                  <a:extLst>
                    <a:ext uri="{FF2B5EF4-FFF2-40B4-BE49-F238E27FC236}">
                      <a16:creationId xmlns:a16="http://schemas.microsoft.com/office/drawing/2014/main" id="{67FA178F-8054-B477-E823-D621E07FCDF8}"/>
                    </a:ext>
                  </a:extLst>
                </p14:cNvPr>
                <p14:cNvContentPartPr/>
                <p14:nvPr/>
              </p14:nvContentPartPr>
              <p14:xfrm>
                <a:off x="2770215" y="961884"/>
                <a:ext cx="12960" cy="96120"/>
              </p14:xfrm>
            </p:contentPart>
          </mc:Choice>
          <mc:Fallback>
            <p:pic>
              <p:nvPicPr>
                <p:cNvPr id="51" name="Ink 50">
                  <a:extLst>
                    <a:ext uri="{FF2B5EF4-FFF2-40B4-BE49-F238E27FC236}">
                      <a16:creationId xmlns:a16="http://schemas.microsoft.com/office/drawing/2014/main" id="{67FA178F-8054-B477-E823-D621E07FCDF8}"/>
                    </a:ext>
                  </a:extLst>
                </p:cNvPr>
                <p:cNvPicPr/>
                <p:nvPr/>
              </p:nvPicPr>
              <p:blipFill>
                <a:blip r:embed="rId52"/>
                <a:stretch>
                  <a:fillRect/>
                </a:stretch>
              </p:blipFill>
              <p:spPr>
                <a:xfrm>
                  <a:off x="2764095" y="955764"/>
                  <a:ext cx="25200" cy="108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3">
            <p14:nvContentPartPr>
              <p14:cNvPr id="52" name="Ink 51">
                <a:extLst>
                  <a:ext uri="{FF2B5EF4-FFF2-40B4-BE49-F238E27FC236}">
                    <a16:creationId xmlns:a16="http://schemas.microsoft.com/office/drawing/2014/main" id="{040F6C8E-0D03-7EE7-702C-4A6C8B8B84E4}"/>
                  </a:ext>
                </a:extLst>
              </p14:cNvPr>
              <p14:cNvContentPartPr/>
              <p14:nvPr/>
            </p14:nvContentPartPr>
            <p14:xfrm>
              <a:off x="2908095" y="799884"/>
              <a:ext cx="25920" cy="175320"/>
            </p14:xfrm>
          </p:contentPart>
        </mc:Choice>
        <mc:Fallback>
          <p:pic>
            <p:nvPicPr>
              <p:cNvPr id="52" name="Ink 51">
                <a:extLst>
                  <a:ext uri="{FF2B5EF4-FFF2-40B4-BE49-F238E27FC236}">
                    <a16:creationId xmlns:a16="http://schemas.microsoft.com/office/drawing/2014/main" id="{040F6C8E-0D03-7EE7-702C-4A6C8B8B84E4}"/>
                  </a:ext>
                </a:extLst>
              </p:cNvPr>
              <p:cNvPicPr/>
              <p:nvPr/>
            </p:nvPicPr>
            <p:blipFill>
              <a:blip r:embed="rId54"/>
              <a:stretch>
                <a:fillRect/>
              </a:stretch>
            </p:blipFill>
            <p:spPr>
              <a:xfrm>
                <a:off x="2901975" y="793764"/>
                <a:ext cx="3816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3" name="Ink 52">
                <a:extLst>
                  <a:ext uri="{FF2B5EF4-FFF2-40B4-BE49-F238E27FC236}">
                    <a16:creationId xmlns:a16="http://schemas.microsoft.com/office/drawing/2014/main" id="{2D8EE2F0-B96B-79E1-0635-064E0D681E7D}"/>
                  </a:ext>
                </a:extLst>
              </p14:cNvPr>
              <p14:cNvContentPartPr/>
              <p14:nvPr/>
            </p14:nvContentPartPr>
            <p14:xfrm>
              <a:off x="2970375" y="812124"/>
              <a:ext cx="102960" cy="198000"/>
            </p14:xfrm>
          </p:contentPart>
        </mc:Choice>
        <mc:Fallback>
          <p:pic>
            <p:nvPicPr>
              <p:cNvPr id="53" name="Ink 52">
                <a:extLst>
                  <a:ext uri="{FF2B5EF4-FFF2-40B4-BE49-F238E27FC236}">
                    <a16:creationId xmlns:a16="http://schemas.microsoft.com/office/drawing/2014/main" id="{2D8EE2F0-B96B-79E1-0635-064E0D681E7D}"/>
                  </a:ext>
                </a:extLst>
              </p:cNvPr>
              <p:cNvPicPr/>
              <p:nvPr/>
            </p:nvPicPr>
            <p:blipFill>
              <a:blip r:embed="rId56"/>
              <a:stretch>
                <a:fillRect/>
              </a:stretch>
            </p:blipFill>
            <p:spPr>
              <a:xfrm>
                <a:off x="2964255" y="806004"/>
                <a:ext cx="11520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4" name="Ink 53">
                <a:extLst>
                  <a:ext uri="{FF2B5EF4-FFF2-40B4-BE49-F238E27FC236}">
                    <a16:creationId xmlns:a16="http://schemas.microsoft.com/office/drawing/2014/main" id="{3F75D71E-4CB7-10C0-6351-558DF6013BFE}"/>
                  </a:ext>
                </a:extLst>
              </p14:cNvPr>
              <p14:cNvContentPartPr/>
              <p14:nvPr/>
            </p14:nvContentPartPr>
            <p14:xfrm>
              <a:off x="3123375" y="975204"/>
              <a:ext cx="32040" cy="91800"/>
            </p14:xfrm>
          </p:contentPart>
        </mc:Choice>
        <mc:Fallback>
          <p:pic>
            <p:nvPicPr>
              <p:cNvPr id="54" name="Ink 53">
                <a:extLst>
                  <a:ext uri="{FF2B5EF4-FFF2-40B4-BE49-F238E27FC236}">
                    <a16:creationId xmlns:a16="http://schemas.microsoft.com/office/drawing/2014/main" id="{3F75D71E-4CB7-10C0-6351-558DF6013BFE}"/>
                  </a:ext>
                </a:extLst>
              </p:cNvPr>
              <p:cNvPicPr/>
              <p:nvPr/>
            </p:nvPicPr>
            <p:blipFill>
              <a:blip r:embed="rId58"/>
              <a:stretch>
                <a:fillRect/>
              </a:stretch>
            </p:blipFill>
            <p:spPr>
              <a:xfrm>
                <a:off x="3117255" y="969084"/>
                <a:ext cx="442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55" name="Ink 54">
                <a:extLst>
                  <a:ext uri="{FF2B5EF4-FFF2-40B4-BE49-F238E27FC236}">
                    <a16:creationId xmlns:a16="http://schemas.microsoft.com/office/drawing/2014/main" id="{8BF19BD5-0816-5515-4722-22C73435637E}"/>
                  </a:ext>
                </a:extLst>
              </p14:cNvPr>
              <p14:cNvContentPartPr/>
              <p14:nvPr/>
            </p14:nvContentPartPr>
            <p14:xfrm>
              <a:off x="3260895" y="819324"/>
              <a:ext cx="39960" cy="178560"/>
            </p14:xfrm>
          </p:contentPart>
        </mc:Choice>
        <mc:Fallback>
          <p:pic>
            <p:nvPicPr>
              <p:cNvPr id="55" name="Ink 54">
                <a:extLst>
                  <a:ext uri="{FF2B5EF4-FFF2-40B4-BE49-F238E27FC236}">
                    <a16:creationId xmlns:a16="http://schemas.microsoft.com/office/drawing/2014/main" id="{8BF19BD5-0816-5515-4722-22C73435637E}"/>
                  </a:ext>
                </a:extLst>
              </p:cNvPr>
              <p:cNvPicPr/>
              <p:nvPr/>
            </p:nvPicPr>
            <p:blipFill>
              <a:blip r:embed="rId60"/>
              <a:stretch>
                <a:fillRect/>
              </a:stretch>
            </p:blipFill>
            <p:spPr>
              <a:xfrm>
                <a:off x="3254775" y="813204"/>
                <a:ext cx="522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6" name="Ink 55">
                <a:extLst>
                  <a:ext uri="{FF2B5EF4-FFF2-40B4-BE49-F238E27FC236}">
                    <a16:creationId xmlns:a16="http://schemas.microsoft.com/office/drawing/2014/main" id="{19CDE226-A799-29DF-96BD-28DBB8533907}"/>
                  </a:ext>
                </a:extLst>
              </p14:cNvPr>
              <p14:cNvContentPartPr/>
              <p14:nvPr/>
            </p14:nvContentPartPr>
            <p14:xfrm>
              <a:off x="3224535" y="921204"/>
              <a:ext cx="105480" cy="22680"/>
            </p14:xfrm>
          </p:contentPart>
        </mc:Choice>
        <mc:Fallback>
          <p:pic>
            <p:nvPicPr>
              <p:cNvPr id="56" name="Ink 55">
                <a:extLst>
                  <a:ext uri="{FF2B5EF4-FFF2-40B4-BE49-F238E27FC236}">
                    <a16:creationId xmlns:a16="http://schemas.microsoft.com/office/drawing/2014/main" id="{19CDE226-A799-29DF-96BD-28DBB8533907}"/>
                  </a:ext>
                </a:extLst>
              </p:cNvPr>
              <p:cNvPicPr/>
              <p:nvPr/>
            </p:nvPicPr>
            <p:blipFill>
              <a:blip r:embed="rId62"/>
              <a:stretch>
                <a:fillRect/>
              </a:stretch>
            </p:blipFill>
            <p:spPr>
              <a:xfrm>
                <a:off x="3218415" y="915084"/>
                <a:ext cx="11772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7" name="Ink 56">
                <a:extLst>
                  <a:ext uri="{FF2B5EF4-FFF2-40B4-BE49-F238E27FC236}">
                    <a16:creationId xmlns:a16="http://schemas.microsoft.com/office/drawing/2014/main" id="{7F17CF46-9C70-2EFE-78EB-665817AE83F7}"/>
                  </a:ext>
                </a:extLst>
              </p14:cNvPr>
              <p14:cNvContentPartPr/>
              <p14:nvPr/>
            </p14:nvContentPartPr>
            <p14:xfrm>
              <a:off x="3400935" y="955764"/>
              <a:ext cx="34200" cy="81000"/>
            </p14:xfrm>
          </p:contentPart>
        </mc:Choice>
        <mc:Fallback>
          <p:pic>
            <p:nvPicPr>
              <p:cNvPr id="57" name="Ink 56">
                <a:extLst>
                  <a:ext uri="{FF2B5EF4-FFF2-40B4-BE49-F238E27FC236}">
                    <a16:creationId xmlns:a16="http://schemas.microsoft.com/office/drawing/2014/main" id="{7F17CF46-9C70-2EFE-78EB-665817AE83F7}"/>
                  </a:ext>
                </a:extLst>
              </p:cNvPr>
              <p:cNvPicPr/>
              <p:nvPr/>
            </p:nvPicPr>
            <p:blipFill>
              <a:blip r:embed="rId64"/>
              <a:stretch>
                <a:fillRect/>
              </a:stretch>
            </p:blipFill>
            <p:spPr>
              <a:xfrm>
                <a:off x="3394815" y="949644"/>
                <a:ext cx="4644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58" name="Ink 57">
                <a:extLst>
                  <a:ext uri="{FF2B5EF4-FFF2-40B4-BE49-F238E27FC236}">
                    <a16:creationId xmlns:a16="http://schemas.microsoft.com/office/drawing/2014/main" id="{977F994D-522A-7BCF-D73B-473AED925AB0}"/>
                  </a:ext>
                </a:extLst>
              </p14:cNvPr>
              <p14:cNvContentPartPr/>
              <p14:nvPr/>
            </p14:nvContentPartPr>
            <p14:xfrm>
              <a:off x="3500655" y="807084"/>
              <a:ext cx="93960" cy="192960"/>
            </p14:xfrm>
          </p:contentPart>
        </mc:Choice>
        <mc:Fallback>
          <p:pic>
            <p:nvPicPr>
              <p:cNvPr id="58" name="Ink 57">
                <a:extLst>
                  <a:ext uri="{FF2B5EF4-FFF2-40B4-BE49-F238E27FC236}">
                    <a16:creationId xmlns:a16="http://schemas.microsoft.com/office/drawing/2014/main" id="{977F994D-522A-7BCF-D73B-473AED925AB0}"/>
                  </a:ext>
                </a:extLst>
              </p:cNvPr>
              <p:cNvPicPr/>
              <p:nvPr/>
            </p:nvPicPr>
            <p:blipFill>
              <a:blip r:embed="rId66"/>
              <a:stretch>
                <a:fillRect/>
              </a:stretch>
            </p:blipFill>
            <p:spPr>
              <a:xfrm>
                <a:off x="3494535" y="800964"/>
                <a:ext cx="1062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9" name="Ink 58">
                <a:extLst>
                  <a:ext uri="{FF2B5EF4-FFF2-40B4-BE49-F238E27FC236}">
                    <a16:creationId xmlns:a16="http://schemas.microsoft.com/office/drawing/2014/main" id="{5A7033B5-0670-6FAF-5179-8790C78A38A5}"/>
                  </a:ext>
                </a:extLst>
              </p14:cNvPr>
              <p14:cNvContentPartPr/>
              <p14:nvPr/>
            </p14:nvContentPartPr>
            <p14:xfrm>
              <a:off x="3692175" y="814284"/>
              <a:ext cx="89280" cy="186120"/>
            </p14:xfrm>
          </p:contentPart>
        </mc:Choice>
        <mc:Fallback>
          <p:pic>
            <p:nvPicPr>
              <p:cNvPr id="59" name="Ink 58">
                <a:extLst>
                  <a:ext uri="{FF2B5EF4-FFF2-40B4-BE49-F238E27FC236}">
                    <a16:creationId xmlns:a16="http://schemas.microsoft.com/office/drawing/2014/main" id="{5A7033B5-0670-6FAF-5179-8790C78A38A5}"/>
                  </a:ext>
                </a:extLst>
              </p:cNvPr>
              <p:cNvPicPr/>
              <p:nvPr/>
            </p:nvPicPr>
            <p:blipFill>
              <a:blip r:embed="rId68"/>
              <a:stretch>
                <a:fillRect/>
              </a:stretch>
            </p:blipFill>
            <p:spPr>
              <a:xfrm>
                <a:off x="3686055" y="808164"/>
                <a:ext cx="101520" cy="198360"/>
              </a:xfrm>
              <a:prstGeom prst="rect">
                <a:avLst/>
              </a:prstGeom>
            </p:spPr>
          </p:pic>
        </mc:Fallback>
      </mc:AlternateContent>
      <p:grpSp>
        <p:nvGrpSpPr>
          <p:cNvPr id="75" name="Group 74">
            <a:extLst>
              <a:ext uri="{FF2B5EF4-FFF2-40B4-BE49-F238E27FC236}">
                <a16:creationId xmlns:a16="http://schemas.microsoft.com/office/drawing/2014/main" id="{0EF7E332-1C1B-6F18-5EDE-506B12C43677}"/>
              </a:ext>
            </a:extLst>
          </p:cNvPr>
          <p:cNvGrpSpPr/>
          <p:nvPr/>
        </p:nvGrpSpPr>
        <p:grpSpPr>
          <a:xfrm>
            <a:off x="3900255" y="794484"/>
            <a:ext cx="924480" cy="259200"/>
            <a:chOff x="3900255" y="794484"/>
            <a:chExt cx="924480" cy="259200"/>
          </a:xfrm>
        </p:grpSpPr>
        <mc:AlternateContent xmlns:mc="http://schemas.openxmlformats.org/markup-compatibility/2006">
          <mc:Choice xmlns:p14="http://schemas.microsoft.com/office/powerpoint/2010/main" Requires="p14">
            <p:contentPart p14:bwMode="auto" r:id="rId69">
              <p14:nvContentPartPr>
                <p14:cNvPr id="60" name="Ink 59">
                  <a:extLst>
                    <a:ext uri="{FF2B5EF4-FFF2-40B4-BE49-F238E27FC236}">
                      <a16:creationId xmlns:a16="http://schemas.microsoft.com/office/drawing/2014/main" id="{97222AA8-BD37-1441-33A9-199EF14DC0ED}"/>
                    </a:ext>
                  </a:extLst>
                </p14:cNvPr>
                <p14:cNvContentPartPr/>
                <p14:nvPr/>
              </p14:nvContentPartPr>
              <p14:xfrm>
                <a:off x="3900255" y="961524"/>
                <a:ext cx="27720" cy="77040"/>
              </p14:xfrm>
            </p:contentPart>
          </mc:Choice>
          <mc:Fallback>
            <p:pic>
              <p:nvPicPr>
                <p:cNvPr id="60" name="Ink 59">
                  <a:extLst>
                    <a:ext uri="{FF2B5EF4-FFF2-40B4-BE49-F238E27FC236}">
                      <a16:creationId xmlns:a16="http://schemas.microsoft.com/office/drawing/2014/main" id="{97222AA8-BD37-1441-33A9-199EF14DC0ED}"/>
                    </a:ext>
                  </a:extLst>
                </p:cNvPr>
                <p:cNvPicPr/>
                <p:nvPr/>
              </p:nvPicPr>
              <p:blipFill>
                <a:blip r:embed="rId70"/>
                <a:stretch>
                  <a:fillRect/>
                </a:stretch>
              </p:blipFill>
              <p:spPr>
                <a:xfrm>
                  <a:off x="3894135" y="955404"/>
                  <a:ext cx="3996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61" name="Ink 60">
                  <a:extLst>
                    <a:ext uri="{FF2B5EF4-FFF2-40B4-BE49-F238E27FC236}">
                      <a16:creationId xmlns:a16="http://schemas.microsoft.com/office/drawing/2014/main" id="{4B7F1653-3758-75B1-31EF-AD2FFA224ADC}"/>
                    </a:ext>
                  </a:extLst>
                </p14:cNvPr>
                <p14:cNvContentPartPr/>
                <p14:nvPr/>
              </p14:nvContentPartPr>
              <p14:xfrm>
                <a:off x="4023015" y="794484"/>
                <a:ext cx="16560" cy="197640"/>
              </p14:xfrm>
            </p:contentPart>
          </mc:Choice>
          <mc:Fallback>
            <p:pic>
              <p:nvPicPr>
                <p:cNvPr id="61" name="Ink 60">
                  <a:extLst>
                    <a:ext uri="{FF2B5EF4-FFF2-40B4-BE49-F238E27FC236}">
                      <a16:creationId xmlns:a16="http://schemas.microsoft.com/office/drawing/2014/main" id="{4B7F1653-3758-75B1-31EF-AD2FFA224ADC}"/>
                    </a:ext>
                  </a:extLst>
                </p:cNvPr>
                <p:cNvPicPr/>
                <p:nvPr/>
              </p:nvPicPr>
              <p:blipFill>
                <a:blip r:embed="rId72"/>
                <a:stretch>
                  <a:fillRect/>
                </a:stretch>
              </p:blipFill>
              <p:spPr>
                <a:xfrm>
                  <a:off x="4016895" y="788364"/>
                  <a:ext cx="2880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2" name="Ink 61">
                  <a:extLst>
                    <a:ext uri="{FF2B5EF4-FFF2-40B4-BE49-F238E27FC236}">
                      <a16:creationId xmlns:a16="http://schemas.microsoft.com/office/drawing/2014/main" id="{ABCC4FC6-6489-0DAC-B9A1-ED064B168195}"/>
                    </a:ext>
                  </a:extLst>
                </p14:cNvPr>
                <p14:cNvContentPartPr/>
                <p14:nvPr/>
              </p14:nvContentPartPr>
              <p14:xfrm>
                <a:off x="4100055" y="803844"/>
                <a:ext cx="21960" cy="196560"/>
              </p14:xfrm>
            </p:contentPart>
          </mc:Choice>
          <mc:Fallback>
            <p:pic>
              <p:nvPicPr>
                <p:cNvPr id="62" name="Ink 61">
                  <a:extLst>
                    <a:ext uri="{FF2B5EF4-FFF2-40B4-BE49-F238E27FC236}">
                      <a16:creationId xmlns:a16="http://schemas.microsoft.com/office/drawing/2014/main" id="{ABCC4FC6-6489-0DAC-B9A1-ED064B168195}"/>
                    </a:ext>
                  </a:extLst>
                </p:cNvPr>
                <p:cNvPicPr/>
                <p:nvPr/>
              </p:nvPicPr>
              <p:blipFill>
                <a:blip r:embed="rId74"/>
                <a:stretch>
                  <a:fillRect/>
                </a:stretch>
              </p:blipFill>
              <p:spPr>
                <a:xfrm>
                  <a:off x="4093935" y="797724"/>
                  <a:ext cx="3420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3" name="Ink 62">
                  <a:extLst>
                    <a:ext uri="{FF2B5EF4-FFF2-40B4-BE49-F238E27FC236}">
                      <a16:creationId xmlns:a16="http://schemas.microsoft.com/office/drawing/2014/main" id="{4245116E-FBA0-250B-22A5-DA238F21EE39}"/>
                    </a:ext>
                  </a:extLst>
                </p14:cNvPr>
                <p14:cNvContentPartPr/>
                <p14:nvPr/>
              </p14:nvContentPartPr>
              <p14:xfrm>
                <a:off x="4215255" y="973044"/>
                <a:ext cx="51120" cy="72000"/>
              </p14:xfrm>
            </p:contentPart>
          </mc:Choice>
          <mc:Fallback>
            <p:pic>
              <p:nvPicPr>
                <p:cNvPr id="63" name="Ink 62">
                  <a:extLst>
                    <a:ext uri="{FF2B5EF4-FFF2-40B4-BE49-F238E27FC236}">
                      <a16:creationId xmlns:a16="http://schemas.microsoft.com/office/drawing/2014/main" id="{4245116E-FBA0-250B-22A5-DA238F21EE39}"/>
                    </a:ext>
                  </a:extLst>
                </p:cNvPr>
                <p:cNvPicPr/>
                <p:nvPr/>
              </p:nvPicPr>
              <p:blipFill>
                <a:blip r:embed="rId76"/>
                <a:stretch>
                  <a:fillRect/>
                </a:stretch>
              </p:blipFill>
              <p:spPr>
                <a:xfrm>
                  <a:off x="4209135" y="966924"/>
                  <a:ext cx="633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7" name="Ink 66">
                  <a:extLst>
                    <a:ext uri="{FF2B5EF4-FFF2-40B4-BE49-F238E27FC236}">
                      <a16:creationId xmlns:a16="http://schemas.microsoft.com/office/drawing/2014/main" id="{94BDD40F-4BD9-B068-A1B3-5E67D6710FBB}"/>
                    </a:ext>
                  </a:extLst>
                </p14:cNvPr>
                <p14:cNvContentPartPr/>
                <p14:nvPr/>
              </p14:nvContentPartPr>
              <p14:xfrm>
                <a:off x="4374015" y="800244"/>
                <a:ext cx="69840" cy="208800"/>
              </p14:xfrm>
            </p:contentPart>
          </mc:Choice>
          <mc:Fallback>
            <p:pic>
              <p:nvPicPr>
                <p:cNvPr id="67" name="Ink 66">
                  <a:extLst>
                    <a:ext uri="{FF2B5EF4-FFF2-40B4-BE49-F238E27FC236}">
                      <a16:creationId xmlns:a16="http://schemas.microsoft.com/office/drawing/2014/main" id="{94BDD40F-4BD9-B068-A1B3-5E67D6710FBB}"/>
                    </a:ext>
                  </a:extLst>
                </p:cNvPr>
                <p:cNvPicPr/>
                <p:nvPr/>
              </p:nvPicPr>
              <p:blipFill>
                <a:blip r:embed="rId78"/>
                <a:stretch>
                  <a:fillRect/>
                </a:stretch>
              </p:blipFill>
              <p:spPr>
                <a:xfrm>
                  <a:off x="4367895" y="794124"/>
                  <a:ext cx="8208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8" name="Ink 67">
                  <a:extLst>
                    <a:ext uri="{FF2B5EF4-FFF2-40B4-BE49-F238E27FC236}">
                      <a16:creationId xmlns:a16="http://schemas.microsoft.com/office/drawing/2014/main" id="{1D13A619-3C3D-D627-4223-2A4A912574E0}"/>
                    </a:ext>
                  </a:extLst>
                </p14:cNvPr>
                <p14:cNvContentPartPr/>
                <p14:nvPr/>
              </p14:nvContentPartPr>
              <p14:xfrm>
                <a:off x="4381935" y="817524"/>
                <a:ext cx="105480" cy="3960"/>
              </p14:xfrm>
            </p:contentPart>
          </mc:Choice>
          <mc:Fallback>
            <p:pic>
              <p:nvPicPr>
                <p:cNvPr id="68" name="Ink 67">
                  <a:extLst>
                    <a:ext uri="{FF2B5EF4-FFF2-40B4-BE49-F238E27FC236}">
                      <a16:creationId xmlns:a16="http://schemas.microsoft.com/office/drawing/2014/main" id="{1D13A619-3C3D-D627-4223-2A4A912574E0}"/>
                    </a:ext>
                  </a:extLst>
                </p:cNvPr>
                <p:cNvPicPr/>
                <p:nvPr/>
              </p:nvPicPr>
              <p:blipFill>
                <a:blip r:embed="rId80"/>
                <a:stretch>
                  <a:fillRect/>
                </a:stretch>
              </p:blipFill>
              <p:spPr>
                <a:xfrm>
                  <a:off x="4375815" y="811404"/>
                  <a:ext cx="117720" cy="162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69" name="Ink 68">
                  <a:extLst>
                    <a:ext uri="{FF2B5EF4-FFF2-40B4-BE49-F238E27FC236}">
                      <a16:creationId xmlns:a16="http://schemas.microsoft.com/office/drawing/2014/main" id="{F0AB1B51-53F2-47AF-55E9-830811C94C5C}"/>
                    </a:ext>
                  </a:extLst>
                </p14:cNvPr>
                <p14:cNvContentPartPr/>
                <p14:nvPr/>
              </p14:nvContentPartPr>
              <p14:xfrm>
                <a:off x="4554015" y="1011204"/>
                <a:ext cx="9720" cy="42480"/>
              </p14:xfrm>
            </p:contentPart>
          </mc:Choice>
          <mc:Fallback>
            <p:pic>
              <p:nvPicPr>
                <p:cNvPr id="69" name="Ink 68">
                  <a:extLst>
                    <a:ext uri="{FF2B5EF4-FFF2-40B4-BE49-F238E27FC236}">
                      <a16:creationId xmlns:a16="http://schemas.microsoft.com/office/drawing/2014/main" id="{F0AB1B51-53F2-47AF-55E9-830811C94C5C}"/>
                    </a:ext>
                  </a:extLst>
                </p:cNvPr>
                <p:cNvPicPr/>
                <p:nvPr/>
              </p:nvPicPr>
              <p:blipFill>
                <a:blip r:embed="rId82"/>
                <a:stretch>
                  <a:fillRect/>
                </a:stretch>
              </p:blipFill>
              <p:spPr>
                <a:xfrm>
                  <a:off x="4547895" y="1005084"/>
                  <a:ext cx="2196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70" name="Ink 69">
                  <a:extLst>
                    <a:ext uri="{FF2B5EF4-FFF2-40B4-BE49-F238E27FC236}">
                      <a16:creationId xmlns:a16="http://schemas.microsoft.com/office/drawing/2014/main" id="{21562816-8508-0A14-0FB2-1DCFC02F3E46}"/>
                    </a:ext>
                  </a:extLst>
                </p14:cNvPr>
                <p14:cNvContentPartPr/>
                <p14:nvPr/>
              </p14:nvContentPartPr>
              <p14:xfrm>
                <a:off x="4645815" y="874044"/>
                <a:ext cx="24480" cy="144000"/>
              </p14:xfrm>
            </p:contentPart>
          </mc:Choice>
          <mc:Fallback>
            <p:pic>
              <p:nvPicPr>
                <p:cNvPr id="70" name="Ink 69">
                  <a:extLst>
                    <a:ext uri="{FF2B5EF4-FFF2-40B4-BE49-F238E27FC236}">
                      <a16:creationId xmlns:a16="http://schemas.microsoft.com/office/drawing/2014/main" id="{21562816-8508-0A14-0FB2-1DCFC02F3E46}"/>
                    </a:ext>
                  </a:extLst>
                </p:cNvPr>
                <p:cNvPicPr/>
                <p:nvPr/>
              </p:nvPicPr>
              <p:blipFill>
                <a:blip r:embed="rId84"/>
                <a:stretch>
                  <a:fillRect/>
                </a:stretch>
              </p:blipFill>
              <p:spPr>
                <a:xfrm>
                  <a:off x="4639695" y="867924"/>
                  <a:ext cx="367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71" name="Ink 70">
                  <a:extLst>
                    <a:ext uri="{FF2B5EF4-FFF2-40B4-BE49-F238E27FC236}">
                      <a16:creationId xmlns:a16="http://schemas.microsoft.com/office/drawing/2014/main" id="{C7D42C1A-EE23-588A-0C5D-D61D6E1E00A2}"/>
                    </a:ext>
                  </a:extLst>
                </p14:cNvPr>
                <p14:cNvContentPartPr/>
                <p14:nvPr/>
              </p14:nvContentPartPr>
              <p14:xfrm>
                <a:off x="4746255" y="812124"/>
                <a:ext cx="78480" cy="213120"/>
              </p14:xfrm>
            </p:contentPart>
          </mc:Choice>
          <mc:Fallback>
            <p:pic>
              <p:nvPicPr>
                <p:cNvPr id="71" name="Ink 70">
                  <a:extLst>
                    <a:ext uri="{FF2B5EF4-FFF2-40B4-BE49-F238E27FC236}">
                      <a16:creationId xmlns:a16="http://schemas.microsoft.com/office/drawing/2014/main" id="{C7D42C1A-EE23-588A-0C5D-D61D6E1E00A2}"/>
                    </a:ext>
                  </a:extLst>
                </p:cNvPr>
                <p:cNvPicPr/>
                <p:nvPr/>
              </p:nvPicPr>
              <p:blipFill>
                <a:blip r:embed="rId86"/>
                <a:stretch>
                  <a:fillRect/>
                </a:stretch>
              </p:blipFill>
              <p:spPr>
                <a:xfrm>
                  <a:off x="4740135" y="806004"/>
                  <a:ext cx="907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73" name="Ink 72">
                  <a:extLst>
                    <a:ext uri="{FF2B5EF4-FFF2-40B4-BE49-F238E27FC236}">
                      <a16:creationId xmlns:a16="http://schemas.microsoft.com/office/drawing/2014/main" id="{83888469-A979-3A07-6492-D822E97975AE}"/>
                    </a:ext>
                  </a:extLst>
                </p14:cNvPr>
                <p14:cNvContentPartPr/>
                <p14:nvPr/>
              </p14:nvContentPartPr>
              <p14:xfrm>
                <a:off x="4616655" y="796284"/>
                <a:ext cx="66960" cy="183960"/>
              </p14:xfrm>
            </p:contentPart>
          </mc:Choice>
          <mc:Fallback>
            <p:pic>
              <p:nvPicPr>
                <p:cNvPr id="73" name="Ink 72">
                  <a:extLst>
                    <a:ext uri="{FF2B5EF4-FFF2-40B4-BE49-F238E27FC236}">
                      <a16:creationId xmlns:a16="http://schemas.microsoft.com/office/drawing/2014/main" id="{83888469-A979-3A07-6492-D822E97975AE}"/>
                    </a:ext>
                  </a:extLst>
                </p:cNvPr>
                <p:cNvPicPr/>
                <p:nvPr/>
              </p:nvPicPr>
              <p:blipFill>
                <a:blip r:embed="rId88"/>
                <a:stretch>
                  <a:fillRect/>
                </a:stretch>
              </p:blipFill>
              <p:spPr>
                <a:xfrm>
                  <a:off x="4610535" y="790164"/>
                  <a:ext cx="7920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74" name="Ink 73">
                  <a:extLst>
                    <a:ext uri="{FF2B5EF4-FFF2-40B4-BE49-F238E27FC236}">
                      <a16:creationId xmlns:a16="http://schemas.microsoft.com/office/drawing/2014/main" id="{ED825702-7555-D38D-1431-DA38BA5E018C}"/>
                    </a:ext>
                  </a:extLst>
                </p14:cNvPr>
                <p14:cNvContentPartPr/>
                <p14:nvPr/>
              </p14:nvContentPartPr>
              <p14:xfrm>
                <a:off x="4618455" y="800244"/>
                <a:ext cx="42120" cy="217800"/>
              </p14:xfrm>
            </p:contentPart>
          </mc:Choice>
          <mc:Fallback>
            <p:pic>
              <p:nvPicPr>
                <p:cNvPr id="74" name="Ink 73">
                  <a:extLst>
                    <a:ext uri="{FF2B5EF4-FFF2-40B4-BE49-F238E27FC236}">
                      <a16:creationId xmlns:a16="http://schemas.microsoft.com/office/drawing/2014/main" id="{ED825702-7555-D38D-1431-DA38BA5E018C}"/>
                    </a:ext>
                  </a:extLst>
                </p:cNvPr>
                <p:cNvPicPr/>
                <p:nvPr/>
              </p:nvPicPr>
              <p:blipFill>
                <a:blip r:embed="rId90"/>
                <a:stretch>
                  <a:fillRect/>
                </a:stretch>
              </p:blipFill>
              <p:spPr>
                <a:xfrm>
                  <a:off x="4612335" y="794124"/>
                  <a:ext cx="54360" cy="230040"/>
                </a:xfrm>
                <a:prstGeom prst="rect">
                  <a:avLst/>
                </a:prstGeom>
              </p:spPr>
            </p:pic>
          </mc:Fallback>
        </mc:AlternateContent>
      </p:grpSp>
      <p:grpSp>
        <p:nvGrpSpPr>
          <p:cNvPr id="84" name="Group 83">
            <a:extLst>
              <a:ext uri="{FF2B5EF4-FFF2-40B4-BE49-F238E27FC236}">
                <a16:creationId xmlns:a16="http://schemas.microsoft.com/office/drawing/2014/main" id="{2C318979-3527-FF64-5ACE-064695772C24}"/>
              </a:ext>
            </a:extLst>
          </p:cNvPr>
          <p:cNvGrpSpPr/>
          <p:nvPr/>
        </p:nvGrpSpPr>
        <p:grpSpPr>
          <a:xfrm>
            <a:off x="4932735" y="777924"/>
            <a:ext cx="540720" cy="357840"/>
            <a:chOff x="4932735" y="777924"/>
            <a:chExt cx="540720" cy="357840"/>
          </a:xfrm>
        </p:grpSpPr>
        <mc:AlternateContent xmlns:mc="http://schemas.openxmlformats.org/markup-compatibility/2006">
          <mc:Choice xmlns:p14="http://schemas.microsoft.com/office/powerpoint/2010/main" Requires="p14">
            <p:contentPart p14:bwMode="auto" r:id="rId91">
              <p14:nvContentPartPr>
                <p14:cNvPr id="76" name="Ink 75">
                  <a:extLst>
                    <a:ext uri="{FF2B5EF4-FFF2-40B4-BE49-F238E27FC236}">
                      <a16:creationId xmlns:a16="http://schemas.microsoft.com/office/drawing/2014/main" id="{C8E81E71-79EB-FD29-6EB3-3DDF99E9088F}"/>
                    </a:ext>
                  </a:extLst>
                </p14:cNvPr>
                <p14:cNvContentPartPr/>
                <p14:nvPr/>
              </p14:nvContentPartPr>
              <p14:xfrm>
                <a:off x="4932735" y="987804"/>
                <a:ext cx="37080" cy="147960"/>
              </p14:xfrm>
            </p:contentPart>
          </mc:Choice>
          <mc:Fallback>
            <p:pic>
              <p:nvPicPr>
                <p:cNvPr id="76" name="Ink 75">
                  <a:extLst>
                    <a:ext uri="{FF2B5EF4-FFF2-40B4-BE49-F238E27FC236}">
                      <a16:creationId xmlns:a16="http://schemas.microsoft.com/office/drawing/2014/main" id="{C8E81E71-79EB-FD29-6EB3-3DDF99E9088F}"/>
                    </a:ext>
                  </a:extLst>
                </p:cNvPr>
                <p:cNvPicPr/>
                <p:nvPr/>
              </p:nvPicPr>
              <p:blipFill>
                <a:blip r:embed="rId92"/>
                <a:stretch>
                  <a:fillRect/>
                </a:stretch>
              </p:blipFill>
              <p:spPr>
                <a:xfrm>
                  <a:off x="4926615" y="981684"/>
                  <a:ext cx="4932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77" name="Ink 76">
                  <a:extLst>
                    <a:ext uri="{FF2B5EF4-FFF2-40B4-BE49-F238E27FC236}">
                      <a16:creationId xmlns:a16="http://schemas.microsoft.com/office/drawing/2014/main" id="{33C69CD6-9D9F-2C25-923D-B505DC19D79F}"/>
                    </a:ext>
                  </a:extLst>
                </p14:cNvPr>
                <p14:cNvContentPartPr/>
                <p14:nvPr/>
              </p14:nvContentPartPr>
              <p14:xfrm>
                <a:off x="5050815" y="809604"/>
                <a:ext cx="90720" cy="192240"/>
              </p14:xfrm>
            </p:contentPart>
          </mc:Choice>
          <mc:Fallback>
            <p:pic>
              <p:nvPicPr>
                <p:cNvPr id="77" name="Ink 76">
                  <a:extLst>
                    <a:ext uri="{FF2B5EF4-FFF2-40B4-BE49-F238E27FC236}">
                      <a16:creationId xmlns:a16="http://schemas.microsoft.com/office/drawing/2014/main" id="{33C69CD6-9D9F-2C25-923D-B505DC19D79F}"/>
                    </a:ext>
                  </a:extLst>
                </p:cNvPr>
                <p:cNvPicPr/>
                <p:nvPr/>
              </p:nvPicPr>
              <p:blipFill>
                <a:blip r:embed="rId94"/>
                <a:stretch>
                  <a:fillRect/>
                </a:stretch>
              </p:blipFill>
              <p:spPr>
                <a:xfrm>
                  <a:off x="5044695" y="803484"/>
                  <a:ext cx="10296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8" name="Ink 77">
                  <a:extLst>
                    <a:ext uri="{FF2B5EF4-FFF2-40B4-BE49-F238E27FC236}">
                      <a16:creationId xmlns:a16="http://schemas.microsoft.com/office/drawing/2014/main" id="{5D1C72A7-E338-C83A-BB89-37F2030B5110}"/>
                    </a:ext>
                  </a:extLst>
                </p14:cNvPr>
                <p14:cNvContentPartPr/>
                <p14:nvPr/>
              </p14:nvContentPartPr>
              <p14:xfrm>
                <a:off x="5201655" y="827604"/>
                <a:ext cx="65520" cy="193680"/>
              </p14:xfrm>
            </p:contentPart>
          </mc:Choice>
          <mc:Fallback>
            <p:pic>
              <p:nvPicPr>
                <p:cNvPr id="78" name="Ink 77">
                  <a:extLst>
                    <a:ext uri="{FF2B5EF4-FFF2-40B4-BE49-F238E27FC236}">
                      <a16:creationId xmlns:a16="http://schemas.microsoft.com/office/drawing/2014/main" id="{5D1C72A7-E338-C83A-BB89-37F2030B5110}"/>
                    </a:ext>
                  </a:extLst>
                </p:cNvPr>
                <p:cNvPicPr/>
                <p:nvPr/>
              </p:nvPicPr>
              <p:blipFill>
                <a:blip r:embed="rId96"/>
                <a:stretch>
                  <a:fillRect/>
                </a:stretch>
              </p:blipFill>
              <p:spPr>
                <a:xfrm>
                  <a:off x="5195535" y="821484"/>
                  <a:ext cx="777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79" name="Ink 78">
                  <a:extLst>
                    <a:ext uri="{FF2B5EF4-FFF2-40B4-BE49-F238E27FC236}">
                      <a16:creationId xmlns:a16="http://schemas.microsoft.com/office/drawing/2014/main" id="{FF904FBE-20A3-07FF-16BA-C6279A80EE99}"/>
                    </a:ext>
                  </a:extLst>
                </p14:cNvPr>
                <p14:cNvContentPartPr/>
                <p14:nvPr/>
              </p14:nvContentPartPr>
              <p14:xfrm>
                <a:off x="5215695" y="840564"/>
                <a:ext cx="149760" cy="6120"/>
              </p14:xfrm>
            </p:contentPart>
          </mc:Choice>
          <mc:Fallback>
            <p:pic>
              <p:nvPicPr>
                <p:cNvPr id="79" name="Ink 78">
                  <a:extLst>
                    <a:ext uri="{FF2B5EF4-FFF2-40B4-BE49-F238E27FC236}">
                      <a16:creationId xmlns:a16="http://schemas.microsoft.com/office/drawing/2014/main" id="{FF904FBE-20A3-07FF-16BA-C6279A80EE99}"/>
                    </a:ext>
                  </a:extLst>
                </p:cNvPr>
                <p:cNvPicPr/>
                <p:nvPr/>
              </p:nvPicPr>
              <p:blipFill>
                <a:blip r:embed="rId98"/>
                <a:stretch>
                  <a:fillRect/>
                </a:stretch>
              </p:blipFill>
              <p:spPr>
                <a:xfrm>
                  <a:off x="5209575" y="834444"/>
                  <a:ext cx="162000" cy="183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83" name="Ink 82">
                  <a:extLst>
                    <a:ext uri="{FF2B5EF4-FFF2-40B4-BE49-F238E27FC236}">
                      <a16:creationId xmlns:a16="http://schemas.microsoft.com/office/drawing/2014/main" id="{C043266F-3F3B-EECF-D082-F4A72313638A}"/>
                    </a:ext>
                  </a:extLst>
                </p14:cNvPr>
                <p14:cNvContentPartPr/>
                <p14:nvPr/>
              </p14:nvContentPartPr>
              <p14:xfrm>
                <a:off x="5356455" y="777924"/>
                <a:ext cx="117000" cy="343440"/>
              </p14:xfrm>
            </p:contentPart>
          </mc:Choice>
          <mc:Fallback>
            <p:pic>
              <p:nvPicPr>
                <p:cNvPr id="83" name="Ink 82">
                  <a:extLst>
                    <a:ext uri="{FF2B5EF4-FFF2-40B4-BE49-F238E27FC236}">
                      <a16:creationId xmlns:a16="http://schemas.microsoft.com/office/drawing/2014/main" id="{C043266F-3F3B-EECF-D082-F4A72313638A}"/>
                    </a:ext>
                  </a:extLst>
                </p:cNvPr>
                <p:cNvPicPr/>
                <p:nvPr/>
              </p:nvPicPr>
              <p:blipFill>
                <a:blip r:embed="rId100"/>
                <a:stretch>
                  <a:fillRect/>
                </a:stretch>
              </p:blipFill>
              <p:spPr>
                <a:xfrm>
                  <a:off x="5350335" y="771804"/>
                  <a:ext cx="129240" cy="355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1">
            <p14:nvContentPartPr>
              <p14:cNvPr id="85" name="Ink 84">
                <a:extLst>
                  <a:ext uri="{FF2B5EF4-FFF2-40B4-BE49-F238E27FC236}">
                    <a16:creationId xmlns:a16="http://schemas.microsoft.com/office/drawing/2014/main" id="{4BB86934-73CA-67D8-5F1A-A6E466D3D56D}"/>
                  </a:ext>
                </a:extLst>
              </p14:cNvPr>
              <p14:cNvContentPartPr/>
              <p14:nvPr/>
            </p14:nvContentPartPr>
            <p14:xfrm>
              <a:off x="3225975" y="2203524"/>
              <a:ext cx="2880" cy="1800"/>
            </p14:xfrm>
          </p:contentPart>
        </mc:Choice>
        <mc:Fallback>
          <p:pic>
            <p:nvPicPr>
              <p:cNvPr id="85" name="Ink 84">
                <a:extLst>
                  <a:ext uri="{FF2B5EF4-FFF2-40B4-BE49-F238E27FC236}">
                    <a16:creationId xmlns:a16="http://schemas.microsoft.com/office/drawing/2014/main" id="{4BB86934-73CA-67D8-5F1A-A6E466D3D56D}"/>
                  </a:ext>
                </a:extLst>
              </p:cNvPr>
              <p:cNvPicPr/>
              <p:nvPr/>
            </p:nvPicPr>
            <p:blipFill>
              <a:blip r:embed="rId102"/>
              <a:stretch>
                <a:fillRect/>
              </a:stretch>
            </p:blipFill>
            <p:spPr>
              <a:xfrm>
                <a:off x="3208335" y="2185524"/>
                <a:ext cx="385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95" name="Ink 94">
                <a:extLst>
                  <a:ext uri="{FF2B5EF4-FFF2-40B4-BE49-F238E27FC236}">
                    <a16:creationId xmlns:a16="http://schemas.microsoft.com/office/drawing/2014/main" id="{F52B595E-8603-600C-601D-55F69C2CEEE5}"/>
                  </a:ext>
                </a:extLst>
              </p14:cNvPr>
              <p14:cNvContentPartPr/>
              <p14:nvPr/>
            </p14:nvContentPartPr>
            <p14:xfrm>
              <a:off x="2205735" y="1869804"/>
              <a:ext cx="720" cy="360"/>
            </p14:xfrm>
          </p:contentPart>
        </mc:Choice>
        <mc:Fallback>
          <p:pic>
            <p:nvPicPr>
              <p:cNvPr id="95" name="Ink 94">
                <a:extLst>
                  <a:ext uri="{FF2B5EF4-FFF2-40B4-BE49-F238E27FC236}">
                    <a16:creationId xmlns:a16="http://schemas.microsoft.com/office/drawing/2014/main" id="{F52B595E-8603-600C-601D-55F69C2CEEE5}"/>
                  </a:ext>
                </a:extLst>
              </p:cNvPr>
              <p:cNvPicPr/>
              <p:nvPr/>
            </p:nvPicPr>
            <p:blipFill>
              <a:blip r:embed="rId104"/>
              <a:stretch>
                <a:fillRect/>
              </a:stretch>
            </p:blipFill>
            <p:spPr>
              <a:xfrm>
                <a:off x="2187735" y="1852164"/>
                <a:ext cx="36360" cy="36000"/>
              </a:xfrm>
              <a:prstGeom prst="rect">
                <a:avLst/>
              </a:prstGeom>
            </p:spPr>
          </p:pic>
        </mc:Fallback>
      </mc:AlternateContent>
      <p:grpSp>
        <p:nvGrpSpPr>
          <p:cNvPr id="112" name="Group 111">
            <a:extLst>
              <a:ext uri="{FF2B5EF4-FFF2-40B4-BE49-F238E27FC236}">
                <a16:creationId xmlns:a16="http://schemas.microsoft.com/office/drawing/2014/main" id="{E14D7239-37FD-F48B-478B-F8EF734F5700}"/>
              </a:ext>
            </a:extLst>
          </p:cNvPr>
          <p:cNvGrpSpPr/>
          <p:nvPr/>
        </p:nvGrpSpPr>
        <p:grpSpPr>
          <a:xfrm>
            <a:off x="365415" y="1201644"/>
            <a:ext cx="687600" cy="319320"/>
            <a:chOff x="365415" y="1201644"/>
            <a:chExt cx="687600" cy="319320"/>
          </a:xfrm>
        </p:grpSpPr>
        <mc:AlternateContent xmlns:mc="http://schemas.openxmlformats.org/markup-compatibility/2006">
          <mc:Choice xmlns:p14="http://schemas.microsoft.com/office/powerpoint/2010/main" Requires="p14">
            <p:contentPart p14:bwMode="auto" r:id="rId105">
              <p14:nvContentPartPr>
                <p14:cNvPr id="105" name="Ink 104">
                  <a:extLst>
                    <a:ext uri="{FF2B5EF4-FFF2-40B4-BE49-F238E27FC236}">
                      <a16:creationId xmlns:a16="http://schemas.microsoft.com/office/drawing/2014/main" id="{0FB23C9B-A637-CAEA-B56C-21B7FA1984E3}"/>
                    </a:ext>
                  </a:extLst>
                </p14:cNvPr>
                <p14:cNvContentPartPr/>
                <p14:nvPr/>
              </p14:nvContentPartPr>
              <p14:xfrm>
                <a:off x="385935" y="1201644"/>
                <a:ext cx="128160" cy="221760"/>
              </p14:xfrm>
            </p:contentPart>
          </mc:Choice>
          <mc:Fallback>
            <p:pic>
              <p:nvPicPr>
                <p:cNvPr id="105" name="Ink 104">
                  <a:extLst>
                    <a:ext uri="{FF2B5EF4-FFF2-40B4-BE49-F238E27FC236}">
                      <a16:creationId xmlns:a16="http://schemas.microsoft.com/office/drawing/2014/main" id="{0FB23C9B-A637-CAEA-B56C-21B7FA1984E3}"/>
                    </a:ext>
                  </a:extLst>
                </p:cNvPr>
                <p:cNvPicPr/>
                <p:nvPr/>
              </p:nvPicPr>
              <p:blipFill>
                <a:blip r:embed="rId106"/>
                <a:stretch>
                  <a:fillRect/>
                </a:stretch>
              </p:blipFill>
              <p:spPr>
                <a:xfrm>
                  <a:off x="379815" y="1195524"/>
                  <a:ext cx="1404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06" name="Ink 105">
                  <a:extLst>
                    <a:ext uri="{FF2B5EF4-FFF2-40B4-BE49-F238E27FC236}">
                      <a16:creationId xmlns:a16="http://schemas.microsoft.com/office/drawing/2014/main" id="{990508FE-01B1-4AEF-5AC6-F9E8F29A3F71}"/>
                    </a:ext>
                  </a:extLst>
                </p14:cNvPr>
                <p14:cNvContentPartPr/>
                <p14:nvPr/>
              </p14:nvContentPartPr>
              <p14:xfrm>
                <a:off x="365415" y="1366524"/>
                <a:ext cx="122760" cy="23760"/>
              </p14:xfrm>
            </p:contentPart>
          </mc:Choice>
          <mc:Fallback>
            <p:pic>
              <p:nvPicPr>
                <p:cNvPr id="106" name="Ink 105">
                  <a:extLst>
                    <a:ext uri="{FF2B5EF4-FFF2-40B4-BE49-F238E27FC236}">
                      <a16:creationId xmlns:a16="http://schemas.microsoft.com/office/drawing/2014/main" id="{990508FE-01B1-4AEF-5AC6-F9E8F29A3F71}"/>
                    </a:ext>
                  </a:extLst>
                </p:cNvPr>
                <p:cNvPicPr/>
                <p:nvPr/>
              </p:nvPicPr>
              <p:blipFill>
                <a:blip r:embed="rId108"/>
                <a:stretch>
                  <a:fillRect/>
                </a:stretch>
              </p:blipFill>
              <p:spPr>
                <a:xfrm>
                  <a:off x="359295" y="1360404"/>
                  <a:ext cx="135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108" name="Ink 107">
                  <a:extLst>
                    <a:ext uri="{FF2B5EF4-FFF2-40B4-BE49-F238E27FC236}">
                      <a16:creationId xmlns:a16="http://schemas.microsoft.com/office/drawing/2014/main" id="{9674E951-DD91-B01A-E604-BA5E635A1807}"/>
                    </a:ext>
                  </a:extLst>
                </p14:cNvPr>
                <p14:cNvContentPartPr/>
                <p14:nvPr/>
              </p14:nvContentPartPr>
              <p14:xfrm>
                <a:off x="555495" y="1366524"/>
                <a:ext cx="143640" cy="136800"/>
              </p14:xfrm>
            </p:contentPart>
          </mc:Choice>
          <mc:Fallback>
            <p:pic>
              <p:nvPicPr>
                <p:cNvPr id="108" name="Ink 107">
                  <a:extLst>
                    <a:ext uri="{FF2B5EF4-FFF2-40B4-BE49-F238E27FC236}">
                      <a16:creationId xmlns:a16="http://schemas.microsoft.com/office/drawing/2014/main" id="{9674E951-DD91-B01A-E604-BA5E635A1807}"/>
                    </a:ext>
                  </a:extLst>
                </p:cNvPr>
                <p:cNvPicPr/>
                <p:nvPr/>
              </p:nvPicPr>
              <p:blipFill>
                <a:blip r:embed="rId110"/>
                <a:stretch>
                  <a:fillRect/>
                </a:stretch>
              </p:blipFill>
              <p:spPr>
                <a:xfrm>
                  <a:off x="549375" y="1360404"/>
                  <a:ext cx="1558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09" name="Ink 108">
                  <a:extLst>
                    <a:ext uri="{FF2B5EF4-FFF2-40B4-BE49-F238E27FC236}">
                      <a16:creationId xmlns:a16="http://schemas.microsoft.com/office/drawing/2014/main" id="{037C6CC6-8372-73CD-71A1-99C8301C1A10}"/>
                    </a:ext>
                  </a:extLst>
                </p14:cNvPr>
                <p14:cNvContentPartPr/>
                <p14:nvPr/>
              </p14:nvContentPartPr>
              <p14:xfrm>
                <a:off x="679695" y="1360404"/>
                <a:ext cx="119160" cy="160560"/>
              </p14:xfrm>
            </p:contentPart>
          </mc:Choice>
          <mc:Fallback>
            <p:pic>
              <p:nvPicPr>
                <p:cNvPr id="109" name="Ink 108">
                  <a:extLst>
                    <a:ext uri="{FF2B5EF4-FFF2-40B4-BE49-F238E27FC236}">
                      <a16:creationId xmlns:a16="http://schemas.microsoft.com/office/drawing/2014/main" id="{037C6CC6-8372-73CD-71A1-99C8301C1A10}"/>
                    </a:ext>
                  </a:extLst>
                </p:cNvPr>
                <p:cNvPicPr/>
                <p:nvPr/>
              </p:nvPicPr>
              <p:blipFill>
                <a:blip r:embed="rId112"/>
                <a:stretch>
                  <a:fillRect/>
                </a:stretch>
              </p:blipFill>
              <p:spPr>
                <a:xfrm>
                  <a:off x="673575" y="1354284"/>
                  <a:ext cx="1314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110" name="Ink 109">
                  <a:extLst>
                    <a:ext uri="{FF2B5EF4-FFF2-40B4-BE49-F238E27FC236}">
                      <a16:creationId xmlns:a16="http://schemas.microsoft.com/office/drawing/2014/main" id="{DF39662D-5355-9228-63A6-A5146742B14F}"/>
                    </a:ext>
                  </a:extLst>
                </p14:cNvPr>
                <p14:cNvContentPartPr/>
                <p14:nvPr/>
              </p14:nvContentPartPr>
              <p14:xfrm>
                <a:off x="906495" y="1345644"/>
                <a:ext cx="146520" cy="26280"/>
              </p14:xfrm>
            </p:contentPart>
          </mc:Choice>
          <mc:Fallback>
            <p:pic>
              <p:nvPicPr>
                <p:cNvPr id="110" name="Ink 109">
                  <a:extLst>
                    <a:ext uri="{FF2B5EF4-FFF2-40B4-BE49-F238E27FC236}">
                      <a16:creationId xmlns:a16="http://schemas.microsoft.com/office/drawing/2014/main" id="{DF39662D-5355-9228-63A6-A5146742B14F}"/>
                    </a:ext>
                  </a:extLst>
                </p:cNvPr>
                <p:cNvPicPr/>
                <p:nvPr/>
              </p:nvPicPr>
              <p:blipFill>
                <a:blip r:embed="rId114"/>
                <a:stretch>
                  <a:fillRect/>
                </a:stretch>
              </p:blipFill>
              <p:spPr>
                <a:xfrm>
                  <a:off x="900375" y="1339524"/>
                  <a:ext cx="15876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111" name="Ink 110">
                  <a:extLst>
                    <a:ext uri="{FF2B5EF4-FFF2-40B4-BE49-F238E27FC236}">
                      <a16:creationId xmlns:a16="http://schemas.microsoft.com/office/drawing/2014/main" id="{36B3EBE4-CC50-E527-FE23-65465F711B76}"/>
                    </a:ext>
                  </a:extLst>
                </p14:cNvPr>
                <p14:cNvContentPartPr/>
                <p14:nvPr/>
              </p14:nvContentPartPr>
              <p14:xfrm>
                <a:off x="905775" y="1423764"/>
                <a:ext cx="92160" cy="3960"/>
              </p14:xfrm>
            </p:contentPart>
          </mc:Choice>
          <mc:Fallback>
            <p:pic>
              <p:nvPicPr>
                <p:cNvPr id="111" name="Ink 110">
                  <a:extLst>
                    <a:ext uri="{FF2B5EF4-FFF2-40B4-BE49-F238E27FC236}">
                      <a16:creationId xmlns:a16="http://schemas.microsoft.com/office/drawing/2014/main" id="{36B3EBE4-CC50-E527-FE23-65465F711B76}"/>
                    </a:ext>
                  </a:extLst>
                </p:cNvPr>
                <p:cNvPicPr/>
                <p:nvPr/>
              </p:nvPicPr>
              <p:blipFill>
                <a:blip r:embed="rId116"/>
                <a:stretch>
                  <a:fillRect/>
                </a:stretch>
              </p:blipFill>
              <p:spPr>
                <a:xfrm>
                  <a:off x="899655" y="1417644"/>
                  <a:ext cx="104400" cy="16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7">
            <p14:nvContentPartPr>
              <p14:cNvPr id="113" name="Ink 112">
                <a:extLst>
                  <a:ext uri="{FF2B5EF4-FFF2-40B4-BE49-F238E27FC236}">
                    <a16:creationId xmlns:a16="http://schemas.microsoft.com/office/drawing/2014/main" id="{623C75C3-482F-9650-A42B-199106E60010}"/>
                  </a:ext>
                </a:extLst>
              </p14:cNvPr>
              <p14:cNvContentPartPr/>
              <p14:nvPr/>
            </p14:nvContentPartPr>
            <p14:xfrm>
              <a:off x="1280175" y="1163484"/>
              <a:ext cx="111600" cy="340920"/>
            </p14:xfrm>
          </p:contentPart>
        </mc:Choice>
        <mc:Fallback>
          <p:pic>
            <p:nvPicPr>
              <p:cNvPr id="113" name="Ink 112">
                <a:extLst>
                  <a:ext uri="{FF2B5EF4-FFF2-40B4-BE49-F238E27FC236}">
                    <a16:creationId xmlns:a16="http://schemas.microsoft.com/office/drawing/2014/main" id="{623C75C3-482F-9650-A42B-199106E60010}"/>
                  </a:ext>
                </a:extLst>
              </p:cNvPr>
              <p:cNvPicPr/>
              <p:nvPr/>
            </p:nvPicPr>
            <p:blipFill>
              <a:blip r:embed="rId118"/>
              <a:stretch>
                <a:fillRect/>
              </a:stretch>
            </p:blipFill>
            <p:spPr>
              <a:xfrm>
                <a:off x="1274055" y="1157364"/>
                <a:ext cx="12384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114" name="Ink 113">
                <a:extLst>
                  <a:ext uri="{FF2B5EF4-FFF2-40B4-BE49-F238E27FC236}">
                    <a16:creationId xmlns:a16="http://schemas.microsoft.com/office/drawing/2014/main" id="{EDB1EE59-7913-4550-0D07-349F9A940211}"/>
                  </a:ext>
                </a:extLst>
              </p14:cNvPr>
              <p14:cNvContentPartPr/>
              <p14:nvPr/>
            </p14:nvContentPartPr>
            <p14:xfrm>
              <a:off x="1505175" y="1247724"/>
              <a:ext cx="138240" cy="171720"/>
            </p14:xfrm>
          </p:contentPart>
        </mc:Choice>
        <mc:Fallback>
          <p:pic>
            <p:nvPicPr>
              <p:cNvPr id="114" name="Ink 113">
                <a:extLst>
                  <a:ext uri="{FF2B5EF4-FFF2-40B4-BE49-F238E27FC236}">
                    <a16:creationId xmlns:a16="http://schemas.microsoft.com/office/drawing/2014/main" id="{EDB1EE59-7913-4550-0D07-349F9A940211}"/>
                  </a:ext>
                </a:extLst>
              </p:cNvPr>
              <p:cNvPicPr/>
              <p:nvPr/>
            </p:nvPicPr>
            <p:blipFill>
              <a:blip r:embed="rId120"/>
              <a:stretch>
                <a:fillRect/>
              </a:stretch>
            </p:blipFill>
            <p:spPr>
              <a:xfrm>
                <a:off x="1499055" y="1241604"/>
                <a:ext cx="15048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115" name="Ink 114">
                <a:extLst>
                  <a:ext uri="{FF2B5EF4-FFF2-40B4-BE49-F238E27FC236}">
                    <a16:creationId xmlns:a16="http://schemas.microsoft.com/office/drawing/2014/main" id="{34FAD683-86E3-8A69-BA79-9F3DBA60A4F4}"/>
                  </a:ext>
                </a:extLst>
              </p14:cNvPr>
              <p14:cNvContentPartPr/>
              <p14:nvPr/>
            </p14:nvContentPartPr>
            <p14:xfrm>
              <a:off x="1674015" y="1363644"/>
              <a:ext cx="38520" cy="122040"/>
            </p14:xfrm>
          </p:contentPart>
        </mc:Choice>
        <mc:Fallback>
          <p:pic>
            <p:nvPicPr>
              <p:cNvPr id="115" name="Ink 114">
                <a:extLst>
                  <a:ext uri="{FF2B5EF4-FFF2-40B4-BE49-F238E27FC236}">
                    <a16:creationId xmlns:a16="http://schemas.microsoft.com/office/drawing/2014/main" id="{34FAD683-86E3-8A69-BA79-9F3DBA60A4F4}"/>
                  </a:ext>
                </a:extLst>
              </p:cNvPr>
              <p:cNvPicPr/>
              <p:nvPr/>
            </p:nvPicPr>
            <p:blipFill>
              <a:blip r:embed="rId122"/>
              <a:stretch>
                <a:fillRect/>
              </a:stretch>
            </p:blipFill>
            <p:spPr>
              <a:xfrm>
                <a:off x="1667895" y="1357524"/>
                <a:ext cx="5076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116" name="Ink 115">
                <a:extLst>
                  <a:ext uri="{FF2B5EF4-FFF2-40B4-BE49-F238E27FC236}">
                    <a16:creationId xmlns:a16="http://schemas.microsoft.com/office/drawing/2014/main" id="{06D7CF05-B027-9380-4D6B-48C4D06E465E}"/>
                  </a:ext>
                </a:extLst>
              </p14:cNvPr>
              <p14:cNvContentPartPr/>
              <p14:nvPr/>
            </p14:nvContentPartPr>
            <p14:xfrm>
              <a:off x="1862655" y="1265004"/>
              <a:ext cx="37800" cy="165960"/>
            </p14:xfrm>
          </p:contentPart>
        </mc:Choice>
        <mc:Fallback>
          <p:pic>
            <p:nvPicPr>
              <p:cNvPr id="116" name="Ink 115">
                <a:extLst>
                  <a:ext uri="{FF2B5EF4-FFF2-40B4-BE49-F238E27FC236}">
                    <a16:creationId xmlns:a16="http://schemas.microsoft.com/office/drawing/2014/main" id="{06D7CF05-B027-9380-4D6B-48C4D06E465E}"/>
                  </a:ext>
                </a:extLst>
              </p:cNvPr>
              <p:cNvPicPr/>
              <p:nvPr/>
            </p:nvPicPr>
            <p:blipFill>
              <a:blip r:embed="rId124"/>
              <a:stretch>
                <a:fillRect/>
              </a:stretch>
            </p:blipFill>
            <p:spPr>
              <a:xfrm>
                <a:off x="1856535" y="1258884"/>
                <a:ext cx="5004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117" name="Ink 116">
                <a:extLst>
                  <a:ext uri="{FF2B5EF4-FFF2-40B4-BE49-F238E27FC236}">
                    <a16:creationId xmlns:a16="http://schemas.microsoft.com/office/drawing/2014/main" id="{7A2CF6F2-A64B-13E9-DC4C-FA6A5F04A3E8}"/>
                  </a:ext>
                </a:extLst>
              </p14:cNvPr>
              <p14:cNvContentPartPr/>
              <p14:nvPr/>
            </p14:nvContentPartPr>
            <p14:xfrm>
              <a:off x="1936455" y="1415484"/>
              <a:ext cx="27360" cy="104400"/>
            </p14:xfrm>
          </p:contentPart>
        </mc:Choice>
        <mc:Fallback>
          <p:pic>
            <p:nvPicPr>
              <p:cNvPr id="117" name="Ink 116">
                <a:extLst>
                  <a:ext uri="{FF2B5EF4-FFF2-40B4-BE49-F238E27FC236}">
                    <a16:creationId xmlns:a16="http://schemas.microsoft.com/office/drawing/2014/main" id="{7A2CF6F2-A64B-13E9-DC4C-FA6A5F04A3E8}"/>
                  </a:ext>
                </a:extLst>
              </p:cNvPr>
              <p:cNvPicPr/>
              <p:nvPr/>
            </p:nvPicPr>
            <p:blipFill>
              <a:blip r:embed="rId126"/>
              <a:stretch>
                <a:fillRect/>
              </a:stretch>
            </p:blipFill>
            <p:spPr>
              <a:xfrm>
                <a:off x="1930335" y="1409364"/>
                <a:ext cx="3960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118" name="Ink 117">
                <a:extLst>
                  <a:ext uri="{FF2B5EF4-FFF2-40B4-BE49-F238E27FC236}">
                    <a16:creationId xmlns:a16="http://schemas.microsoft.com/office/drawing/2014/main" id="{A3E04C43-C670-3BAD-B083-8C45E96BFB82}"/>
                  </a:ext>
                </a:extLst>
              </p14:cNvPr>
              <p14:cNvContentPartPr/>
              <p14:nvPr/>
            </p14:nvContentPartPr>
            <p14:xfrm>
              <a:off x="2084055" y="1270404"/>
              <a:ext cx="93960" cy="180000"/>
            </p14:xfrm>
          </p:contentPart>
        </mc:Choice>
        <mc:Fallback>
          <p:pic>
            <p:nvPicPr>
              <p:cNvPr id="118" name="Ink 117">
                <a:extLst>
                  <a:ext uri="{FF2B5EF4-FFF2-40B4-BE49-F238E27FC236}">
                    <a16:creationId xmlns:a16="http://schemas.microsoft.com/office/drawing/2014/main" id="{A3E04C43-C670-3BAD-B083-8C45E96BFB82}"/>
                  </a:ext>
                </a:extLst>
              </p:cNvPr>
              <p:cNvPicPr/>
              <p:nvPr/>
            </p:nvPicPr>
            <p:blipFill>
              <a:blip r:embed="rId128"/>
              <a:stretch>
                <a:fillRect/>
              </a:stretch>
            </p:blipFill>
            <p:spPr>
              <a:xfrm>
                <a:off x="2077935" y="1264284"/>
                <a:ext cx="10620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119" name="Ink 118">
                <a:extLst>
                  <a:ext uri="{FF2B5EF4-FFF2-40B4-BE49-F238E27FC236}">
                    <a16:creationId xmlns:a16="http://schemas.microsoft.com/office/drawing/2014/main" id="{904C7197-AD0F-541A-5A73-CC35902161D7}"/>
                  </a:ext>
                </a:extLst>
              </p14:cNvPr>
              <p14:cNvContentPartPr/>
              <p14:nvPr/>
            </p14:nvContentPartPr>
            <p14:xfrm>
              <a:off x="2215455" y="1426284"/>
              <a:ext cx="54000" cy="97920"/>
            </p14:xfrm>
          </p:contentPart>
        </mc:Choice>
        <mc:Fallback>
          <p:pic>
            <p:nvPicPr>
              <p:cNvPr id="119" name="Ink 118">
                <a:extLst>
                  <a:ext uri="{FF2B5EF4-FFF2-40B4-BE49-F238E27FC236}">
                    <a16:creationId xmlns:a16="http://schemas.microsoft.com/office/drawing/2014/main" id="{904C7197-AD0F-541A-5A73-CC35902161D7}"/>
                  </a:ext>
                </a:extLst>
              </p:cNvPr>
              <p:cNvPicPr/>
              <p:nvPr/>
            </p:nvPicPr>
            <p:blipFill>
              <a:blip r:embed="rId130"/>
              <a:stretch>
                <a:fillRect/>
              </a:stretch>
            </p:blipFill>
            <p:spPr>
              <a:xfrm>
                <a:off x="2209335" y="1420164"/>
                <a:ext cx="6624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120" name="Ink 119">
                <a:extLst>
                  <a:ext uri="{FF2B5EF4-FFF2-40B4-BE49-F238E27FC236}">
                    <a16:creationId xmlns:a16="http://schemas.microsoft.com/office/drawing/2014/main" id="{DF5956D7-0DFC-0020-61C0-8D895F1FC274}"/>
                  </a:ext>
                </a:extLst>
              </p14:cNvPr>
              <p14:cNvContentPartPr/>
              <p14:nvPr/>
            </p14:nvContentPartPr>
            <p14:xfrm>
              <a:off x="2547015" y="1364724"/>
              <a:ext cx="8280" cy="13680"/>
            </p14:xfrm>
          </p:contentPart>
        </mc:Choice>
        <mc:Fallback>
          <p:pic>
            <p:nvPicPr>
              <p:cNvPr id="120" name="Ink 119">
                <a:extLst>
                  <a:ext uri="{FF2B5EF4-FFF2-40B4-BE49-F238E27FC236}">
                    <a16:creationId xmlns:a16="http://schemas.microsoft.com/office/drawing/2014/main" id="{DF5956D7-0DFC-0020-61C0-8D895F1FC274}"/>
                  </a:ext>
                </a:extLst>
              </p:cNvPr>
              <p:cNvPicPr/>
              <p:nvPr/>
            </p:nvPicPr>
            <p:blipFill>
              <a:blip r:embed="rId132"/>
              <a:stretch>
                <a:fillRect/>
              </a:stretch>
            </p:blipFill>
            <p:spPr>
              <a:xfrm>
                <a:off x="2540895" y="1358604"/>
                <a:ext cx="2052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121" name="Ink 120">
                <a:extLst>
                  <a:ext uri="{FF2B5EF4-FFF2-40B4-BE49-F238E27FC236}">
                    <a16:creationId xmlns:a16="http://schemas.microsoft.com/office/drawing/2014/main" id="{CB611653-D591-33A1-5BA7-301FB21F7E83}"/>
                  </a:ext>
                </a:extLst>
              </p14:cNvPr>
              <p14:cNvContentPartPr/>
              <p14:nvPr/>
            </p14:nvContentPartPr>
            <p14:xfrm>
              <a:off x="2554575" y="1373004"/>
              <a:ext cx="1440" cy="4680"/>
            </p14:xfrm>
          </p:contentPart>
        </mc:Choice>
        <mc:Fallback>
          <p:pic>
            <p:nvPicPr>
              <p:cNvPr id="121" name="Ink 120">
                <a:extLst>
                  <a:ext uri="{FF2B5EF4-FFF2-40B4-BE49-F238E27FC236}">
                    <a16:creationId xmlns:a16="http://schemas.microsoft.com/office/drawing/2014/main" id="{CB611653-D591-33A1-5BA7-301FB21F7E83}"/>
                  </a:ext>
                </a:extLst>
              </p:cNvPr>
              <p:cNvPicPr/>
              <p:nvPr/>
            </p:nvPicPr>
            <p:blipFill>
              <a:blip r:embed="rId134"/>
              <a:stretch>
                <a:fillRect/>
              </a:stretch>
            </p:blipFill>
            <p:spPr>
              <a:xfrm>
                <a:off x="2548455" y="1366884"/>
                <a:ext cx="1368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122" name="Ink 121">
                <a:extLst>
                  <a:ext uri="{FF2B5EF4-FFF2-40B4-BE49-F238E27FC236}">
                    <a16:creationId xmlns:a16="http://schemas.microsoft.com/office/drawing/2014/main" id="{650DD5A2-D813-3534-8014-6BFE653ABCED}"/>
                  </a:ext>
                </a:extLst>
              </p14:cNvPr>
              <p14:cNvContentPartPr/>
              <p14:nvPr/>
            </p14:nvContentPartPr>
            <p14:xfrm>
              <a:off x="2570775" y="1380564"/>
              <a:ext cx="3960" cy="360"/>
            </p14:xfrm>
          </p:contentPart>
        </mc:Choice>
        <mc:Fallback>
          <p:pic>
            <p:nvPicPr>
              <p:cNvPr id="122" name="Ink 121">
                <a:extLst>
                  <a:ext uri="{FF2B5EF4-FFF2-40B4-BE49-F238E27FC236}">
                    <a16:creationId xmlns:a16="http://schemas.microsoft.com/office/drawing/2014/main" id="{650DD5A2-D813-3534-8014-6BFE653ABCED}"/>
                  </a:ext>
                </a:extLst>
              </p:cNvPr>
              <p:cNvPicPr/>
              <p:nvPr/>
            </p:nvPicPr>
            <p:blipFill>
              <a:blip r:embed="rId134"/>
              <a:stretch>
                <a:fillRect/>
              </a:stretch>
            </p:blipFill>
            <p:spPr>
              <a:xfrm>
                <a:off x="2564655" y="1374444"/>
                <a:ext cx="162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23" name="Ink 122">
                <a:extLst>
                  <a:ext uri="{FF2B5EF4-FFF2-40B4-BE49-F238E27FC236}">
                    <a16:creationId xmlns:a16="http://schemas.microsoft.com/office/drawing/2014/main" id="{5E626C10-7655-4244-921E-D6E04BD133D8}"/>
                  </a:ext>
                </a:extLst>
              </p14:cNvPr>
              <p14:cNvContentPartPr/>
              <p14:nvPr/>
            </p14:nvContentPartPr>
            <p14:xfrm>
              <a:off x="2696775" y="1353204"/>
              <a:ext cx="3240" cy="9000"/>
            </p14:xfrm>
          </p:contentPart>
        </mc:Choice>
        <mc:Fallback>
          <p:pic>
            <p:nvPicPr>
              <p:cNvPr id="123" name="Ink 122">
                <a:extLst>
                  <a:ext uri="{FF2B5EF4-FFF2-40B4-BE49-F238E27FC236}">
                    <a16:creationId xmlns:a16="http://schemas.microsoft.com/office/drawing/2014/main" id="{5E626C10-7655-4244-921E-D6E04BD133D8}"/>
                  </a:ext>
                </a:extLst>
              </p:cNvPr>
              <p:cNvPicPr/>
              <p:nvPr/>
            </p:nvPicPr>
            <p:blipFill>
              <a:blip r:embed="rId137"/>
              <a:stretch>
                <a:fillRect/>
              </a:stretch>
            </p:blipFill>
            <p:spPr>
              <a:xfrm>
                <a:off x="2690655" y="1347084"/>
                <a:ext cx="1548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24" name="Ink 123">
                <a:extLst>
                  <a:ext uri="{FF2B5EF4-FFF2-40B4-BE49-F238E27FC236}">
                    <a16:creationId xmlns:a16="http://schemas.microsoft.com/office/drawing/2014/main" id="{3DC36D90-A4CC-369F-63E7-A30EE79762C3}"/>
                  </a:ext>
                </a:extLst>
              </p14:cNvPr>
              <p14:cNvContentPartPr/>
              <p14:nvPr/>
            </p14:nvContentPartPr>
            <p14:xfrm>
              <a:off x="2703975" y="1368324"/>
              <a:ext cx="720" cy="360"/>
            </p14:xfrm>
          </p:contentPart>
        </mc:Choice>
        <mc:Fallback>
          <p:pic>
            <p:nvPicPr>
              <p:cNvPr id="124" name="Ink 123">
                <a:extLst>
                  <a:ext uri="{FF2B5EF4-FFF2-40B4-BE49-F238E27FC236}">
                    <a16:creationId xmlns:a16="http://schemas.microsoft.com/office/drawing/2014/main" id="{3DC36D90-A4CC-369F-63E7-A30EE79762C3}"/>
                  </a:ext>
                </a:extLst>
              </p:cNvPr>
              <p:cNvPicPr/>
              <p:nvPr/>
            </p:nvPicPr>
            <p:blipFill>
              <a:blip r:embed="rId134"/>
              <a:stretch>
                <a:fillRect/>
              </a:stretch>
            </p:blipFill>
            <p:spPr>
              <a:xfrm>
                <a:off x="2697855" y="1362204"/>
                <a:ext cx="129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25" name="Ink 124">
                <a:extLst>
                  <a:ext uri="{FF2B5EF4-FFF2-40B4-BE49-F238E27FC236}">
                    <a16:creationId xmlns:a16="http://schemas.microsoft.com/office/drawing/2014/main" id="{A8B73896-3261-9232-47C4-3527774CA751}"/>
                  </a:ext>
                </a:extLst>
              </p14:cNvPr>
              <p14:cNvContentPartPr/>
              <p14:nvPr/>
            </p14:nvContentPartPr>
            <p14:xfrm>
              <a:off x="2432175" y="1423044"/>
              <a:ext cx="5040" cy="2160"/>
            </p14:xfrm>
          </p:contentPart>
        </mc:Choice>
        <mc:Fallback>
          <p:pic>
            <p:nvPicPr>
              <p:cNvPr id="125" name="Ink 124">
                <a:extLst>
                  <a:ext uri="{FF2B5EF4-FFF2-40B4-BE49-F238E27FC236}">
                    <a16:creationId xmlns:a16="http://schemas.microsoft.com/office/drawing/2014/main" id="{A8B73896-3261-9232-47C4-3527774CA751}"/>
                  </a:ext>
                </a:extLst>
              </p:cNvPr>
              <p:cNvPicPr/>
              <p:nvPr/>
            </p:nvPicPr>
            <p:blipFill>
              <a:blip r:embed="rId140"/>
              <a:stretch>
                <a:fillRect/>
              </a:stretch>
            </p:blipFill>
            <p:spPr>
              <a:xfrm>
                <a:off x="2426055" y="1416924"/>
                <a:ext cx="1728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126" name="Ink 125">
                <a:extLst>
                  <a:ext uri="{FF2B5EF4-FFF2-40B4-BE49-F238E27FC236}">
                    <a16:creationId xmlns:a16="http://schemas.microsoft.com/office/drawing/2014/main" id="{DA5AC740-7492-A178-D66A-6BD48532E0EF}"/>
                  </a:ext>
                </a:extLst>
              </p14:cNvPr>
              <p14:cNvContentPartPr/>
              <p14:nvPr/>
            </p14:nvContentPartPr>
            <p14:xfrm>
              <a:off x="2660055" y="1400724"/>
              <a:ext cx="6480" cy="9360"/>
            </p14:xfrm>
          </p:contentPart>
        </mc:Choice>
        <mc:Fallback>
          <p:pic>
            <p:nvPicPr>
              <p:cNvPr id="126" name="Ink 125">
                <a:extLst>
                  <a:ext uri="{FF2B5EF4-FFF2-40B4-BE49-F238E27FC236}">
                    <a16:creationId xmlns:a16="http://schemas.microsoft.com/office/drawing/2014/main" id="{DA5AC740-7492-A178-D66A-6BD48532E0EF}"/>
                  </a:ext>
                </a:extLst>
              </p:cNvPr>
              <p:cNvPicPr/>
              <p:nvPr/>
            </p:nvPicPr>
            <p:blipFill>
              <a:blip r:embed="rId142"/>
              <a:stretch>
                <a:fillRect/>
              </a:stretch>
            </p:blipFill>
            <p:spPr>
              <a:xfrm>
                <a:off x="2653935" y="1394604"/>
                <a:ext cx="1872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127" name="Ink 126">
                <a:extLst>
                  <a:ext uri="{FF2B5EF4-FFF2-40B4-BE49-F238E27FC236}">
                    <a16:creationId xmlns:a16="http://schemas.microsoft.com/office/drawing/2014/main" id="{1ACB8069-2E92-8474-4607-86FED987D4E4}"/>
                  </a:ext>
                </a:extLst>
              </p14:cNvPr>
              <p14:cNvContentPartPr/>
              <p14:nvPr/>
            </p14:nvContentPartPr>
            <p14:xfrm>
              <a:off x="2746815" y="1399284"/>
              <a:ext cx="2160" cy="9000"/>
            </p14:xfrm>
          </p:contentPart>
        </mc:Choice>
        <mc:Fallback>
          <p:pic>
            <p:nvPicPr>
              <p:cNvPr id="127" name="Ink 126">
                <a:extLst>
                  <a:ext uri="{FF2B5EF4-FFF2-40B4-BE49-F238E27FC236}">
                    <a16:creationId xmlns:a16="http://schemas.microsoft.com/office/drawing/2014/main" id="{1ACB8069-2E92-8474-4607-86FED987D4E4}"/>
                  </a:ext>
                </a:extLst>
              </p:cNvPr>
              <p:cNvPicPr/>
              <p:nvPr/>
            </p:nvPicPr>
            <p:blipFill>
              <a:blip r:embed="rId144"/>
              <a:stretch>
                <a:fillRect/>
              </a:stretch>
            </p:blipFill>
            <p:spPr>
              <a:xfrm>
                <a:off x="2740695" y="1393164"/>
                <a:ext cx="1440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28" name="Ink 127">
                <a:extLst>
                  <a:ext uri="{FF2B5EF4-FFF2-40B4-BE49-F238E27FC236}">
                    <a16:creationId xmlns:a16="http://schemas.microsoft.com/office/drawing/2014/main" id="{F0F1CE7B-138F-C11A-C0AF-09C17C125134}"/>
                  </a:ext>
                </a:extLst>
              </p14:cNvPr>
              <p14:cNvContentPartPr/>
              <p14:nvPr/>
            </p14:nvContentPartPr>
            <p14:xfrm>
              <a:off x="2751495" y="1415844"/>
              <a:ext cx="3240" cy="1800"/>
            </p14:xfrm>
          </p:contentPart>
        </mc:Choice>
        <mc:Fallback>
          <p:pic>
            <p:nvPicPr>
              <p:cNvPr id="128" name="Ink 127">
                <a:extLst>
                  <a:ext uri="{FF2B5EF4-FFF2-40B4-BE49-F238E27FC236}">
                    <a16:creationId xmlns:a16="http://schemas.microsoft.com/office/drawing/2014/main" id="{F0F1CE7B-138F-C11A-C0AF-09C17C125134}"/>
                  </a:ext>
                </a:extLst>
              </p:cNvPr>
              <p:cNvPicPr/>
              <p:nvPr/>
            </p:nvPicPr>
            <p:blipFill>
              <a:blip r:embed="rId146"/>
              <a:stretch>
                <a:fillRect/>
              </a:stretch>
            </p:blipFill>
            <p:spPr>
              <a:xfrm>
                <a:off x="2745375" y="1409724"/>
                <a:ext cx="15480" cy="1404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29" name="Ink 128">
                <a:extLst>
                  <a:ext uri="{FF2B5EF4-FFF2-40B4-BE49-F238E27FC236}">
                    <a16:creationId xmlns:a16="http://schemas.microsoft.com/office/drawing/2014/main" id="{E00930AF-132D-D63C-E9AB-57FFC3EF3997}"/>
                  </a:ext>
                </a:extLst>
              </p14:cNvPr>
              <p14:cNvContentPartPr/>
              <p14:nvPr/>
            </p14:nvContentPartPr>
            <p14:xfrm>
              <a:off x="2862375" y="1401804"/>
              <a:ext cx="23760" cy="56520"/>
            </p14:xfrm>
          </p:contentPart>
        </mc:Choice>
        <mc:Fallback>
          <p:pic>
            <p:nvPicPr>
              <p:cNvPr id="129" name="Ink 128">
                <a:extLst>
                  <a:ext uri="{FF2B5EF4-FFF2-40B4-BE49-F238E27FC236}">
                    <a16:creationId xmlns:a16="http://schemas.microsoft.com/office/drawing/2014/main" id="{E00930AF-132D-D63C-E9AB-57FFC3EF3997}"/>
                  </a:ext>
                </a:extLst>
              </p:cNvPr>
              <p:cNvPicPr/>
              <p:nvPr/>
            </p:nvPicPr>
            <p:blipFill>
              <a:blip r:embed="rId148"/>
              <a:stretch>
                <a:fillRect/>
              </a:stretch>
            </p:blipFill>
            <p:spPr>
              <a:xfrm>
                <a:off x="2856255" y="1395684"/>
                <a:ext cx="3600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30" name="Ink 129">
                <a:extLst>
                  <a:ext uri="{FF2B5EF4-FFF2-40B4-BE49-F238E27FC236}">
                    <a16:creationId xmlns:a16="http://schemas.microsoft.com/office/drawing/2014/main" id="{27396205-B881-F5BF-382E-FF17163E9943}"/>
                  </a:ext>
                </a:extLst>
              </p14:cNvPr>
              <p14:cNvContentPartPr/>
              <p14:nvPr/>
            </p14:nvContentPartPr>
            <p14:xfrm>
              <a:off x="2996295" y="1257084"/>
              <a:ext cx="136800" cy="193320"/>
            </p14:xfrm>
          </p:contentPart>
        </mc:Choice>
        <mc:Fallback>
          <p:pic>
            <p:nvPicPr>
              <p:cNvPr id="130" name="Ink 129">
                <a:extLst>
                  <a:ext uri="{FF2B5EF4-FFF2-40B4-BE49-F238E27FC236}">
                    <a16:creationId xmlns:a16="http://schemas.microsoft.com/office/drawing/2014/main" id="{27396205-B881-F5BF-382E-FF17163E9943}"/>
                  </a:ext>
                </a:extLst>
              </p:cNvPr>
              <p:cNvPicPr/>
              <p:nvPr/>
            </p:nvPicPr>
            <p:blipFill>
              <a:blip r:embed="rId150"/>
              <a:stretch>
                <a:fillRect/>
              </a:stretch>
            </p:blipFill>
            <p:spPr>
              <a:xfrm>
                <a:off x="2990175" y="1250964"/>
                <a:ext cx="1490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31" name="Ink 130">
                <a:extLst>
                  <a:ext uri="{FF2B5EF4-FFF2-40B4-BE49-F238E27FC236}">
                    <a16:creationId xmlns:a16="http://schemas.microsoft.com/office/drawing/2014/main" id="{9B2BB2B8-DEE9-7BF7-0015-651171A41FC1}"/>
                  </a:ext>
                </a:extLst>
              </p14:cNvPr>
              <p14:cNvContentPartPr/>
              <p14:nvPr/>
            </p14:nvContentPartPr>
            <p14:xfrm>
              <a:off x="3172695" y="1266444"/>
              <a:ext cx="142920" cy="191880"/>
            </p14:xfrm>
          </p:contentPart>
        </mc:Choice>
        <mc:Fallback>
          <p:pic>
            <p:nvPicPr>
              <p:cNvPr id="131" name="Ink 130">
                <a:extLst>
                  <a:ext uri="{FF2B5EF4-FFF2-40B4-BE49-F238E27FC236}">
                    <a16:creationId xmlns:a16="http://schemas.microsoft.com/office/drawing/2014/main" id="{9B2BB2B8-DEE9-7BF7-0015-651171A41FC1}"/>
                  </a:ext>
                </a:extLst>
              </p:cNvPr>
              <p:cNvPicPr/>
              <p:nvPr/>
            </p:nvPicPr>
            <p:blipFill>
              <a:blip r:embed="rId152"/>
              <a:stretch>
                <a:fillRect/>
              </a:stretch>
            </p:blipFill>
            <p:spPr>
              <a:xfrm>
                <a:off x="3166575" y="1260324"/>
                <a:ext cx="15516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32" name="Ink 131">
                <a:extLst>
                  <a:ext uri="{FF2B5EF4-FFF2-40B4-BE49-F238E27FC236}">
                    <a16:creationId xmlns:a16="http://schemas.microsoft.com/office/drawing/2014/main" id="{7B2AD333-1047-6955-5BEE-834A34F80538}"/>
                  </a:ext>
                </a:extLst>
              </p14:cNvPr>
              <p14:cNvContentPartPr/>
              <p14:nvPr/>
            </p14:nvContentPartPr>
            <p14:xfrm>
              <a:off x="3190695" y="1265724"/>
              <a:ext cx="156960" cy="45720"/>
            </p14:xfrm>
          </p:contentPart>
        </mc:Choice>
        <mc:Fallback>
          <p:pic>
            <p:nvPicPr>
              <p:cNvPr id="132" name="Ink 131">
                <a:extLst>
                  <a:ext uri="{FF2B5EF4-FFF2-40B4-BE49-F238E27FC236}">
                    <a16:creationId xmlns:a16="http://schemas.microsoft.com/office/drawing/2014/main" id="{7B2AD333-1047-6955-5BEE-834A34F80538}"/>
                  </a:ext>
                </a:extLst>
              </p:cNvPr>
              <p:cNvPicPr/>
              <p:nvPr/>
            </p:nvPicPr>
            <p:blipFill>
              <a:blip r:embed="rId154"/>
              <a:stretch>
                <a:fillRect/>
              </a:stretch>
            </p:blipFill>
            <p:spPr>
              <a:xfrm>
                <a:off x="3184575" y="1259604"/>
                <a:ext cx="16920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33" name="Ink 132">
                <a:extLst>
                  <a:ext uri="{FF2B5EF4-FFF2-40B4-BE49-F238E27FC236}">
                    <a16:creationId xmlns:a16="http://schemas.microsoft.com/office/drawing/2014/main" id="{D9956BA5-8B62-3119-3059-C4D60AD74704}"/>
                  </a:ext>
                </a:extLst>
              </p14:cNvPr>
              <p14:cNvContentPartPr/>
              <p14:nvPr/>
            </p14:nvContentPartPr>
            <p14:xfrm>
              <a:off x="3336855" y="1212804"/>
              <a:ext cx="68040" cy="275760"/>
            </p14:xfrm>
          </p:contentPart>
        </mc:Choice>
        <mc:Fallback>
          <p:pic>
            <p:nvPicPr>
              <p:cNvPr id="133" name="Ink 132">
                <a:extLst>
                  <a:ext uri="{FF2B5EF4-FFF2-40B4-BE49-F238E27FC236}">
                    <a16:creationId xmlns:a16="http://schemas.microsoft.com/office/drawing/2014/main" id="{D9956BA5-8B62-3119-3059-C4D60AD74704}"/>
                  </a:ext>
                </a:extLst>
              </p:cNvPr>
              <p:cNvPicPr/>
              <p:nvPr/>
            </p:nvPicPr>
            <p:blipFill>
              <a:blip r:embed="rId156"/>
              <a:stretch>
                <a:fillRect/>
              </a:stretch>
            </p:blipFill>
            <p:spPr>
              <a:xfrm>
                <a:off x="3330735" y="1206684"/>
                <a:ext cx="802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42" name="Ink 141">
                <a:extLst>
                  <a:ext uri="{FF2B5EF4-FFF2-40B4-BE49-F238E27FC236}">
                    <a16:creationId xmlns:a16="http://schemas.microsoft.com/office/drawing/2014/main" id="{4F27D9C1-EF49-FBC5-2F4C-77FFBAC2D615}"/>
                  </a:ext>
                </a:extLst>
              </p14:cNvPr>
              <p14:cNvContentPartPr/>
              <p14:nvPr/>
            </p14:nvContentPartPr>
            <p14:xfrm>
              <a:off x="3915783" y="6203499"/>
              <a:ext cx="29160" cy="118440"/>
            </p14:xfrm>
          </p:contentPart>
        </mc:Choice>
        <mc:Fallback>
          <p:pic>
            <p:nvPicPr>
              <p:cNvPr id="142" name="Ink 141">
                <a:extLst>
                  <a:ext uri="{FF2B5EF4-FFF2-40B4-BE49-F238E27FC236}">
                    <a16:creationId xmlns:a16="http://schemas.microsoft.com/office/drawing/2014/main" id="{4F27D9C1-EF49-FBC5-2F4C-77FFBAC2D615}"/>
                  </a:ext>
                </a:extLst>
              </p:cNvPr>
              <p:cNvPicPr/>
              <p:nvPr/>
            </p:nvPicPr>
            <p:blipFill>
              <a:blip r:embed="rId158"/>
              <a:stretch>
                <a:fillRect/>
              </a:stretch>
            </p:blipFill>
            <p:spPr>
              <a:xfrm>
                <a:off x="3909663" y="6197379"/>
                <a:ext cx="41400" cy="130680"/>
              </a:xfrm>
              <a:prstGeom prst="rect">
                <a:avLst/>
              </a:prstGeom>
            </p:spPr>
          </p:pic>
        </mc:Fallback>
      </mc:AlternateContent>
    </p:spTree>
    <p:extLst>
      <p:ext uri="{BB962C8B-B14F-4D97-AF65-F5344CB8AC3E}">
        <p14:creationId xmlns:p14="http://schemas.microsoft.com/office/powerpoint/2010/main" val="578829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DF7C4B31-3D11-AB17-5B85-7D946AF3B96E}"/>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êu đề 2">
            <a:extLst>
              <a:ext uri="{FF2B5EF4-FFF2-40B4-BE49-F238E27FC236}">
                <a16:creationId xmlns:a16="http://schemas.microsoft.com/office/drawing/2014/main" id="{DDF1D804-983F-EC9D-F273-9E1CD5C26A39}"/>
              </a:ext>
            </a:extLst>
          </p:cNvPr>
          <p:cNvSpPr>
            <a:spLocks noGrp="1"/>
          </p:cNvSpPr>
          <p:nvPr>
            <p:ph type="title"/>
          </p:nvPr>
        </p:nvSpPr>
        <p:spPr/>
        <p:txBody>
          <a:bodyPr/>
          <a:lstStyle/>
          <a:p>
            <a:r>
              <a:rPr lang="vi-VN" dirty="0"/>
              <a:t>Ví dụ 1 </a:t>
            </a:r>
          </a:p>
        </p:txBody>
      </p:sp>
      <mc:AlternateContent xmlns:mc="http://schemas.openxmlformats.org/markup-compatibility/2006" xmlns:a14="http://schemas.microsoft.com/office/drawing/2010/main">
        <mc:Choice Requires="a14">
          <p:sp>
            <p:nvSpPr>
              <p:cNvPr id="4" name="Chỗ dành sẵn cho Nội dung 3">
                <a:extLst>
                  <a:ext uri="{FF2B5EF4-FFF2-40B4-BE49-F238E27FC236}">
                    <a16:creationId xmlns:a16="http://schemas.microsoft.com/office/drawing/2014/main" id="{E2C71669-9BB0-256D-3769-C58E712FD9AC}"/>
                  </a:ext>
                </a:extLst>
              </p:cNvPr>
              <p:cNvSpPr>
                <a:spLocks noGrp="1"/>
              </p:cNvSpPr>
              <p:nvPr>
                <p:ph sz="quarter" idx="13"/>
              </p:nvPr>
            </p:nvSpPr>
            <p:spPr/>
            <p:txBody>
              <a:bodyPr/>
              <a:lstStyle/>
              <a:p>
                <a:r>
                  <a:rPr lang="vi-VN" dirty="0"/>
                  <a:t>Bản rõ: hengapnhauvaochieuthubay</a:t>
                </a:r>
              </a:p>
              <a:p>
                <a:endParaRPr lang="vi-VN" dirty="0"/>
              </a:p>
              <a:p>
                <a:endParaRPr lang="vi-VN" dirty="0"/>
              </a:p>
              <a:p>
                <a:endParaRPr lang="vi-VN" dirty="0"/>
              </a:p>
              <a:p>
                <a:r>
                  <a:rPr lang="vi-VN" dirty="0"/>
                  <a:t>Tìm bản mã </a:t>
                </a:r>
                <a14:m>
                  <m:oMath xmlns:m="http://schemas.openxmlformats.org/officeDocument/2006/math">
                    <m:r>
                      <a:rPr lang="vi-VN" i="1" dirty="0" smtClean="0">
                        <a:latin typeface="Cambria Math" panose="02040503050406030204" pitchFamily="18" charset="0"/>
                      </a:rPr>
                      <m:t>𝐾</m:t>
                    </m:r>
                    <m:r>
                      <a:rPr lang="vi-VN" i="1" dirty="0" smtClean="0">
                        <a:latin typeface="Cambria Math" panose="02040503050406030204" pitchFamily="18" charset="0"/>
                      </a:rPr>
                      <m:t> = (5, 6) </m:t>
                    </m:r>
                  </m:oMath>
                </a14:m>
                <a:r>
                  <a:rPr lang="vi-VN" dirty="0"/>
                  <a:t>?</a:t>
                </a:r>
              </a:p>
              <a:p>
                <a:r>
                  <a:rPr lang="vi-VN" dirty="0"/>
                  <a:t>Số khoá </a:t>
                </a:r>
                <a14:m>
                  <m:oMath xmlns:m="http://schemas.openxmlformats.org/officeDocument/2006/math">
                    <m:r>
                      <a:rPr lang="vi-VN" b="0" i="0" dirty="0" smtClean="0">
                        <a:latin typeface="Cambria Math" panose="02040503050406030204" pitchFamily="18" charset="0"/>
                        <a:ea typeface="Cambria Math" panose="02040503050406030204" pitchFamily="18" charset="0"/>
                      </a:rPr>
                      <m:t>12</m:t>
                    </m:r>
                    <m:r>
                      <a:rPr lang="vi-VN" i="1" dirty="0" smtClean="0">
                        <a:latin typeface="Cambria Math" panose="02040503050406030204" pitchFamily="18" charset="0"/>
                        <a:ea typeface="Cambria Math" panose="02040503050406030204" pitchFamily="18" charset="0"/>
                      </a:rPr>
                      <m:t>×</m:t>
                    </m:r>
                    <m:r>
                      <a:rPr lang="vi-VN" b="0" i="1" dirty="0" smtClean="0">
                        <a:latin typeface="Cambria Math" panose="02040503050406030204" pitchFamily="18" charset="0"/>
                        <a:ea typeface="Cambria Math" panose="02040503050406030204" pitchFamily="18" charset="0"/>
                      </a:rPr>
                      <m:t>26=312 </m:t>
                    </m:r>
                    <m:r>
                      <a:rPr lang="vi-VN" b="0" i="0" dirty="0" smtClean="0">
                        <a:latin typeface="Cambria Math" panose="02040503050406030204" pitchFamily="18" charset="0"/>
                        <a:ea typeface="Cambria Math" panose="02040503050406030204" pitchFamily="18" charset="0"/>
                      </a:rPr>
                      <m:t>→ </m:t>
                    </m:r>
                  </m:oMath>
                </a14:m>
                <a:r>
                  <a:rPr lang="vi-VN" dirty="0"/>
                  <a:t>không gian khoá bé</a:t>
                </a:r>
              </a:p>
              <a:p>
                <a:endParaRPr lang="vi-VN" dirty="0"/>
              </a:p>
              <a:p>
                <a:r>
                  <a:rPr lang="vi-VN" dirty="0"/>
                  <a:t>Tìm bản rõ: </a:t>
                </a:r>
              </a:p>
              <a:p>
                <a:pPr marL="0" indent="0">
                  <a:buNone/>
                </a:pPr>
                <a:r>
                  <a:rPr lang="en-VN" sz="2800" i="1"/>
                  <a:t>fmxvedkaphferbnfkrxrsrefmorudsdkdvshvufedkaprkdlyevlrhhrh</a:t>
                </a:r>
              </a:p>
              <a:p>
                <a:r>
                  <a:rPr lang="vi-VN" dirty="0"/>
                  <a:t> </a:t>
                </a:r>
              </a:p>
              <a:p>
                <a:endParaRPr lang="vi-VN" dirty="0"/>
              </a:p>
            </p:txBody>
          </p:sp>
        </mc:Choice>
        <mc:Fallback xmlns="">
          <p:sp>
            <p:nvSpPr>
              <p:cNvPr id="4" name="Chỗ dành sẵn cho Nội dung 3">
                <a:extLst>
                  <a:ext uri="{FF2B5EF4-FFF2-40B4-BE49-F238E27FC236}">
                    <a16:creationId xmlns:a16="http://schemas.microsoft.com/office/drawing/2014/main" id="{E2C71669-9BB0-256D-3769-C58E712FD9AC}"/>
                  </a:ext>
                </a:extLst>
              </p:cNvPr>
              <p:cNvSpPr>
                <a:spLocks noGrp="1" noRot="1" noChangeAspect="1" noMove="1" noResize="1" noEditPoints="1" noAdjustHandles="1" noChangeArrowheads="1" noChangeShapeType="1" noTextEdit="1"/>
              </p:cNvSpPr>
              <p:nvPr>
                <p:ph sz="quarter" idx="13"/>
              </p:nvPr>
            </p:nvSpPr>
            <p:spPr>
              <a:blipFill>
                <a:blip r:embed="rId2"/>
                <a:stretch>
                  <a:fillRect l="-1462" t="-2153" r="-585" b="-5981"/>
                </a:stretch>
              </a:blipFill>
            </p:spPr>
            <p:txBody>
              <a:bodyPr/>
              <a:lstStyle/>
              <a:p>
                <a:r>
                  <a:rPr>
                    <a:noFill/>
                  </a:rPr>
                  <a:t> </a:t>
                </a:r>
              </a:p>
            </p:txBody>
          </p:sp>
        </mc:Fallback>
      </mc:AlternateContent>
      <p:graphicFrame>
        <p:nvGraphicFramePr>
          <p:cNvPr id="5" name="Table 5">
            <a:extLst>
              <a:ext uri="{FF2B5EF4-FFF2-40B4-BE49-F238E27FC236}">
                <a16:creationId xmlns:a16="http://schemas.microsoft.com/office/drawing/2014/main" id="{767CB788-7573-A452-FFE3-D5636F34EFA0}"/>
              </a:ext>
            </a:extLst>
          </p:cNvPr>
          <p:cNvGraphicFramePr>
            <a:graphicFrameLocks noGrp="1"/>
          </p:cNvGraphicFramePr>
          <p:nvPr/>
        </p:nvGraphicFramePr>
        <p:xfrm>
          <a:off x="147081" y="1410252"/>
          <a:ext cx="8896104" cy="1086168"/>
        </p:xfrm>
        <a:graphic>
          <a:graphicData uri="http://schemas.openxmlformats.org/drawingml/2006/table">
            <a:tbl>
              <a:tblPr firstRow="1" bandRow="1">
                <a:tableStyleId>{5C22544A-7EE6-4342-B048-85BDC9FD1C3A}</a:tableStyleId>
              </a:tblPr>
              <a:tblGrid>
                <a:gridCol w="362268">
                  <a:extLst>
                    <a:ext uri="{9D8B030D-6E8A-4147-A177-3AD203B41FA5}">
                      <a16:colId xmlns:a16="http://schemas.microsoft.com/office/drawing/2014/main" val="1052331412"/>
                    </a:ext>
                  </a:extLst>
                </a:gridCol>
                <a:gridCol w="316000">
                  <a:extLst>
                    <a:ext uri="{9D8B030D-6E8A-4147-A177-3AD203B41FA5}">
                      <a16:colId xmlns:a16="http://schemas.microsoft.com/office/drawing/2014/main" val="2102308439"/>
                    </a:ext>
                  </a:extLst>
                </a:gridCol>
                <a:gridCol w="511402">
                  <a:extLst>
                    <a:ext uri="{9D8B030D-6E8A-4147-A177-3AD203B41FA5}">
                      <a16:colId xmlns:a16="http://schemas.microsoft.com/office/drawing/2014/main" val="3456640300"/>
                    </a:ext>
                  </a:extLst>
                </a:gridCol>
                <a:gridCol w="353442">
                  <a:extLst>
                    <a:ext uri="{9D8B030D-6E8A-4147-A177-3AD203B41FA5}">
                      <a16:colId xmlns:a16="http://schemas.microsoft.com/office/drawing/2014/main" val="850315431"/>
                    </a:ext>
                  </a:extLst>
                </a:gridCol>
                <a:gridCol w="332633">
                  <a:extLst>
                    <a:ext uri="{9D8B030D-6E8A-4147-A177-3AD203B41FA5}">
                      <a16:colId xmlns:a16="http://schemas.microsoft.com/office/drawing/2014/main" val="1879970083"/>
                    </a:ext>
                  </a:extLst>
                </a:gridCol>
                <a:gridCol w="548844">
                  <a:extLst>
                    <a:ext uri="{9D8B030D-6E8A-4147-A177-3AD203B41FA5}">
                      <a16:colId xmlns:a16="http://schemas.microsoft.com/office/drawing/2014/main" val="1469653913"/>
                    </a:ext>
                  </a:extLst>
                </a:gridCol>
                <a:gridCol w="582106">
                  <a:extLst>
                    <a:ext uri="{9D8B030D-6E8A-4147-A177-3AD203B41FA5}">
                      <a16:colId xmlns:a16="http://schemas.microsoft.com/office/drawing/2014/main" val="3553963405"/>
                    </a:ext>
                  </a:extLst>
                </a:gridCol>
                <a:gridCol w="349265">
                  <a:extLst>
                    <a:ext uri="{9D8B030D-6E8A-4147-A177-3AD203B41FA5}">
                      <a16:colId xmlns:a16="http://schemas.microsoft.com/office/drawing/2014/main" val="1272056399"/>
                    </a:ext>
                  </a:extLst>
                </a:gridCol>
                <a:gridCol w="299369">
                  <a:extLst>
                    <a:ext uri="{9D8B030D-6E8A-4147-A177-3AD203B41FA5}">
                      <a16:colId xmlns:a16="http://schemas.microsoft.com/office/drawing/2014/main" val="1747039837"/>
                    </a:ext>
                  </a:extLst>
                </a:gridCol>
                <a:gridCol w="518474">
                  <a:extLst>
                    <a:ext uri="{9D8B030D-6E8A-4147-A177-3AD203B41FA5}">
                      <a16:colId xmlns:a16="http://schemas.microsoft.com/office/drawing/2014/main" val="1163610189"/>
                    </a:ext>
                  </a:extLst>
                </a:gridCol>
                <a:gridCol w="516159">
                  <a:extLst>
                    <a:ext uri="{9D8B030D-6E8A-4147-A177-3AD203B41FA5}">
                      <a16:colId xmlns:a16="http://schemas.microsoft.com/office/drawing/2014/main" val="2378205193"/>
                    </a:ext>
                  </a:extLst>
                </a:gridCol>
                <a:gridCol w="225287">
                  <a:extLst>
                    <a:ext uri="{9D8B030D-6E8A-4147-A177-3AD203B41FA5}">
                      <a16:colId xmlns:a16="http://schemas.microsoft.com/office/drawing/2014/main" val="2581084124"/>
                    </a:ext>
                  </a:extLst>
                </a:gridCol>
                <a:gridCol w="437322">
                  <a:extLst>
                    <a:ext uri="{9D8B030D-6E8A-4147-A177-3AD203B41FA5}">
                      <a16:colId xmlns:a16="http://schemas.microsoft.com/office/drawing/2014/main" val="4102691311"/>
                    </a:ext>
                  </a:extLst>
                </a:gridCol>
                <a:gridCol w="265044">
                  <a:extLst>
                    <a:ext uri="{9D8B030D-6E8A-4147-A177-3AD203B41FA5}">
                      <a16:colId xmlns:a16="http://schemas.microsoft.com/office/drawing/2014/main" val="1180772185"/>
                    </a:ext>
                  </a:extLst>
                </a:gridCol>
                <a:gridCol w="265043">
                  <a:extLst>
                    <a:ext uri="{9D8B030D-6E8A-4147-A177-3AD203B41FA5}">
                      <a16:colId xmlns:a16="http://schemas.microsoft.com/office/drawing/2014/main" val="624552232"/>
                    </a:ext>
                  </a:extLst>
                </a:gridCol>
                <a:gridCol w="265044">
                  <a:extLst>
                    <a:ext uri="{9D8B030D-6E8A-4147-A177-3AD203B41FA5}">
                      <a16:colId xmlns:a16="http://schemas.microsoft.com/office/drawing/2014/main" val="1754348889"/>
                    </a:ext>
                  </a:extLst>
                </a:gridCol>
                <a:gridCol w="238539">
                  <a:extLst>
                    <a:ext uri="{9D8B030D-6E8A-4147-A177-3AD203B41FA5}">
                      <a16:colId xmlns:a16="http://schemas.microsoft.com/office/drawing/2014/main" val="2366571573"/>
                    </a:ext>
                  </a:extLst>
                </a:gridCol>
                <a:gridCol w="490330">
                  <a:extLst>
                    <a:ext uri="{9D8B030D-6E8A-4147-A177-3AD203B41FA5}">
                      <a16:colId xmlns:a16="http://schemas.microsoft.com/office/drawing/2014/main" val="3363370360"/>
                    </a:ext>
                  </a:extLst>
                </a:gridCol>
                <a:gridCol w="365406">
                  <a:extLst>
                    <a:ext uri="{9D8B030D-6E8A-4147-A177-3AD203B41FA5}">
                      <a16:colId xmlns:a16="http://schemas.microsoft.com/office/drawing/2014/main" val="816987247"/>
                    </a:ext>
                  </a:extLst>
                </a:gridCol>
                <a:gridCol w="330825">
                  <a:extLst>
                    <a:ext uri="{9D8B030D-6E8A-4147-A177-3AD203B41FA5}">
                      <a16:colId xmlns:a16="http://schemas.microsoft.com/office/drawing/2014/main" val="1019743102"/>
                    </a:ext>
                  </a:extLst>
                </a:gridCol>
                <a:gridCol w="330826">
                  <a:extLst>
                    <a:ext uri="{9D8B030D-6E8A-4147-A177-3AD203B41FA5}">
                      <a16:colId xmlns:a16="http://schemas.microsoft.com/office/drawing/2014/main" val="113226801"/>
                    </a:ext>
                  </a:extLst>
                </a:gridCol>
                <a:gridCol w="330826">
                  <a:extLst>
                    <a:ext uri="{9D8B030D-6E8A-4147-A177-3AD203B41FA5}">
                      <a16:colId xmlns:a16="http://schemas.microsoft.com/office/drawing/2014/main" val="378223267"/>
                    </a:ext>
                  </a:extLst>
                </a:gridCol>
                <a:gridCol w="330825">
                  <a:extLst>
                    <a:ext uri="{9D8B030D-6E8A-4147-A177-3AD203B41FA5}">
                      <a16:colId xmlns:a16="http://schemas.microsoft.com/office/drawing/2014/main" val="1859408810"/>
                    </a:ext>
                  </a:extLst>
                </a:gridCol>
                <a:gridCol w="330825">
                  <a:extLst>
                    <a:ext uri="{9D8B030D-6E8A-4147-A177-3AD203B41FA5}">
                      <a16:colId xmlns:a16="http://schemas.microsoft.com/office/drawing/2014/main" val="754497988"/>
                    </a:ext>
                  </a:extLst>
                </a:gridCol>
              </a:tblGrid>
              <a:tr h="446088">
                <a:tc>
                  <a:txBody>
                    <a:bodyPr/>
                    <a:lstStyle/>
                    <a:p>
                      <a:r>
                        <a:rPr lang="vi-VN" b="0" dirty="0"/>
                        <a:t>h</a:t>
                      </a:r>
                      <a:endParaRPr b="0" dirty="0"/>
                    </a:p>
                  </a:txBody>
                  <a:tcPr/>
                </a:tc>
                <a:tc>
                  <a:txBody>
                    <a:bodyPr/>
                    <a:lstStyle/>
                    <a:p>
                      <a:r>
                        <a:rPr lang="vi-VN" b="0" dirty="0"/>
                        <a:t>e</a:t>
                      </a:r>
                      <a:endParaRPr b="0" dirty="0"/>
                    </a:p>
                  </a:txBody>
                  <a:tcPr/>
                </a:tc>
                <a:tc>
                  <a:txBody>
                    <a:bodyPr/>
                    <a:lstStyle/>
                    <a:p>
                      <a:r>
                        <a:rPr lang="vi-VN" b="0" dirty="0"/>
                        <a:t>n</a:t>
                      </a:r>
                      <a:endParaRPr b="0" dirty="0"/>
                    </a:p>
                  </a:txBody>
                  <a:tcPr/>
                </a:tc>
                <a:tc>
                  <a:txBody>
                    <a:bodyPr/>
                    <a:lstStyle/>
                    <a:p>
                      <a:r>
                        <a:rPr lang="vi-VN" b="0" dirty="0"/>
                        <a:t>g</a:t>
                      </a:r>
                      <a:endParaRPr b="0" dirty="0"/>
                    </a:p>
                  </a:txBody>
                  <a:tcPr/>
                </a:tc>
                <a:tc>
                  <a:txBody>
                    <a:bodyPr/>
                    <a:lstStyle/>
                    <a:p>
                      <a:r>
                        <a:rPr lang="vi-VN" b="0" dirty="0"/>
                        <a:t>a</a:t>
                      </a:r>
                      <a:endParaRPr b="0" dirty="0"/>
                    </a:p>
                  </a:txBody>
                  <a:tcPr/>
                </a:tc>
                <a:tc>
                  <a:txBody>
                    <a:bodyPr/>
                    <a:lstStyle/>
                    <a:p>
                      <a:r>
                        <a:rPr lang="vi-VN" b="0" dirty="0"/>
                        <a:t>p</a:t>
                      </a:r>
                      <a:endParaRPr b="0" dirty="0"/>
                    </a:p>
                  </a:txBody>
                  <a:tcPr/>
                </a:tc>
                <a:tc>
                  <a:txBody>
                    <a:bodyPr/>
                    <a:lstStyle/>
                    <a:p>
                      <a:r>
                        <a:rPr lang="vi-VN" b="0" dirty="0"/>
                        <a:t>n</a:t>
                      </a:r>
                      <a:endParaRPr b="0" dirty="0"/>
                    </a:p>
                  </a:txBody>
                  <a:tcPr/>
                </a:tc>
                <a:tc>
                  <a:txBody>
                    <a:bodyPr/>
                    <a:lstStyle/>
                    <a:p>
                      <a:r>
                        <a:rPr lang="vi-VN" b="0" dirty="0"/>
                        <a:t>h</a:t>
                      </a:r>
                      <a:endParaRPr b="0" dirty="0"/>
                    </a:p>
                  </a:txBody>
                  <a:tcPr/>
                </a:tc>
                <a:tc>
                  <a:txBody>
                    <a:bodyPr/>
                    <a:lstStyle/>
                    <a:p>
                      <a:r>
                        <a:rPr lang="vi-VN" b="0" dirty="0"/>
                        <a:t>a</a:t>
                      </a:r>
                      <a:endParaRPr b="0" dirty="0"/>
                    </a:p>
                  </a:txBody>
                  <a:tcPr/>
                </a:tc>
                <a:tc>
                  <a:txBody>
                    <a:bodyPr/>
                    <a:lstStyle/>
                    <a:p>
                      <a:r>
                        <a:rPr lang="vi-VN" b="0" dirty="0"/>
                        <a:t>u</a:t>
                      </a:r>
                      <a:endParaRPr b="0" dirty="0"/>
                    </a:p>
                  </a:txBody>
                  <a:tcPr/>
                </a:tc>
                <a:tc>
                  <a:txBody>
                    <a:bodyPr/>
                    <a:lstStyle/>
                    <a:p>
                      <a:r>
                        <a:rPr lang="vi-VN" b="0" dirty="0"/>
                        <a:t>v</a:t>
                      </a:r>
                      <a:endParaRPr b="0" dirty="0"/>
                    </a:p>
                  </a:txBody>
                  <a:tcPr/>
                </a:tc>
                <a:tc>
                  <a:txBody>
                    <a:bodyPr/>
                    <a:lstStyle/>
                    <a:p>
                      <a:r>
                        <a:rPr lang="vi-VN" b="0" dirty="0"/>
                        <a:t>a</a:t>
                      </a:r>
                      <a:endParaRPr b="0" dirty="0"/>
                    </a:p>
                  </a:txBody>
                  <a:tcPr/>
                </a:tc>
                <a:tc>
                  <a:txBody>
                    <a:bodyPr/>
                    <a:lstStyle/>
                    <a:p>
                      <a:r>
                        <a:rPr lang="vi-VN" b="0" dirty="0"/>
                        <a:t>o</a:t>
                      </a:r>
                      <a:endParaRPr b="0" dirty="0"/>
                    </a:p>
                  </a:txBody>
                  <a:tcPr/>
                </a:tc>
                <a:tc>
                  <a:txBody>
                    <a:bodyPr/>
                    <a:lstStyle/>
                    <a:p>
                      <a:r>
                        <a:rPr lang="vi-VN" b="0" dirty="0"/>
                        <a:t>c</a:t>
                      </a:r>
                      <a:endParaRPr b="0" dirty="0"/>
                    </a:p>
                  </a:txBody>
                  <a:tcPr/>
                </a:tc>
                <a:tc>
                  <a:txBody>
                    <a:bodyPr/>
                    <a:lstStyle/>
                    <a:p>
                      <a:r>
                        <a:rPr lang="vi-VN" b="0" dirty="0"/>
                        <a:t>h</a:t>
                      </a:r>
                      <a:endParaRPr b="0" dirty="0"/>
                    </a:p>
                  </a:txBody>
                  <a:tcPr/>
                </a:tc>
                <a:tc>
                  <a:txBody>
                    <a:bodyPr/>
                    <a:lstStyle/>
                    <a:p>
                      <a:r>
                        <a:rPr lang="vi-VN" b="0" dirty="0"/>
                        <a:t>i</a:t>
                      </a:r>
                      <a:endParaRPr b="0" dirty="0"/>
                    </a:p>
                  </a:txBody>
                  <a:tcPr/>
                </a:tc>
                <a:tc>
                  <a:txBody>
                    <a:bodyPr/>
                    <a:lstStyle/>
                    <a:p>
                      <a:r>
                        <a:rPr lang="vi-VN" b="0" dirty="0"/>
                        <a:t>e</a:t>
                      </a:r>
                      <a:endParaRPr b="0" dirty="0"/>
                    </a:p>
                  </a:txBody>
                  <a:tcPr/>
                </a:tc>
                <a:tc>
                  <a:txBody>
                    <a:bodyPr/>
                    <a:lstStyle/>
                    <a:p>
                      <a:r>
                        <a:rPr lang="vi-VN" b="0" dirty="0"/>
                        <a:t>u</a:t>
                      </a:r>
                      <a:endParaRPr b="0" dirty="0"/>
                    </a:p>
                  </a:txBody>
                  <a:tcPr/>
                </a:tc>
                <a:tc>
                  <a:txBody>
                    <a:bodyPr/>
                    <a:lstStyle/>
                    <a:p>
                      <a:r>
                        <a:rPr lang="vi-VN" b="0" dirty="0"/>
                        <a:t>t</a:t>
                      </a:r>
                      <a:endParaRPr b="0" dirty="0"/>
                    </a:p>
                  </a:txBody>
                  <a:tcPr/>
                </a:tc>
                <a:tc>
                  <a:txBody>
                    <a:bodyPr/>
                    <a:lstStyle/>
                    <a:p>
                      <a:r>
                        <a:rPr lang="vi-VN" b="0" dirty="0"/>
                        <a:t>h</a:t>
                      </a:r>
                      <a:endParaRPr b="0" dirty="0"/>
                    </a:p>
                  </a:txBody>
                  <a:tcPr/>
                </a:tc>
                <a:tc>
                  <a:txBody>
                    <a:bodyPr/>
                    <a:lstStyle/>
                    <a:p>
                      <a:r>
                        <a:rPr lang="vi-VN" b="0" dirty="0"/>
                        <a:t>u</a:t>
                      </a:r>
                      <a:endParaRPr b="0" dirty="0"/>
                    </a:p>
                  </a:txBody>
                  <a:tcPr/>
                </a:tc>
                <a:tc>
                  <a:txBody>
                    <a:bodyPr/>
                    <a:lstStyle/>
                    <a:p>
                      <a:r>
                        <a:rPr lang="vi-VN" b="0" dirty="0"/>
                        <a:t>b</a:t>
                      </a:r>
                      <a:endParaRPr b="0" dirty="0"/>
                    </a:p>
                  </a:txBody>
                  <a:tcPr/>
                </a:tc>
                <a:tc>
                  <a:txBody>
                    <a:bodyPr/>
                    <a:lstStyle/>
                    <a:p>
                      <a:r>
                        <a:rPr lang="vi-VN" b="0" dirty="0"/>
                        <a:t>a</a:t>
                      </a:r>
                      <a:endParaRPr b="0" dirty="0"/>
                    </a:p>
                  </a:txBody>
                  <a:tcPr/>
                </a:tc>
                <a:tc>
                  <a:txBody>
                    <a:bodyPr/>
                    <a:lstStyle/>
                    <a:p>
                      <a:r>
                        <a:rPr lang="vi-VN" b="0" dirty="0"/>
                        <a:t>y</a:t>
                      </a:r>
                      <a:endParaRPr b="0" dirty="0"/>
                    </a:p>
                  </a:txBody>
                  <a:tcPr/>
                </a:tc>
                <a:extLst>
                  <a:ext uri="{0D108BD9-81ED-4DB2-BD59-A6C34878D82A}">
                    <a16:rowId xmlns:a16="http://schemas.microsoft.com/office/drawing/2014/main" val="3386518507"/>
                  </a:ext>
                </a:extLst>
              </a:tr>
              <a:tr h="370840">
                <a:tc>
                  <a:txBody>
                    <a:bodyPr/>
                    <a:lstStyle/>
                    <a:p>
                      <a:r>
                        <a:rPr lang="vi-VN" b="0" dirty="0"/>
                        <a:t>7</a:t>
                      </a:r>
                      <a:endParaRPr b="0" dirty="0"/>
                    </a:p>
                  </a:txBody>
                  <a:tcPr/>
                </a:tc>
                <a:tc>
                  <a:txBody>
                    <a:bodyPr/>
                    <a:lstStyle/>
                    <a:p>
                      <a:r>
                        <a:rPr lang="vi-VN" b="0" dirty="0"/>
                        <a:t>4</a:t>
                      </a:r>
                      <a:endParaRPr b="0" dirty="0"/>
                    </a:p>
                  </a:txBody>
                  <a:tcPr/>
                </a:tc>
                <a:tc>
                  <a:txBody>
                    <a:bodyPr/>
                    <a:lstStyle/>
                    <a:p>
                      <a:r>
                        <a:rPr lang="vi-VN" b="0" dirty="0"/>
                        <a:t>13</a:t>
                      </a:r>
                      <a:endParaRPr b="0" dirty="0"/>
                    </a:p>
                  </a:txBody>
                  <a:tcPr/>
                </a:tc>
                <a:tc>
                  <a:txBody>
                    <a:bodyPr/>
                    <a:lstStyle/>
                    <a:p>
                      <a:r>
                        <a:rPr lang="vi-VN" b="0" dirty="0"/>
                        <a:t>6</a:t>
                      </a:r>
                      <a:endParaRPr b="0" dirty="0"/>
                    </a:p>
                  </a:txBody>
                  <a:tcPr/>
                </a:tc>
                <a:tc>
                  <a:txBody>
                    <a:bodyPr/>
                    <a:lstStyle/>
                    <a:p>
                      <a:r>
                        <a:rPr lang="vi-VN" b="0" dirty="0"/>
                        <a:t>0</a:t>
                      </a:r>
                      <a:endParaRPr b="0" dirty="0"/>
                    </a:p>
                  </a:txBody>
                  <a:tcPr/>
                </a:tc>
                <a:tc>
                  <a:txBody>
                    <a:bodyPr/>
                    <a:lstStyle/>
                    <a:p>
                      <a:r>
                        <a:rPr lang="vi-VN" b="0" dirty="0"/>
                        <a:t>15</a:t>
                      </a:r>
                      <a:endParaRPr b="0" dirty="0"/>
                    </a:p>
                  </a:txBody>
                  <a:tcPr/>
                </a:tc>
                <a:tc>
                  <a:txBody>
                    <a:bodyPr/>
                    <a:lstStyle/>
                    <a:p>
                      <a:r>
                        <a:rPr lang="vi-VN" b="0" dirty="0"/>
                        <a:t>13</a:t>
                      </a:r>
                      <a:endParaRPr b="0" dirty="0"/>
                    </a:p>
                  </a:txBody>
                  <a:tcPr/>
                </a:tc>
                <a:tc>
                  <a:txBody>
                    <a:bodyPr/>
                    <a:lstStyle/>
                    <a:p>
                      <a:r>
                        <a:rPr lang="vi-VN" b="0" dirty="0"/>
                        <a:t>7</a:t>
                      </a:r>
                      <a:endParaRPr b="0" dirty="0"/>
                    </a:p>
                  </a:txBody>
                  <a:tcPr/>
                </a:tc>
                <a:tc>
                  <a:txBody>
                    <a:bodyPr/>
                    <a:lstStyle/>
                    <a:p>
                      <a:r>
                        <a:rPr lang="vi-VN" b="0" dirty="0"/>
                        <a:t>0</a:t>
                      </a:r>
                      <a:endParaRPr b="0" dirty="0"/>
                    </a:p>
                  </a:txBody>
                  <a:tcPr/>
                </a:tc>
                <a:tc>
                  <a:txBody>
                    <a:bodyPr/>
                    <a:lstStyle/>
                    <a:p>
                      <a:r>
                        <a:rPr lang="vi-VN" b="0" dirty="0"/>
                        <a:t>20</a:t>
                      </a:r>
                      <a:endParaRPr b="0" dirty="0"/>
                    </a:p>
                  </a:txBody>
                  <a:tcPr/>
                </a:tc>
                <a:tc>
                  <a:txBody>
                    <a:bodyPr/>
                    <a:lstStyle/>
                    <a:p>
                      <a:r>
                        <a:rPr lang="vi-VN" b="0" dirty="0"/>
                        <a:t>21</a:t>
                      </a:r>
                      <a:endParaRPr b="0" dirty="0"/>
                    </a:p>
                  </a:txBody>
                  <a:tcPr/>
                </a:tc>
                <a:tc>
                  <a:txBody>
                    <a:bodyPr/>
                    <a:lstStyle/>
                    <a:p>
                      <a:r>
                        <a:rPr lang="vi-VN" b="0" dirty="0"/>
                        <a:t>0</a:t>
                      </a:r>
                      <a:endParaRPr b="0" dirty="0"/>
                    </a:p>
                  </a:txBody>
                  <a:tcPr/>
                </a:tc>
                <a:tc>
                  <a:txBody>
                    <a:bodyPr/>
                    <a:lstStyle/>
                    <a:p>
                      <a:r>
                        <a:rPr lang="vi-VN" b="0" dirty="0"/>
                        <a:t>14</a:t>
                      </a:r>
                      <a:endParaRPr b="0" dirty="0"/>
                    </a:p>
                  </a:txBody>
                  <a:tcPr/>
                </a:tc>
                <a:tc>
                  <a:txBody>
                    <a:bodyPr/>
                    <a:lstStyle/>
                    <a:p>
                      <a:r>
                        <a:rPr lang="vi-VN" b="0" dirty="0"/>
                        <a:t>2</a:t>
                      </a:r>
                      <a:endParaRPr b="0" dirty="0"/>
                    </a:p>
                  </a:txBody>
                  <a:tcPr/>
                </a:tc>
                <a:tc>
                  <a:txBody>
                    <a:bodyPr/>
                    <a:lstStyle/>
                    <a:p>
                      <a:r>
                        <a:rPr lang="vi-VN" b="0" dirty="0"/>
                        <a:t>7</a:t>
                      </a:r>
                      <a:endParaRPr b="0" dirty="0"/>
                    </a:p>
                  </a:txBody>
                  <a:tcPr/>
                </a:tc>
                <a:tc>
                  <a:txBody>
                    <a:bodyPr/>
                    <a:lstStyle/>
                    <a:p>
                      <a:r>
                        <a:rPr lang="vi-VN" b="0" dirty="0"/>
                        <a:t>8</a:t>
                      </a:r>
                      <a:endParaRPr b="0" dirty="0"/>
                    </a:p>
                  </a:txBody>
                  <a:tcPr/>
                </a:tc>
                <a:tc>
                  <a:txBody>
                    <a:bodyPr/>
                    <a:lstStyle/>
                    <a:p>
                      <a:r>
                        <a:rPr lang="vi-VN" b="0" dirty="0"/>
                        <a:t>4</a:t>
                      </a:r>
                      <a:endParaRPr b="0" dirty="0"/>
                    </a:p>
                  </a:txBody>
                  <a:tcPr/>
                </a:tc>
                <a:tc>
                  <a:txBody>
                    <a:bodyPr/>
                    <a:lstStyle/>
                    <a:p>
                      <a:r>
                        <a:rPr lang="vi-VN" b="0" dirty="0"/>
                        <a:t>20</a:t>
                      </a:r>
                      <a:endParaRPr b="0" dirty="0"/>
                    </a:p>
                  </a:txBody>
                  <a:tcPr/>
                </a:tc>
                <a:tc>
                  <a:txBody>
                    <a:bodyPr/>
                    <a:lstStyle/>
                    <a:p>
                      <a:r>
                        <a:rPr lang="vi-VN" b="0" dirty="0"/>
                        <a:t>19</a:t>
                      </a:r>
                      <a:endParaRPr b="0" dirty="0"/>
                    </a:p>
                  </a:txBody>
                  <a:tcPr/>
                </a:tc>
                <a:tc>
                  <a:txBody>
                    <a:bodyPr/>
                    <a:lstStyle/>
                    <a:p>
                      <a:r>
                        <a:rPr lang="vi-VN" b="0" dirty="0"/>
                        <a:t>7</a:t>
                      </a:r>
                      <a:endParaRPr b="0" dirty="0"/>
                    </a:p>
                  </a:txBody>
                  <a:tcPr/>
                </a:tc>
                <a:tc>
                  <a:txBody>
                    <a:bodyPr/>
                    <a:lstStyle/>
                    <a:p>
                      <a:r>
                        <a:rPr lang="vi-VN" b="0" dirty="0"/>
                        <a:t>20</a:t>
                      </a:r>
                      <a:endParaRPr b="0" dirty="0"/>
                    </a:p>
                  </a:txBody>
                  <a:tcPr/>
                </a:tc>
                <a:tc>
                  <a:txBody>
                    <a:bodyPr/>
                    <a:lstStyle/>
                    <a:p>
                      <a:r>
                        <a:rPr lang="vi-VN" b="0" dirty="0"/>
                        <a:t>1</a:t>
                      </a:r>
                      <a:endParaRPr b="0" dirty="0"/>
                    </a:p>
                  </a:txBody>
                  <a:tcPr/>
                </a:tc>
                <a:tc>
                  <a:txBody>
                    <a:bodyPr/>
                    <a:lstStyle/>
                    <a:p>
                      <a:r>
                        <a:rPr lang="vi-VN" b="0" dirty="0"/>
                        <a:t>0</a:t>
                      </a:r>
                      <a:endParaRPr b="0" dirty="0"/>
                    </a:p>
                  </a:txBody>
                  <a:tcPr/>
                </a:tc>
                <a:tc>
                  <a:txBody>
                    <a:bodyPr/>
                    <a:lstStyle/>
                    <a:p>
                      <a:r>
                        <a:rPr lang="vi-VN" b="0" dirty="0"/>
                        <a:t>24</a:t>
                      </a:r>
                      <a:endParaRPr b="0" dirty="0"/>
                    </a:p>
                  </a:txBody>
                  <a:tcPr/>
                </a:tc>
                <a:extLst>
                  <a:ext uri="{0D108BD9-81ED-4DB2-BD59-A6C34878D82A}">
                    <a16:rowId xmlns:a16="http://schemas.microsoft.com/office/drawing/2014/main" val="39974662"/>
                  </a:ext>
                </a:extLst>
              </a:tr>
            </a:tbl>
          </a:graphicData>
        </a:graphic>
      </p:graphicFrame>
    </p:spTree>
    <p:extLst>
      <p:ext uri="{BB962C8B-B14F-4D97-AF65-F5344CB8AC3E}">
        <p14:creationId xmlns:p14="http://schemas.microsoft.com/office/powerpoint/2010/main" val="3299739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95968F2A-CA67-A3C1-A380-34B26F03748D}"/>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êu đề 2">
            <a:extLst>
              <a:ext uri="{FF2B5EF4-FFF2-40B4-BE49-F238E27FC236}">
                <a16:creationId xmlns:a16="http://schemas.microsoft.com/office/drawing/2014/main" id="{B4282639-2337-F4CC-FD52-604F85D961E0}"/>
              </a:ext>
            </a:extLst>
          </p:cNvPr>
          <p:cNvSpPr>
            <a:spLocks noGrp="1"/>
          </p:cNvSpPr>
          <p:nvPr>
            <p:ph type="title"/>
          </p:nvPr>
        </p:nvSpPr>
        <p:spPr/>
        <p:txBody>
          <a:bodyPr/>
          <a:lstStyle/>
          <a:p>
            <a:r>
              <a:rPr lang="en-US"/>
              <a:t>Mã Vigenere </a:t>
            </a:r>
            <a:endParaRPr lang="vi-VN"/>
          </a:p>
        </p:txBody>
      </p:sp>
      <mc:AlternateContent xmlns:mc="http://schemas.openxmlformats.org/markup-compatibility/2006" xmlns:a14="http://schemas.microsoft.com/office/drawing/2010/main">
        <mc:Choice Requires="a14">
          <p:sp>
            <p:nvSpPr>
              <p:cNvPr id="4" name="Chỗ dành sẵn cho Nội dung 3">
                <a:extLst>
                  <a:ext uri="{FF2B5EF4-FFF2-40B4-BE49-F238E27FC236}">
                    <a16:creationId xmlns:a16="http://schemas.microsoft.com/office/drawing/2014/main" id="{BF77056E-A9F6-1CC7-E622-832562551D76}"/>
                  </a:ext>
                </a:extLst>
              </p:cNvPr>
              <p:cNvSpPr>
                <a:spLocks noGrp="1"/>
              </p:cNvSpPr>
              <p:nvPr>
                <p:ph sz="quarter" idx="13"/>
              </p:nvPr>
            </p:nvSpPr>
            <p:spPr/>
            <p:txBody>
              <a:bodyPr/>
              <a:lstStyle/>
              <a:p>
                <a:r>
                  <a:rPr lang="en-US" sz="2800" dirty="0"/>
                  <a:t>Sơ </a:t>
                </a:r>
                <a:r>
                  <a:rPr lang="en-US" sz="2800" dirty="0" err="1"/>
                  <a:t>đồ</a:t>
                </a:r>
                <a:r>
                  <a:rPr lang="en-US" sz="2800" dirty="0"/>
                  <a:t> </a:t>
                </a:r>
                <a:r>
                  <a:rPr lang="en-US" sz="2800" dirty="0" err="1"/>
                  <a:t>hệ</a:t>
                </a:r>
                <a:r>
                  <a:rPr lang="en-US" sz="2800" dirty="0"/>
                  <a:t> </a:t>
                </a:r>
                <a:r>
                  <a:rPr lang="en-US" sz="2800" dirty="0" err="1"/>
                  <a:t>mã</a:t>
                </a:r>
                <a:r>
                  <a:rPr lang="en-US" sz="2800" dirty="0"/>
                  <a:t> </a:t>
                </a:r>
                <a:r>
                  <a:rPr lang="en-US" sz="2800" dirty="0" err="1"/>
                  <a:t>Vigenere</a:t>
                </a:r>
                <a:r>
                  <a:rPr lang="en-US" sz="2800" dirty="0"/>
                  <a:t> </a:t>
                </a:r>
                <a:r>
                  <a:rPr lang="en-US" sz="2800" dirty="0" err="1"/>
                  <a:t>được</a:t>
                </a:r>
                <a:r>
                  <a:rPr lang="en-US" sz="2800" dirty="0"/>
                  <a:t> </a:t>
                </a:r>
                <a:r>
                  <a:rPr lang="en-US" sz="2800" dirty="0" err="1"/>
                  <a:t>định</a:t>
                </a:r>
                <a:r>
                  <a:rPr lang="en-US" sz="2800" dirty="0"/>
                  <a:t> </a:t>
                </a:r>
                <a:r>
                  <a:rPr lang="en-US" sz="2800" dirty="0" err="1"/>
                  <a:t>nghĩa</a:t>
                </a:r>
                <a:r>
                  <a:rPr lang="en-US" sz="2800" dirty="0"/>
                  <a:t> </a:t>
                </a:r>
                <a:r>
                  <a:rPr lang="en-US" sz="2800" dirty="0" err="1"/>
                  <a:t>như</a:t>
                </a:r>
                <a:r>
                  <a:rPr lang="en-US" sz="2800" dirty="0"/>
                  <a:t> </a:t>
                </a:r>
                <a:r>
                  <a:rPr lang="en-US" sz="2800" dirty="0" err="1"/>
                  <a:t>sau</a:t>
                </a:r>
                <a:r>
                  <a:rPr lang="en-US" sz="2800" dirty="0"/>
                  <a:t> </a:t>
                </a:r>
              </a:p>
              <a:p>
                <a:pPr marL="0" indent="0">
                  <a:buNone/>
                </a:pPr>
                <a14:m>
                  <m:oMathPara xmlns:m="http://schemas.openxmlformats.org/officeDocument/2006/math">
                    <m:oMathParaPr>
                      <m:jc m:val="centerGroup"/>
                    </m:oMathParaPr>
                    <m:oMath xmlns:m="http://schemas.openxmlformats.org/officeDocument/2006/math">
                      <m:r>
                        <a:rPr lang="vi-VN" sz="2800" i="1" smtClean="0">
                          <a:latin typeface="Cambria Math" panose="02040503050406030204" pitchFamily="18" charset="0"/>
                          <a:ea typeface="Cambria Math" panose="02040503050406030204" pitchFamily="18" charset="0"/>
                        </a:rPr>
                        <m:t>𝒮</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𝒫</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𝒞</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𝒦</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ℰ</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𝒟</m:t>
                      </m:r>
                      <m:r>
                        <a:rPr lang="en-US" sz="2800" b="0" i="1" smtClean="0">
                          <a:latin typeface="Cambria Math" panose="02040503050406030204" pitchFamily="18" charset="0"/>
                          <a:ea typeface="Cambria Math" panose="02040503050406030204" pitchFamily="18" charset="0"/>
                        </a:rPr>
                        <m:t>)</m:t>
                      </m:r>
                    </m:oMath>
                  </m:oMathPara>
                </a14:m>
                <a:endParaRPr lang="en-US" sz="2800" dirty="0"/>
              </a:p>
              <a:p>
                <a:r>
                  <a:rPr lang="en-US" sz="2800" dirty="0" err="1"/>
                  <a:t>Trong</a:t>
                </a:r>
                <a:r>
                  <a:rPr lang="en-US" sz="2800" dirty="0"/>
                  <a:t> </a:t>
                </a:r>
                <a:r>
                  <a:rPr lang="en-US" sz="2800" dirty="0" err="1"/>
                  <a:t>đó</a:t>
                </a:r>
                <a:r>
                  <a:rPr lang="en-US" sz="2800" dirty="0"/>
                  <a:t>: </a:t>
                </a:r>
                <a14:m>
                  <m:oMath xmlns:m="http://schemas.openxmlformats.org/officeDocument/2006/math">
                    <m:r>
                      <a:rPr lang="en-US" sz="2800" b="0" i="1" smtClean="0">
                        <a:latin typeface="Cambria Math" panose="02040503050406030204" pitchFamily="18" charset="0"/>
                        <a:ea typeface="Cambria Math" panose="02040503050406030204" pitchFamily="18" charset="0"/>
                      </a:rPr>
                      <m:t>𝒫</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𝒞</m:t>
                    </m:r>
                    <m:r>
                      <a:rPr lang="vi-VN" sz="2800"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𝒦</m:t>
                    </m:r>
                    <m:r>
                      <a:rPr lang="en-US" sz="2800" b="0" i="1" smtClean="0">
                        <a:latin typeface="Cambria Math" panose="02040503050406030204" pitchFamily="18" charset="0"/>
                        <a:ea typeface="Cambria Math" panose="02040503050406030204" pitchFamily="18" charset="0"/>
                      </a:rPr>
                      <m:t>∈</m:t>
                    </m:r>
                    <m:sSubSup>
                      <m:sSubSupPr>
                        <m:ctrlPr>
                          <a:rPr lang="en-US" sz="2800" b="0" i="1" smtClean="0">
                            <a:latin typeface="Cambria Math" panose="02040503050406030204" pitchFamily="18" charset="0"/>
                            <a:ea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rPr>
                          <m:t>𝑍</m:t>
                        </m:r>
                      </m:e>
                      <m:sub>
                        <m:r>
                          <a:rPr lang="vi-VN" sz="2800" b="0" i="1" smtClean="0">
                            <a:latin typeface="Cambria Math" panose="02040503050406030204" pitchFamily="18" charset="0"/>
                            <a:ea typeface="Cambria Math" panose="02040503050406030204" pitchFamily="18" charset="0"/>
                          </a:rPr>
                          <m:t>26</m:t>
                        </m:r>
                      </m:sub>
                      <m:sup>
                        <m:r>
                          <a:rPr lang="vi-VN" sz="2800" b="0" i="1" smtClean="0">
                            <a:latin typeface="Cambria Math" panose="02040503050406030204" pitchFamily="18" charset="0"/>
                            <a:ea typeface="Cambria Math" panose="02040503050406030204" pitchFamily="18" charset="0"/>
                          </a:rPr>
                          <m:t>𝑚</m:t>
                        </m:r>
                      </m:sup>
                    </m:sSubSup>
                  </m:oMath>
                </a14:m>
                <a:r>
                  <a:rPr lang="en-US" sz="2800" dirty="0"/>
                  <a:t>, trong đó </a:t>
                </a:r>
                <a14:m>
                  <m:oMath xmlns:m="http://schemas.openxmlformats.org/officeDocument/2006/math">
                    <m:r>
                      <a:rPr lang="en-US" i="1">
                        <a:latin typeface="Cambria Math" panose="02040503050406030204" pitchFamily="18" charset="0"/>
                        <a:ea typeface="Cambria Math" panose="02040503050406030204" pitchFamily="18" charset="0"/>
                      </a:rPr>
                      <m:t>ℰ</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𝒟</m:t>
                    </m:r>
                  </m:oMath>
                </a14:m>
                <a:r>
                  <a:rPr lang="vi-VN" dirty="0"/>
                  <a:t> được cho bởi </a:t>
                </a:r>
              </a:p>
              <a:p>
                <a:pPr marL="0" indent="0">
                  <a:buNone/>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𝑒</m:t>
                          </m:r>
                        </m:e>
                        <m:sub>
                          <m:r>
                            <a:rPr lang="vi-VN" i="1">
                              <a:latin typeface="Cambria Math" panose="02040503050406030204" pitchFamily="18" charset="0"/>
                            </a:rPr>
                            <m:t>𝑘</m:t>
                          </m:r>
                        </m:sub>
                      </m:sSub>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smtClean="0">
                                  <a:latin typeface="Cambria Math" panose="02040503050406030204" pitchFamily="18" charset="0"/>
                                </a:rPr>
                                <m:t>𝑥</m:t>
                              </m:r>
                            </m:e>
                            <m:sub>
                              <m:r>
                                <a:rPr lang="vi-VN" b="0" i="1" smtClean="0">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smtClean="0">
                                  <a:latin typeface="Cambria Math" panose="02040503050406030204" pitchFamily="18" charset="0"/>
                                </a:rPr>
                                <m:t>𝑚</m:t>
                              </m:r>
                            </m:sub>
                          </m:sSub>
                        </m:e>
                      </m:d>
                      <m:r>
                        <a:rPr lang="vi-VN" b="0" i="1" smtClean="0">
                          <a:latin typeface="Cambria Math" panose="02040503050406030204" pitchFamily="18" charset="0"/>
                        </a:rPr>
                        <m:t>=</m:t>
                      </m:r>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b="0" i="1" smtClean="0">
                                  <a:latin typeface="Cambria Math" panose="02040503050406030204" pitchFamily="18" charset="0"/>
                                </a:rPr>
                                <m:t>2</m:t>
                              </m:r>
                            </m:sub>
                          </m:sSub>
                          <m:r>
                            <a:rPr lang="vi-VN" b="0" i="1" smtClean="0">
                              <a:latin typeface="Cambria Math" panose="02040503050406030204" pitchFamily="18" charset="0"/>
                            </a:rPr>
                            <m:t>, …,</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smtClean="0">
                                  <a:latin typeface="Cambria Math" panose="02040503050406030204" pitchFamily="18" charset="0"/>
                                </a:rPr>
                                <m:t>𝑚</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smtClean="0">
                                  <a:latin typeface="Cambria Math" panose="02040503050406030204" pitchFamily="18" charset="0"/>
                                </a:rPr>
                                <m:t>𝑚</m:t>
                              </m:r>
                            </m:sub>
                          </m:sSub>
                        </m:e>
                      </m:d>
                      <m:r>
                        <a:rPr lang="vi-VN" b="0" i="1" smtClean="0">
                          <a:latin typeface="Cambria Math" panose="02040503050406030204" pitchFamily="18" charset="0"/>
                        </a:rPr>
                        <m:t> </m:t>
                      </m:r>
                      <m:r>
                        <a:rPr lang="vi-VN" i="1">
                          <a:latin typeface="Cambria Math" panose="02040503050406030204" pitchFamily="18" charset="0"/>
                        </a:rPr>
                        <m:t>𝑚𝑜𝑑</m:t>
                      </m:r>
                      <m:r>
                        <a:rPr lang="vi-VN" b="0" i="1" smtClean="0">
                          <a:latin typeface="Cambria Math" panose="02040503050406030204" pitchFamily="18" charset="0"/>
                        </a:rPr>
                        <m:t> 26 </m:t>
                      </m:r>
                    </m:oMath>
                  </m:oMathPara>
                </a14:m>
                <a:endParaRPr lang="vi-VN" i="1" dirty="0"/>
              </a:p>
              <a:p>
                <a:pPr marL="0" indent="0">
                  <a:buNone/>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d</m:t>
                          </m:r>
                        </m:e>
                        <m:sub>
                          <m:r>
                            <a:rPr lang="vi-VN" i="1">
                              <a:latin typeface="Cambria Math" panose="02040503050406030204" pitchFamily="18" charset="0"/>
                            </a:rPr>
                            <m:t>𝑘</m:t>
                          </m:r>
                        </m:sub>
                      </m:sSub>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b="0" i="1" smtClean="0">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smtClean="0">
                                  <a:latin typeface="Cambria Math" panose="02040503050406030204" pitchFamily="18" charset="0"/>
                                </a:rPr>
                                <m:t>𝑚</m:t>
                              </m:r>
                            </m:sub>
                          </m:sSub>
                        </m:e>
                      </m:d>
                      <m:r>
                        <a:rPr lang="vi-VN" b="0" i="1" smtClean="0">
                          <a:latin typeface="Cambria Math" panose="02040503050406030204" pitchFamily="18" charset="0"/>
                        </a:rPr>
                        <m:t>=</m:t>
                      </m:r>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b="0" i="1" smtClean="0">
                                  <a:latin typeface="Cambria Math" panose="02040503050406030204" pitchFamily="18" charset="0"/>
                                </a:rPr>
                                <m:t>2</m:t>
                              </m:r>
                            </m:sub>
                          </m:sSub>
                          <m:r>
                            <a:rPr lang="vi-VN" b="0" i="1" smtClean="0">
                              <a:latin typeface="Cambria Math" panose="02040503050406030204" pitchFamily="18" charset="0"/>
                            </a:rPr>
                            <m:t>, …,</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smtClean="0">
                                  <a:latin typeface="Cambria Math" panose="02040503050406030204" pitchFamily="18" charset="0"/>
                                </a:rPr>
                                <m:t>𝑚</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smtClean="0">
                                  <a:latin typeface="Cambria Math" panose="02040503050406030204" pitchFamily="18" charset="0"/>
                                </a:rPr>
                                <m:t>𝑚</m:t>
                              </m:r>
                            </m:sub>
                          </m:sSub>
                        </m:e>
                      </m:d>
                      <m:r>
                        <a:rPr lang="vi-VN" b="0" i="1" smtClean="0">
                          <a:latin typeface="Cambria Math" panose="02040503050406030204" pitchFamily="18" charset="0"/>
                        </a:rPr>
                        <m:t> </m:t>
                      </m:r>
                      <m:r>
                        <a:rPr lang="vi-VN" i="1">
                          <a:latin typeface="Cambria Math" panose="02040503050406030204" pitchFamily="18" charset="0"/>
                        </a:rPr>
                        <m:t>𝑚𝑜𝑑</m:t>
                      </m:r>
                      <m:r>
                        <a:rPr lang="vi-VN" b="0" i="1" smtClean="0">
                          <a:latin typeface="Cambria Math" panose="02040503050406030204" pitchFamily="18" charset="0"/>
                        </a:rPr>
                        <m:t> 26 </m:t>
                      </m:r>
                    </m:oMath>
                  </m:oMathPara>
                </a14:m>
                <a:endParaRPr lang="vi-VN" i="1" dirty="0"/>
              </a:p>
              <a:p>
                <a:pPr marL="0" indent="0">
                  <a:buNone/>
                </a:pPr>
                <a14:m>
                  <m:oMath xmlns:m="http://schemas.openxmlformats.org/officeDocument/2006/math">
                    <m:r>
                      <a:rPr lang="vi-VN" i="1" dirty="0" smtClean="0">
                        <a:latin typeface="Cambria Math" panose="02040503050406030204" pitchFamily="18" charset="0"/>
                      </a:rPr>
                      <m:t>𝑥</m:t>
                    </m:r>
                    <m:r>
                      <a:rPr lang="vi-VN" b="0" i="1" dirty="0" smtClean="0">
                        <a:latin typeface="Cambria Math" panose="02040503050406030204" pitchFamily="18" charset="0"/>
                      </a:rPr>
                      <m:t>=</m:t>
                    </m:r>
                    <m:sSub>
                      <m:sSubPr>
                        <m:ctrlPr>
                          <a:rPr lang="vi-VN" i="1" smtClean="0">
                            <a:latin typeface="Cambria Math" panose="02040503050406030204" pitchFamily="18" charset="0"/>
                          </a:rPr>
                        </m:ctrlPr>
                      </m:sSubPr>
                      <m:e>
                        <m:r>
                          <a:rPr lang="vi-VN" b="0" i="1" smtClean="0">
                            <a:latin typeface="Cambria Math" panose="02040503050406030204" pitchFamily="18" charset="0"/>
                          </a:rPr>
                          <m:t>(</m:t>
                        </m:r>
                        <m:r>
                          <a:rPr lang="vi-VN" i="1" smtClean="0">
                            <a:latin typeface="Cambria Math" panose="02040503050406030204" pitchFamily="18" charset="0"/>
                          </a:rPr>
                          <m:t>𝑥</m:t>
                        </m:r>
                      </m:e>
                      <m:sub>
                        <m:r>
                          <a:rPr lang="vi-VN" b="0" i="1" smtClean="0">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smtClean="0">
                            <a:latin typeface="Cambria Math" panose="02040503050406030204" pitchFamily="18" charset="0"/>
                          </a:rPr>
                          <m:t>𝑚</m:t>
                        </m:r>
                      </m:sub>
                    </m:sSub>
                    <m:r>
                      <a:rPr lang="vi-VN"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𝒫</m:t>
                    </m:r>
                  </m:oMath>
                </a14:m>
                <a:r>
                  <a:rPr lang="vi-VN" i="1" dirty="0"/>
                  <a:t>,</a:t>
                </a:r>
                <a14:m>
                  <m:oMath xmlns:m="http://schemas.openxmlformats.org/officeDocument/2006/math">
                    <m:r>
                      <a:rPr lang="vi-VN" b="0" i="1" smtClean="0">
                        <a:latin typeface="Cambria Math" panose="02040503050406030204" pitchFamily="18" charset="0"/>
                      </a:rPr>
                      <m:t>   </m:t>
                    </m:r>
                    <m:r>
                      <a:rPr lang="vi-VN" i="1">
                        <a:latin typeface="Cambria Math" panose="02040503050406030204" pitchFamily="18" charset="0"/>
                      </a:rPr>
                      <m:t>𝑦</m:t>
                    </m:r>
                    <m:r>
                      <a:rPr lang="vi-VN" b="0" i="1" smtClean="0">
                        <a:latin typeface="Cambria Math" panose="02040503050406030204" pitchFamily="18" charset="0"/>
                      </a:rPr>
                      <m:t>=</m:t>
                    </m:r>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2</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𝑚</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𝒞</m:t>
                    </m:r>
                  </m:oMath>
                </a14:m>
                <a:r>
                  <a:rPr lang="vi-VN" i="1" dirty="0"/>
                  <a:t>, </a:t>
                </a:r>
                <a14:m>
                  <m:oMath xmlns:m="http://schemas.openxmlformats.org/officeDocument/2006/math">
                    <m:r>
                      <a:rPr lang="vi-VN" b="0" i="1" dirty="0">
                        <a:latin typeface="Cambria Math" panose="02040503050406030204" pitchFamily="18" charset="0"/>
                      </a:rPr>
                      <m:t>𝑘</m:t>
                    </m:r>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b="0" i="1" smtClean="0">
                            <a:latin typeface="Cambria Math" panose="02040503050406030204" pitchFamily="18" charset="0"/>
                          </a:rPr>
                          <m:t>(</m:t>
                        </m:r>
                        <m:r>
                          <a:rPr lang="vi-VN" i="1" dirty="0">
                            <a:latin typeface="Cambria Math" panose="02040503050406030204" pitchFamily="18" charset="0"/>
                          </a:rPr>
                          <m:t>𝑘</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smtClean="0">
                            <a:latin typeface="Cambria Math" panose="02040503050406030204" pitchFamily="18" charset="0"/>
                          </a:rPr>
                        </m:ctrlPr>
                      </m:sSubPr>
                      <m:e>
                        <m:r>
                          <a:rPr lang="vi-VN" i="1" dirty="0">
                            <a:latin typeface="Cambria Math" panose="02040503050406030204" pitchFamily="18" charset="0"/>
                          </a:rPr>
                          <m:t>𝑘</m:t>
                        </m:r>
                      </m:e>
                      <m:sub>
                        <m:r>
                          <a:rPr lang="vi-VN" i="1">
                            <a:latin typeface="Cambria Math" panose="02040503050406030204" pitchFamily="18" charset="0"/>
                          </a:rPr>
                          <m:t>2</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dirty="0">
                            <a:latin typeface="Cambria Math" panose="02040503050406030204" pitchFamily="18" charset="0"/>
                          </a:rPr>
                          <m:t>𝑘</m:t>
                        </m:r>
                      </m:e>
                      <m:sub>
                        <m:r>
                          <a:rPr lang="vi-VN" i="1">
                            <a:latin typeface="Cambria Math" panose="02040503050406030204" pitchFamily="18" charset="0"/>
                          </a:rPr>
                          <m:t>𝑚</m:t>
                        </m:r>
                      </m:sub>
                    </m:sSub>
                    <m:r>
                      <a:rPr lang="vi-VN"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𝒦</m:t>
                    </m:r>
                  </m:oMath>
                </a14:m>
                <a:endParaRPr lang="vi-VN" i="1" dirty="0"/>
              </a:p>
              <a:p>
                <a:pPr marL="0" indent="0">
                  <a:buNone/>
                </a:pPr>
                <a:r>
                  <a:rPr lang="en-US" dirty="0" err="1"/>
                  <a:t>Hệ</a:t>
                </a:r>
                <a:r>
                  <a:rPr lang="en-US" dirty="0"/>
                  <a:t> </a:t>
                </a:r>
                <a:r>
                  <a:rPr lang="en-US" dirty="0" err="1"/>
                  <a:t>mã</a:t>
                </a:r>
                <a:r>
                  <a:rPr lang="en-US" dirty="0"/>
                  <a:t> </a:t>
                </a:r>
                <a:r>
                  <a:rPr lang="en-US" dirty="0" err="1"/>
                  <a:t>Vigenere</a:t>
                </a:r>
                <a:r>
                  <a:rPr lang="en-US" dirty="0"/>
                  <a:t> </a:t>
                </a:r>
                <a:r>
                  <a:rPr lang="en-US" dirty="0" err="1"/>
                  <a:t>dịch</a:t>
                </a:r>
                <a:r>
                  <a:rPr lang="en-US" dirty="0"/>
                  <a:t> </a:t>
                </a:r>
                <a:r>
                  <a:rPr lang="en-US" dirty="0" err="1"/>
                  <a:t>chuyển</a:t>
                </a:r>
                <a:r>
                  <a:rPr lang="en-US" dirty="0"/>
                  <a:t> </a:t>
                </a:r>
                <a14:m>
                  <m:oMath xmlns:m="http://schemas.openxmlformats.org/officeDocument/2006/math">
                    <m:r>
                      <a:rPr lang="en-US" i="1" dirty="0" smtClean="0">
                        <a:latin typeface="Cambria Math" panose="02040503050406030204" pitchFamily="18" charset="0"/>
                      </a:rPr>
                      <m:t>𝑚</m:t>
                    </m:r>
                  </m:oMath>
                </a14:m>
                <a:r>
                  <a:rPr lang="en-US" dirty="0"/>
                  <a:t> </a:t>
                </a:r>
                <a:r>
                  <a:rPr lang="en-US" dirty="0" err="1"/>
                  <a:t>ký</a:t>
                </a:r>
                <a:r>
                  <a:rPr lang="en-US" dirty="0"/>
                  <a:t> </a:t>
                </a:r>
                <a:r>
                  <a:rPr lang="en-US" dirty="0" err="1"/>
                  <a:t>tự</a:t>
                </a:r>
                <a:r>
                  <a:rPr lang="en-US" dirty="0"/>
                  <a:t> </a:t>
                </a:r>
                <a:r>
                  <a:rPr lang="en-US" dirty="0" err="1"/>
                  <a:t>liên</a:t>
                </a:r>
                <a:r>
                  <a:rPr lang="en-US" dirty="0"/>
                  <a:t> </a:t>
                </a:r>
                <a:r>
                  <a:rPr lang="en-US" dirty="0" err="1"/>
                  <a:t>tiếp</a:t>
                </a:r>
                <a:r>
                  <a:rPr lang="en-US" dirty="0"/>
                  <a:t>. </a:t>
                </a:r>
                <a:r>
                  <a:rPr lang="en-US" dirty="0" err="1"/>
                  <a:t>Tập</a:t>
                </a:r>
                <a:r>
                  <a:rPr lang="en-US" dirty="0"/>
                  <a:t> </a:t>
                </a:r>
                <a14:m>
                  <m:oMath xmlns:m="http://schemas.openxmlformats.org/officeDocument/2006/math">
                    <m:r>
                      <a:rPr lang="en-US" i="1">
                        <a:latin typeface="Cambria Math" panose="02040503050406030204" pitchFamily="18" charset="0"/>
                        <a:ea typeface="Cambria Math" panose="02040503050406030204" pitchFamily="18" charset="0"/>
                      </a:rPr>
                      <m:t>𝒦</m:t>
                    </m:r>
                  </m:oMath>
                </a14:m>
                <a:r>
                  <a:rPr lang="vi-VN" i="1" dirty="0"/>
                  <a:t> có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vi-VN" b="0" i="1" smtClean="0">
                            <a:latin typeface="Cambria Math" panose="02040503050406030204" pitchFamily="18" charset="0"/>
                            <a:ea typeface="Cambria Math" panose="02040503050406030204" pitchFamily="18" charset="0"/>
                          </a:rPr>
                          <m:t>26</m:t>
                        </m:r>
                      </m:e>
                      <m:sub/>
                      <m:sup>
                        <m:r>
                          <a:rPr lang="vi-VN" i="1">
                            <a:latin typeface="Cambria Math" panose="02040503050406030204" pitchFamily="18" charset="0"/>
                            <a:ea typeface="Cambria Math" panose="02040503050406030204" pitchFamily="18" charset="0"/>
                          </a:rPr>
                          <m:t>𝑚</m:t>
                        </m:r>
                      </m:sup>
                    </m:sSubSup>
                    <m:r>
                      <a:rPr lang="vi-VN" b="0" i="1" smtClean="0">
                        <a:latin typeface="Cambria Math" panose="02040503050406030204" pitchFamily="18" charset="0"/>
                        <a:ea typeface="Cambria Math" panose="02040503050406030204" pitchFamily="18" charset="0"/>
                      </a:rPr>
                      <m:t> </m:t>
                    </m:r>
                  </m:oMath>
                </a14:m>
                <a:r>
                  <a:rPr lang="vi-VN" i="1" dirty="0"/>
                  <a:t> ,</a:t>
                </a:r>
                <a:r>
                  <a:rPr lang="vi-VN" dirty="0"/>
                  <a:t> không gian khoá vẫn có thể bị phá vỡ </a:t>
                </a:r>
                <a:endParaRPr lang="vi-VN" i="1" dirty="0"/>
              </a:p>
            </p:txBody>
          </p:sp>
        </mc:Choice>
        <mc:Fallback xmlns="">
          <p:sp>
            <p:nvSpPr>
              <p:cNvPr id="4" name="Chỗ dành sẵn cho Nội dung 3">
                <a:extLst>
                  <a:ext uri="{FF2B5EF4-FFF2-40B4-BE49-F238E27FC236}">
                    <a16:creationId xmlns:a16="http://schemas.microsoft.com/office/drawing/2014/main" id="{BF77056E-A9F6-1CC7-E622-832562551D76}"/>
                  </a:ext>
                </a:extLst>
              </p:cNvPr>
              <p:cNvSpPr>
                <a:spLocks noGrp="1" noRot="1" noChangeAspect="1" noMove="1" noResize="1" noEditPoints="1" noAdjustHandles="1" noChangeArrowheads="1" noChangeShapeType="1" noTextEdit="1"/>
              </p:cNvSpPr>
              <p:nvPr>
                <p:ph sz="quarter" idx="13"/>
              </p:nvPr>
            </p:nvSpPr>
            <p:spPr>
              <a:blipFill>
                <a:blip r:embed="rId2"/>
                <a:stretch>
                  <a:fillRect l="-1462" t="-2153"/>
                </a:stretch>
              </a:blipFill>
            </p:spPr>
            <p:txBody>
              <a:bodyPr/>
              <a:lstStyle/>
              <a:p>
                <a:r>
                  <a:rPr>
                    <a:noFill/>
                  </a:rPr>
                  <a:t> </a:t>
                </a:r>
              </a:p>
            </p:txBody>
          </p:sp>
        </mc:Fallback>
      </mc:AlternateContent>
    </p:spTree>
    <p:extLst>
      <p:ext uri="{BB962C8B-B14F-4D97-AF65-F5344CB8AC3E}">
        <p14:creationId xmlns:p14="http://schemas.microsoft.com/office/powerpoint/2010/main" val="2655223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488278-83ED-118F-3F5C-43F3503199B9}"/>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2">
            <a:extLst>
              <a:ext uri="{FF2B5EF4-FFF2-40B4-BE49-F238E27FC236}">
                <a16:creationId xmlns:a16="http://schemas.microsoft.com/office/drawing/2014/main" id="{D29F2BF5-697A-90CB-3694-08EBC111F286}"/>
              </a:ext>
            </a:extLst>
          </p:cNvPr>
          <p:cNvSpPr>
            <a:spLocks noGrp="1"/>
          </p:cNvSpPr>
          <p:nvPr>
            <p:ph type="title"/>
          </p:nvPr>
        </p:nvSpPr>
        <p:spPr/>
        <p:txBody>
          <a:bodyPr/>
          <a:lstStyle/>
          <a:p>
            <a:r>
              <a:rPr lang="en-US" dirty="0" err="1"/>
              <a:t>Ví</a:t>
            </a:r>
            <a:r>
              <a:rPr lang="en-US" dirty="0"/>
              <a:t> </a:t>
            </a:r>
            <a:r>
              <a:rPr lang="en-US" dirty="0" err="1"/>
              <a:t>dụ</a:t>
            </a:r>
            <a:r>
              <a:rPr lang="en-US" dirty="0"/>
              <a:t> 2</a:t>
            </a:r>
            <a:endParaRPr dirty="0"/>
          </a:p>
        </p:txBody>
      </p:sp>
      <p:sp>
        <p:nvSpPr>
          <p:cNvPr id="4" name="Content Placeholder 3">
            <a:extLst>
              <a:ext uri="{FF2B5EF4-FFF2-40B4-BE49-F238E27FC236}">
                <a16:creationId xmlns:a16="http://schemas.microsoft.com/office/drawing/2014/main" id="{82B6127C-3A3B-2682-FD79-B8F3E8E2F2C3}"/>
              </a:ext>
            </a:extLst>
          </p:cNvPr>
          <p:cNvSpPr>
            <a:spLocks noGrp="1"/>
          </p:cNvSpPr>
          <p:nvPr>
            <p:ph sz="quarter" idx="13"/>
          </p:nvPr>
        </p:nvSpPr>
        <p:spPr/>
        <p:txBody>
          <a:bodyPr/>
          <a:lstStyle/>
          <a:p>
            <a:r>
              <a:rPr lang="en-VN" dirty="0"/>
              <a:t>Cho m = 6, K = (2,8,15,7,4,17)</a:t>
            </a:r>
          </a:p>
          <a:p>
            <a:r>
              <a:rPr lang="en-US" dirty="0"/>
              <a:t>Cho </a:t>
            </a:r>
            <a:r>
              <a:rPr lang="en-US" dirty="0" err="1"/>
              <a:t>bản</a:t>
            </a:r>
            <a:r>
              <a:rPr lang="en-US" dirty="0"/>
              <a:t> </a:t>
            </a:r>
            <a:r>
              <a:rPr lang="en-US" dirty="0" err="1"/>
              <a:t>rõ</a:t>
            </a:r>
            <a:r>
              <a:rPr lang="en-US" dirty="0"/>
              <a:t>: </a:t>
            </a:r>
            <a:r>
              <a:rPr lang="en-US" dirty="0" err="1"/>
              <a:t>Hengapnhauvaochieuthubay</a:t>
            </a:r>
            <a:endParaRPr lang="en-US" dirty="0"/>
          </a:p>
          <a:p>
            <a:r>
              <a:rPr lang="en-US" dirty="0" err="1"/>
              <a:t>Tìm</a:t>
            </a:r>
            <a:r>
              <a:rPr lang="en-US" dirty="0"/>
              <a:t> </a:t>
            </a:r>
            <a:r>
              <a:rPr lang="en-US" dirty="0" err="1"/>
              <a:t>bản</a:t>
            </a:r>
            <a:r>
              <a:rPr lang="en-US" dirty="0"/>
              <a:t> </a:t>
            </a:r>
            <a:r>
              <a:rPr lang="en-US" dirty="0" err="1"/>
              <a:t>mã</a:t>
            </a:r>
            <a:r>
              <a:rPr lang="en-US" dirty="0"/>
              <a:t> </a:t>
            </a:r>
          </a:p>
          <a:p>
            <a:endParaRPr lang="en-VN" dirty="0"/>
          </a:p>
          <a:p>
            <a:endParaRPr lang="en-VN" dirty="0"/>
          </a:p>
          <a:p>
            <a:pPr marL="0" indent="0">
              <a:buNone/>
            </a:pPr>
            <a:endParaRPr dirty="0"/>
          </a:p>
        </p:txBody>
      </p:sp>
    </p:spTree>
    <p:extLst>
      <p:ext uri="{BB962C8B-B14F-4D97-AF65-F5344CB8AC3E}">
        <p14:creationId xmlns:p14="http://schemas.microsoft.com/office/powerpoint/2010/main" val="1181565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C088C6-563F-21CA-C0D3-330CEFBDCF4D}"/>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2">
            <a:extLst>
              <a:ext uri="{FF2B5EF4-FFF2-40B4-BE49-F238E27FC236}">
                <a16:creationId xmlns:a16="http://schemas.microsoft.com/office/drawing/2014/main" id="{71C00312-A042-8CE4-2C53-49C42CE4CC65}"/>
              </a:ext>
            </a:extLst>
          </p:cNvPr>
          <p:cNvSpPr>
            <a:spLocks noGrp="1"/>
          </p:cNvSpPr>
          <p:nvPr>
            <p:ph type="title"/>
          </p:nvPr>
        </p:nvSpPr>
        <p:spPr/>
        <p:txBody>
          <a:bodyPr/>
          <a:lstStyle/>
          <a:p>
            <a:r>
              <a:rPr lang="en-VN" dirty="0"/>
              <a:t>Thám mã đối với mật mã Affine</a:t>
            </a:r>
            <a:endParaRPr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77BF90D-5BB3-616F-9874-1D2E4CC60106}"/>
                  </a:ext>
                </a:extLst>
              </p:cNvPr>
              <p:cNvSpPr>
                <a:spLocks noGrp="1"/>
              </p:cNvSpPr>
              <p:nvPr>
                <p:ph sz="quarter" idx="13"/>
              </p:nvPr>
            </p:nvSpPr>
            <p:spPr/>
            <p:txBody>
              <a:bodyPr/>
              <a:lstStyle/>
              <a:p>
                <a:r>
                  <a:rPr lang="en-VN" dirty="0"/>
                  <a:t>Khoá mã affine có dạng </a:t>
                </a:r>
                <a14:m>
                  <m:oMath xmlns:m="http://schemas.openxmlformats.org/officeDocument/2006/math">
                    <m:r>
                      <a:rPr lang="en-US" sz="2800" i="1" smtClean="0">
                        <a:latin typeface="Cambria Math" panose="02040503050406030204" pitchFamily="18" charset="0"/>
                        <a:ea typeface="Cambria Math" panose="02040503050406030204" pitchFamily="18" charset="0"/>
                      </a:rPr>
                      <m:t>𝒦</m:t>
                    </m:r>
                    <m:r>
                      <a:rPr lang="en-US" sz="2800" b="0" i="0" smtClean="0">
                        <a:latin typeface="Cambria Math" panose="02040503050406030204" pitchFamily="18" charset="0"/>
                        <a:ea typeface="Cambria Math" panose="02040503050406030204" pitchFamily="18" charset="0"/>
                      </a:rPr>
                      <m:t>=</m:t>
                    </m:r>
                    <m:d>
                      <m:dPr>
                        <m:begChr m:val="{"/>
                        <m:endChr m:val="|"/>
                        <m:ctrlPr>
                          <a:rPr lang="en-US" sz="2800" b="0" i="1" smtClean="0">
                            <a:latin typeface="Cambria Math" panose="02040503050406030204" pitchFamily="18" charset="0"/>
                            <a:ea typeface="Cambria Math" panose="02040503050406030204" pitchFamily="18" charset="0"/>
                          </a:rPr>
                        </m:ctrlPr>
                      </m:dPr>
                      <m:e>
                        <m:d>
                          <m:dPr>
                            <m:ctrlPr>
                              <a:rPr lang="en-US" sz="2800" b="0" i="1" smtClean="0">
                                <a:latin typeface="Cambria Math" panose="02040503050406030204" pitchFamily="18" charset="0"/>
                                <a:ea typeface="Cambria Math" panose="02040503050406030204" pitchFamily="18" charset="0"/>
                              </a:rPr>
                            </m:ctrlPr>
                          </m:dPr>
                          <m:e>
                            <m:r>
                              <m:rPr>
                                <m:sty m:val="p"/>
                              </m:rPr>
                              <a:rPr lang="en-US" sz="2800" b="0" i="0" smtClean="0">
                                <a:latin typeface="Cambria Math" panose="02040503050406030204" pitchFamily="18" charset="0"/>
                                <a:ea typeface="Cambria Math" panose="02040503050406030204" pitchFamily="18" charset="0"/>
                              </a:rPr>
                              <m:t>a</m:t>
                            </m:r>
                            <m:r>
                              <a:rPr lang="en-US" sz="2800" b="0" i="0" smtClean="0">
                                <a:latin typeface="Cambria Math" panose="02040503050406030204" pitchFamily="18" charset="0"/>
                                <a:ea typeface="Cambria Math" panose="02040503050406030204" pitchFamily="18" charset="0"/>
                              </a:rPr>
                              <m:t>,</m:t>
                            </m:r>
                            <m:r>
                              <m:rPr>
                                <m:sty m:val="p"/>
                              </m:rPr>
                              <a:rPr lang="en-US" sz="2800" b="0" i="0" smtClean="0">
                                <a:latin typeface="Cambria Math" panose="02040503050406030204" pitchFamily="18" charset="0"/>
                                <a:ea typeface="Cambria Math" panose="02040503050406030204" pitchFamily="18" charset="0"/>
                              </a:rPr>
                              <m:t>b</m:t>
                            </m:r>
                          </m:e>
                        </m:d>
                        <m:r>
                          <a:rPr lang="en-US" sz="2800" i="1" smtClean="0">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𝑍</m:t>
                            </m:r>
                          </m:e>
                          <m:sub>
                            <m:r>
                              <a:rPr lang="en-US" sz="2800" i="1">
                                <a:latin typeface="Cambria Math" panose="02040503050406030204" pitchFamily="18" charset="0"/>
                                <a:ea typeface="Cambria Math" panose="02040503050406030204" pitchFamily="18" charset="0"/>
                              </a:rPr>
                              <m:t>26</m:t>
                            </m:r>
                          </m:sub>
                        </m:sSub>
                        <m:sSub>
                          <m:sSubPr>
                            <m:ctrlPr>
                              <a:rPr lang="en-US" sz="2800" i="1" smtClean="0">
                                <a:latin typeface="Cambria Math" panose="02040503050406030204" pitchFamily="18" charset="0"/>
                                <a:ea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𝑍</m:t>
                            </m:r>
                          </m:e>
                          <m:sub>
                            <m:r>
                              <a:rPr lang="en-US" sz="2800" i="1">
                                <a:latin typeface="Cambria Math" panose="02040503050406030204" pitchFamily="18" charset="0"/>
                                <a:ea typeface="Cambria Math" panose="02040503050406030204" pitchFamily="18" charset="0"/>
                              </a:rPr>
                              <m:t>26</m:t>
                            </m:r>
                          </m:sub>
                        </m:sSub>
                        <m:r>
                          <a:rPr lang="en-US" sz="2800" b="0" i="0" smtClean="0">
                            <a:latin typeface="Cambria Math" panose="02040503050406030204" pitchFamily="18" charset="0"/>
                            <a:ea typeface="Cambria Math" panose="02040503050406030204" pitchFamily="18" charset="0"/>
                          </a:rPr>
                          <m:t> </m:t>
                        </m:r>
                      </m:e>
                    </m:d>
                    <m:r>
                      <m:rPr>
                        <m:sty m:val="p"/>
                      </m:rPr>
                      <a:rPr lang="en-US" sz="2800" b="0" i="0" smtClean="0">
                        <a:latin typeface="Cambria Math" panose="02040503050406030204" pitchFamily="18" charset="0"/>
                        <a:ea typeface="Cambria Math" panose="02040503050406030204" pitchFamily="18" charset="0"/>
                      </a:rPr>
                      <m:t>gcd</m:t>
                    </m:r>
                    <m:r>
                      <a:rPr lang="en-US" sz="2800" b="0" i="0" smtClean="0">
                        <a:latin typeface="Cambria Math" panose="02040503050406030204" pitchFamily="18" charset="0"/>
                        <a:ea typeface="Cambria Math" panose="02040503050406030204" pitchFamily="18" charset="0"/>
                      </a:rPr>
                      <m:t> </m:t>
                    </m:r>
                    <m:d>
                      <m:dPr>
                        <m:ctrlPr>
                          <a:rPr lang="en-US" sz="2800" b="0" i="1" smtClean="0">
                            <a:latin typeface="Cambria Math" panose="02040503050406030204" pitchFamily="18" charset="0"/>
                            <a:ea typeface="Cambria Math" panose="02040503050406030204" pitchFamily="18" charset="0"/>
                          </a:rPr>
                        </m:ctrlPr>
                      </m:dPr>
                      <m:e>
                        <m:r>
                          <m:rPr>
                            <m:sty m:val="p"/>
                          </m:rPr>
                          <a:rPr lang="en-US" sz="2800" b="0" i="0" smtClean="0">
                            <a:latin typeface="Cambria Math" panose="02040503050406030204" pitchFamily="18" charset="0"/>
                            <a:ea typeface="Cambria Math" panose="02040503050406030204" pitchFamily="18" charset="0"/>
                          </a:rPr>
                          <m:t>a</m:t>
                        </m:r>
                        <m:r>
                          <a:rPr lang="en-US" sz="2800" b="0" i="0" smtClean="0">
                            <a:latin typeface="Cambria Math" panose="02040503050406030204" pitchFamily="18" charset="0"/>
                            <a:ea typeface="Cambria Math" panose="02040503050406030204" pitchFamily="18" charset="0"/>
                          </a:rPr>
                          <m:t>,26</m:t>
                        </m:r>
                      </m:e>
                    </m:d>
                    <m:r>
                      <a:rPr lang="en-US" sz="2800" b="0" i="0" smtClean="0">
                        <a:latin typeface="Cambria Math" panose="02040503050406030204" pitchFamily="18" charset="0"/>
                        <a:ea typeface="Cambria Math" panose="02040503050406030204" pitchFamily="18" charset="0"/>
                      </a:rPr>
                      <m:t>=1}</m:t>
                    </m:r>
                  </m:oMath>
                </a14:m>
                <a:endParaRPr lang="en-VN" dirty="0"/>
              </a:p>
              <a:p>
                <a:r>
                  <a:rPr lang="en-US" dirty="0"/>
                  <a:t>B</a:t>
                </a:r>
                <a:r>
                  <a:rPr lang="en-VN" dirty="0"/>
                  <a:t>ản rõ và bản mã có quan hệ toán học </a:t>
                </a:r>
              </a:p>
              <a:p>
                <a14:m>
                  <m:oMath xmlns:m="http://schemas.openxmlformats.org/officeDocument/2006/math">
                    <m:r>
                      <a:rPr lang="en-US" sz="2800" b="0" i="1" dirty="0">
                        <a:latin typeface="Cambria Math" panose="02040503050406030204" pitchFamily="18" charset="0"/>
                        <a:ea typeface="Cambria Math" panose="02040503050406030204" pitchFamily="18" charset="0"/>
                      </a:rPr>
                      <m:t>𝑦</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𝑎𝑥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𝑏</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𝑚𝑜𝑑</m:t>
                    </m:r>
                    <m:r>
                      <a:rPr lang="en-US" sz="2800" b="0" i="1" smtClean="0">
                        <a:latin typeface="Cambria Math" panose="02040503050406030204" pitchFamily="18" charset="0"/>
                        <a:ea typeface="Cambria Math" panose="02040503050406030204" pitchFamily="18" charset="0"/>
                      </a:rPr>
                      <m:t> 26</m:t>
                    </m:r>
                  </m:oMath>
                </a14:m>
                <a:endParaRPr lang="en-US" sz="2800" b="0" dirty="0">
                  <a:ea typeface="Cambria Math" panose="02040503050406030204" pitchFamily="18" charset="0"/>
                </a:endParaRPr>
              </a:p>
              <a:p>
                <a:r>
                  <a:rPr lang="en-VN" dirty="0"/>
                  <a:t>Nếu biết 2 cặp </a:t>
                </a:r>
                <a14:m>
                  <m:oMath xmlns:m="http://schemas.openxmlformats.org/officeDocument/2006/math">
                    <m:r>
                      <a:rPr lang="en-VN" i="1" dirty="0" smtClean="0">
                        <a:latin typeface="Cambria Math" panose="02040503050406030204" pitchFamily="18" charset="0"/>
                      </a:rPr>
                      <m:t>(</m:t>
                    </m:r>
                    <m:r>
                      <a:rPr lang="en-VN" i="1" dirty="0" smtClean="0">
                        <a:latin typeface="Cambria Math" panose="02040503050406030204" pitchFamily="18" charset="0"/>
                      </a:rPr>
                      <m:t>𝑥</m:t>
                    </m:r>
                    <m:r>
                      <a:rPr lang="en-VN" i="1" dirty="0" smtClean="0">
                        <a:latin typeface="Cambria Math" panose="02040503050406030204" pitchFamily="18" charset="0"/>
                      </a:rPr>
                      <m:t>, </m:t>
                    </m:r>
                    <m:r>
                      <a:rPr lang="en-VN" i="1" dirty="0" smtClean="0">
                        <a:latin typeface="Cambria Math" panose="02040503050406030204" pitchFamily="18" charset="0"/>
                      </a:rPr>
                      <m:t>𝑦</m:t>
                    </m:r>
                    <m:r>
                      <a:rPr lang="en-VN" i="1" dirty="0" smtClean="0">
                        <a:latin typeface="Cambria Math" panose="02040503050406030204" pitchFamily="18" charset="0"/>
                      </a:rPr>
                      <m:t>) </m:t>
                    </m:r>
                  </m:oMath>
                </a14:m>
                <a:r>
                  <a:rPr lang="en-VN" dirty="0"/>
                  <a:t>có thể giải phương trình tuyến tính để tìm </a:t>
                </a:r>
                <a14:m>
                  <m:oMath xmlns:m="http://schemas.openxmlformats.org/officeDocument/2006/math">
                    <m:r>
                      <a:rPr lang="en-VN" i="1" dirty="0" smtClean="0">
                        <a:latin typeface="Cambria Math" panose="02040503050406030204" pitchFamily="18" charset="0"/>
                      </a:rPr>
                      <m:t>(</m:t>
                    </m:r>
                    <m:r>
                      <a:rPr lang="en-VN" i="1" dirty="0" smtClean="0">
                        <a:latin typeface="Cambria Math" panose="02040503050406030204" pitchFamily="18" charset="0"/>
                      </a:rPr>
                      <m:t>𝑎</m:t>
                    </m:r>
                    <m:r>
                      <a:rPr lang="en-VN" i="1" dirty="0" smtClean="0">
                        <a:latin typeface="Cambria Math" panose="02040503050406030204" pitchFamily="18" charset="0"/>
                      </a:rPr>
                      <m:t>, </m:t>
                    </m:r>
                    <m:r>
                      <a:rPr lang="en-VN" i="1" dirty="0" smtClean="0">
                        <a:latin typeface="Cambria Math" panose="02040503050406030204" pitchFamily="18" charset="0"/>
                      </a:rPr>
                      <m:t>𝑏</m:t>
                    </m:r>
                    <m:r>
                      <a:rPr lang="en-VN" i="1" dirty="0" smtClean="0">
                        <a:latin typeface="Cambria Math" panose="02040503050406030204" pitchFamily="18" charset="0"/>
                      </a:rPr>
                      <m:t>)</m:t>
                    </m:r>
                  </m:oMath>
                </a14:m>
                <a:endParaRPr dirty="0"/>
              </a:p>
            </p:txBody>
          </p:sp>
        </mc:Choice>
        <mc:Fallback xmlns="">
          <p:sp>
            <p:nvSpPr>
              <p:cNvPr id="4" name="Content Placeholder 3">
                <a:extLst>
                  <a:ext uri="{FF2B5EF4-FFF2-40B4-BE49-F238E27FC236}">
                    <a16:creationId xmlns:a16="http://schemas.microsoft.com/office/drawing/2014/main" id="{D77BF90D-5BB3-616F-9874-1D2E4CC60106}"/>
                  </a:ext>
                </a:extLst>
              </p:cNvPr>
              <p:cNvSpPr>
                <a:spLocks noGrp="1" noRot="1" noChangeAspect="1" noMove="1" noResize="1" noEditPoints="1" noAdjustHandles="1" noChangeArrowheads="1" noChangeShapeType="1" noTextEdit="1"/>
              </p:cNvSpPr>
              <p:nvPr>
                <p:ph sz="quarter" idx="13"/>
              </p:nvPr>
            </p:nvSpPr>
            <p:spPr>
              <a:blipFill>
                <a:blip r:embed="rId3"/>
                <a:stretch>
                  <a:fillRect l="-1170" t="-14115"/>
                </a:stretch>
              </a:blipFill>
            </p:spPr>
            <p:txBody>
              <a:bodyPr/>
              <a:lstStyle/>
              <a:p>
                <a:r>
                  <a:rPr>
                    <a:noFill/>
                  </a:rPr>
                  <a:t> </a:t>
                </a:r>
              </a:p>
            </p:txBody>
          </p:sp>
        </mc:Fallback>
      </mc:AlternateContent>
    </p:spTree>
    <p:extLst>
      <p:ext uri="{BB962C8B-B14F-4D97-AF65-F5344CB8AC3E}">
        <p14:creationId xmlns:p14="http://schemas.microsoft.com/office/powerpoint/2010/main" val="645378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1C1447-7AF3-4673-CEC4-D766FF3029A7}"/>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3" name="Title 2">
            <a:extLst>
              <a:ext uri="{FF2B5EF4-FFF2-40B4-BE49-F238E27FC236}">
                <a16:creationId xmlns:a16="http://schemas.microsoft.com/office/drawing/2014/main" id="{D1594385-EF47-2521-D533-529DC44DEE3B}"/>
              </a:ext>
            </a:extLst>
          </p:cNvPr>
          <p:cNvSpPr>
            <a:spLocks noGrp="1"/>
          </p:cNvSpPr>
          <p:nvPr>
            <p:ph type="title"/>
          </p:nvPr>
        </p:nvSpPr>
        <p:spPr/>
        <p:txBody>
          <a:bodyPr/>
          <a:lstStyle/>
          <a:p>
            <a:r>
              <a:rPr lang="en-VN" dirty="0"/>
              <a:t>Ví dụ thám mã Affine </a:t>
            </a:r>
            <a:endParaRPr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1F96F30-9C04-3D7D-DA87-538515146229}"/>
                  </a:ext>
                </a:extLst>
              </p:cNvPr>
              <p:cNvSpPr>
                <a:spLocks noGrp="1"/>
              </p:cNvSpPr>
              <p:nvPr>
                <p:ph sz="quarter" idx="13"/>
              </p:nvPr>
            </p:nvSpPr>
            <p:spPr>
              <a:xfrm>
                <a:off x="219217" y="761734"/>
                <a:ext cx="8674100" cy="5625814"/>
              </a:xfrm>
            </p:spPr>
            <p:txBody>
              <a:bodyPr/>
              <a:lstStyle/>
              <a:p>
                <a:r>
                  <a:rPr lang="en-US" sz="2600" dirty="0"/>
                  <a:t>C</a:t>
                </a:r>
                <a:r>
                  <a:rPr lang="en-VN" sz="2600" dirty="0"/>
                  <a:t>ho bản mật mã </a:t>
                </a:r>
                <a:r>
                  <a:rPr lang="en-VN" sz="2600" i="1" dirty="0"/>
                  <a:t>fmxvedkaphferbnfkrxrsrefmorudsdkdvshvufedkaprkdlyevlrhhrh</a:t>
                </a:r>
              </a:p>
              <a:p>
                <a:r>
                  <a:rPr lang="en-VN" sz="2600" dirty="0"/>
                  <a:t>Tính tần xuất hiện các ký tự: r – 8, d – 7, e, k, h – 5, f,s,v – 4 , …</a:t>
                </a:r>
              </a:p>
              <a:p>
                <a:r>
                  <a:rPr lang="en-VN" sz="2600" dirty="0"/>
                  <a:t>Giả thiết 1:  r là mã của e, d là mã của t </a:t>
                </a:r>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4</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 17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19</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 3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r>
                  <a:rPr lang="en-VN" sz="2600" dirty="0"/>
                  <a:t>Ta có: a = 6, b = 19, gcd(a, 26) = 2 -&gt; không thoả </a:t>
                </a:r>
              </a:p>
              <a:p>
                <a:r>
                  <a:rPr lang="en-VN" sz="2600" dirty="0"/>
                  <a:t>Giả thiết 2:  r là mã của e, h là mã của t </a:t>
                </a:r>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4</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 17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19</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=7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r>
                  <a:rPr lang="en-VN" sz="2600" dirty="0"/>
                  <a:t>Ta có: a = 3, b = 5, gcd(a, 26) = 1 -&gt; thoả </a:t>
                </a:r>
              </a:p>
              <a:p>
                <a:pPr marL="0" indent="0">
                  <a:buNone/>
                </a:pPr>
                <a:endParaRPr sz="2600" dirty="0"/>
              </a:p>
            </p:txBody>
          </p:sp>
        </mc:Choice>
        <mc:Fallback xmlns="">
          <p:sp>
            <p:nvSpPr>
              <p:cNvPr id="4" name="Content Placeholder 3">
                <a:extLst>
                  <a:ext uri="{FF2B5EF4-FFF2-40B4-BE49-F238E27FC236}">
                    <a16:creationId xmlns:a16="http://schemas.microsoft.com/office/drawing/2014/main" id="{81F96F30-9C04-3D7D-DA87-538515146229}"/>
                  </a:ext>
                </a:extLst>
              </p:cNvPr>
              <p:cNvSpPr>
                <a:spLocks noGrp="1" noRot="1" noChangeAspect="1" noMove="1" noResize="1" noEditPoints="1" noAdjustHandles="1" noChangeArrowheads="1" noChangeShapeType="1" noTextEdit="1"/>
              </p:cNvSpPr>
              <p:nvPr>
                <p:ph sz="quarter" idx="13"/>
              </p:nvPr>
            </p:nvSpPr>
            <p:spPr>
              <a:xfrm>
                <a:off x="219217" y="761734"/>
                <a:ext cx="8674100" cy="5625814"/>
              </a:xfrm>
              <a:blipFill>
                <a:blip r:embed="rId2"/>
                <a:stretch>
                  <a:fillRect l="-1170" t="-1802" r="-439"/>
                </a:stretch>
              </a:blipFill>
            </p:spPr>
            <p:txBody>
              <a:bodyPr/>
              <a:lstStyle/>
              <a:p>
                <a:r>
                  <a:rPr>
                    <a:noFill/>
                  </a:rPr>
                  <a:t> </a:t>
                </a:r>
              </a:p>
            </p:txBody>
          </p:sp>
        </mc:Fallback>
      </mc:AlternateContent>
    </p:spTree>
    <p:extLst>
      <p:ext uri="{BB962C8B-B14F-4D97-AF65-F5344CB8AC3E}">
        <p14:creationId xmlns:p14="http://schemas.microsoft.com/office/powerpoint/2010/main" val="2930609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CEF6C8-ACA4-A386-487B-0727B8912656}"/>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3" name="Title 2">
            <a:extLst>
              <a:ext uri="{FF2B5EF4-FFF2-40B4-BE49-F238E27FC236}">
                <a16:creationId xmlns:a16="http://schemas.microsoft.com/office/drawing/2014/main" id="{2B5DFD02-2F93-1930-EF9A-A8C49FD9C8DE}"/>
              </a:ext>
            </a:extLst>
          </p:cNvPr>
          <p:cNvSpPr>
            <a:spLocks noGrp="1"/>
          </p:cNvSpPr>
          <p:nvPr>
            <p:ph type="title"/>
          </p:nvPr>
        </p:nvSpPr>
        <p:spPr/>
        <p:txBody>
          <a:bodyPr/>
          <a:lstStyle/>
          <a:p>
            <a:r>
              <a:rPr lang="vi-VN" dirty="0"/>
              <a:t>Mã Polyalphabetic</a:t>
            </a:r>
            <a:br>
              <a:rPr lang="en-US" dirty="0"/>
            </a:br>
            <a:endParaRPr dirty="0"/>
          </a:p>
        </p:txBody>
      </p:sp>
      <p:sp>
        <p:nvSpPr>
          <p:cNvPr id="4" name="Content Placeholder 3">
            <a:extLst>
              <a:ext uri="{FF2B5EF4-FFF2-40B4-BE49-F238E27FC236}">
                <a16:creationId xmlns:a16="http://schemas.microsoft.com/office/drawing/2014/main" id="{66112ADE-F530-2B0E-5FA4-D0AD2FAC18E7}"/>
              </a:ext>
            </a:extLst>
          </p:cNvPr>
          <p:cNvSpPr>
            <a:spLocks noGrp="1"/>
          </p:cNvSpPr>
          <p:nvPr>
            <p:ph sz="quarter" idx="13"/>
          </p:nvPr>
        </p:nvSpPr>
        <p:spPr/>
        <p:txBody>
          <a:bodyPr/>
          <a:lstStyle/>
          <a:p>
            <a:r>
              <a:rPr lang="en-US" sz="3600" i="1" dirty="0">
                <a:effectLst/>
                <a:latin typeface="+mn-lt"/>
              </a:rPr>
              <a:t>VIGENE`RE CIPHER </a:t>
            </a:r>
            <a:endParaRPr lang="en-US" sz="3600" dirty="0">
              <a:latin typeface="+mn-lt"/>
            </a:endParaRPr>
          </a:p>
          <a:p>
            <a:r>
              <a:rPr lang="en-US" sz="3600" dirty="0">
                <a:effectLst/>
                <a:latin typeface="+mn-lt"/>
              </a:rPr>
              <a:t>One-Time Pad </a:t>
            </a:r>
            <a:endParaRPr lang="en-US" sz="3600" dirty="0">
              <a:latin typeface="+mn-lt"/>
            </a:endParaRPr>
          </a:p>
          <a:p>
            <a:r>
              <a:rPr lang="en-US" sz="3600" dirty="0">
                <a:effectLst/>
                <a:latin typeface="+mn-lt"/>
              </a:rPr>
              <a:t>TRANSPOSITION TECHNIQUES </a:t>
            </a:r>
            <a:endParaRPr lang="en-US" sz="3600" dirty="0">
              <a:latin typeface="+mn-lt"/>
            </a:endParaRPr>
          </a:p>
          <a:p>
            <a:r>
              <a:rPr lang="vi-VN" sz="3600" dirty="0">
                <a:latin typeface="+mn-lt"/>
              </a:rPr>
              <a:t>Roto Machines </a:t>
            </a:r>
            <a:endParaRPr sz="3600" dirty="0">
              <a:latin typeface="+mn-lt"/>
            </a:endParaRPr>
          </a:p>
        </p:txBody>
      </p:sp>
    </p:spTree>
    <p:extLst>
      <p:ext uri="{BB962C8B-B14F-4D97-AF65-F5344CB8AC3E}">
        <p14:creationId xmlns:p14="http://schemas.microsoft.com/office/powerpoint/2010/main" val="3179391801"/>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6E0A591440FD4BB24A6FC7027A4F9B" ma:contentTypeVersion="0" ma:contentTypeDescription="Create a new document." ma:contentTypeScope="" ma:versionID="0cdb238342832eee5c5d1cab49339010">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35A230B-2EAF-4BFF-90F2-54534BE4B56E}">
  <ds:schemaRefs>
    <ds:schemaRef ds:uri="http://schemas.microsoft.com/sharepoint/v3/contenttype/forms"/>
  </ds:schemaRefs>
</ds:datastoreItem>
</file>

<file path=customXml/itemProps2.xml><?xml version="1.0" encoding="utf-8"?>
<ds:datastoreItem xmlns:ds="http://schemas.openxmlformats.org/officeDocument/2006/customXml" ds:itemID="{0156F20B-DB43-4BC8-854D-1934B95C1D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549CBAC0-B4DF-4D02-9E69-AB76F9D07A2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3689</TotalTime>
  <Words>2131</Words>
  <Application>Microsoft Office PowerPoint</Application>
  <PresentationFormat>On-screen Show (4:3)</PresentationFormat>
  <Paragraphs>302</Paragraphs>
  <Slides>27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Courier</vt:lpstr>
      <vt:lpstr>TimesTen</vt:lpstr>
      <vt:lpstr>Arial</vt:lpstr>
      <vt:lpstr>Calibri</vt:lpstr>
      <vt:lpstr>Cambria Math</vt:lpstr>
      <vt:lpstr>Lato</vt:lpstr>
      <vt:lpstr>Roboto</vt:lpstr>
      <vt:lpstr>Office Theme</vt:lpstr>
      <vt:lpstr>PowerPoint Presentation</vt:lpstr>
      <vt:lpstr>PowerPoint Presentation</vt:lpstr>
      <vt:lpstr>CHƯƠNG 1: GIỚI THIỆU </vt:lpstr>
      <vt:lpstr>Lịch sử </vt:lpstr>
      <vt:lpstr>Mật mã nguyên thuỷ </vt:lpstr>
      <vt:lpstr>Monoalphabetic Ciphers: Mã đơn ký tự</vt:lpstr>
      <vt:lpstr>Monoalphabetic Ciphers: Mã đơn ký tự</vt:lpstr>
      <vt:lpstr>Monoalphabetic Ciphers: Mã đơn ký tự</vt:lpstr>
      <vt:lpstr>Monoalphabetic Ciphers</vt:lpstr>
      <vt:lpstr>Bài tập </vt:lpstr>
      <vt:lpstr>Bài tập </vt:lpstr>
      <vt:lpstr>Ví dụ phân tích mã Monoalphabetic Ciphers</vt:lpstr>
      <vt:lpstr>Ví dụ phân tích mã Monoalphabetic Ciphers</vt:lpstr>
      <vt:lpstr>Bài tập phân tích mã Monoalphabetic Ciphers</vt:lpstr>
      <vt:lpstr>Mã Playfair </vt:lpstr>
      <vt:lpstr>Mã Playfair </vt:lpstr>
      <vt:lpstr>Mã Playfair </vt:lpstr>
      <vt:lpstr>Mã Playfair </vt:lpstr>
      <vt:lpstr>Mã Playfair </vt:lpstr>
      <vt:lpstr>Mã Affine </vt:lpstr>
      <vt:lpstr>Bài tập trên lớp</vt:lpstr>
      <vt:lpstr>Ví dụ 1 </vt:lpstr>
      <vt:lpstr>Mã Vigenere </vt:lpstr>
      <vt:lpstr>Ví dụ 2</vt:lpstr>
      <vt:lpstr>Thám mã đối với mật mã Affine</vt:lpstr>
      <vt:lpstr>Ví dụ thám mã Affine </vt:lpstr>
      <vt:lpstr>Mã Polyalphabetic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Pham Tuan Kiet 20234017</cp:lastModifiedBy>
  <cp:revision>31</cp:revision>
  <dcterms:created xsi:type="dcterms:W3CDTF">2021-05-28T04:32:29Z</dcterms:created>
  <dcterms:modified xsi:type="dcterms:W3CDTF">2026-03-03T08:29:43Z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0x010100796E0A591440FD4BB24A6FC7027A4F9B</vt:lpwstr>
  </property>
</Properties>
</file>